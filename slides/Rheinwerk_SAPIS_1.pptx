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57" r:id="rId3"/>
    <p:sldId id="304" r:id="rId4"/>
    <p:sldId id="306" r:id="rId5"/>
    <p:sldId id="305" r:id="rId6"/>
    <p:sldId id="333" r:id="rId7"/>
    <p:sldId id="298" r:id="rId8"/>
    <p:sldId id="307" r:id="rId9"/>
    <p:sldId id="308" r:id="rId10"/>
    <p:sldId id="334" r:id="rId11"/>
    <p:sldId id="310" r:id="rId12"/>
    <p:sldId id="309" r:id="rId13"/>
    <p:sldId id="311" r:id="rId14"/>
    <p:sldId id="335" r:id="rId15"/>
    <p:sldId id="313" r:id="rId16"/>
    <p:sldId id="336" r:id="rId17"/>
    <p:sldId id="299" r:id="rId18"/>
    <p:sldId id="337" r:id="rId19"/>
    <p:sldId id="338" r:id="rId20"/>
    <p:sldId id="339" r:id="rId21"/>
    <p:sldId id="340" r:id="rId22"/>
    <p:sldId id="300" r:id="rId23"/>
    <p:sldId id="341" r:id="rId24"/>
    <p:sldId id="342" r:id="rId25"/>
    <p:sldId id="343" r:id="rId26"/>
    <p:sldId id="344" r:id="rId27"/>
    <p:sldId id="345" r:id="rId28"/>
    <p:sldId id="346" r:id="rId29"/>
    <p:sldId id="301" r:id="rId30"/>
    <p:sldId id="347" r:id="rId31"/>
    <p:sldId id="348" r:id="rId32"/>
    <p:sldId id="349" r:id="rId33"/>
    <p:sldId id="350" r:id="rId34"/>
    <p:sldId id="351" r:id="rId35"/>
    <p:sldId id="352" r:id="rId36"/>
    <p:sldId id="353" r:id="rId37"/>
    <p:sldId id="354" r:id="rId38"/>
    <p:sldId id="302" r:id="rId39"/>
    <p:sldId id="355" r:id="rId40"/>
    <p:sldId id="356" r:id="rId41"/>
    <p:sldId id="357" r:id="rId42"/>
    <p:sldId id="358" r:id="rId43"/>
    <p:sldId id="359" r:id="rId44"/>
    <p:sldId id="360" r:id="rId45"/>
    <p:sldId id="361" r:id="rId46"/>
    <p:sldId id="362" r:id="rId47"/>
    <p:sldId id="316" r:id="rId48"/>
    <p:sldId id="324" r:id="rId49"/>
    <p:sldId id="317" r:id="rId50"/>
    <p:sldId id="318" r:id="rId51"/>
    <p:sldId id="319" r:id="rId52"/>
    <p:sldId id="320" r:id="rId53"/>
    <p:sldId id="321" r:id="rId54"/>
    <p:sldId id="322" r:id="rId55"/>
    <p:sldId id="323" r:id="rId56"/>
    <p:sldId id="325" r:id="rId57"/>
    <p:sldId id="326" r:id="rId58"/>
    <p:sldId id="327" r:id="rId59"/>
    <p:sldId id="328" r:id="rId60"/>
    <p:sldId id="329" r:id="rId61"/>
    <p:sldId id="330" r:id="rId62"/>
    <p:sldId id="331" r:id="rId63"/>
    <p:sldId id="332" r:id="rId64"/>
    <p:sldId id="294" r:id="rId65"/>
    <p:sldId id="297" r:id="rId6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3D780B3C-D2DA-4FFC-B809-BCBE91ED70FE}">
          <p14:sldIdLst>
            <p14:sldId id="256"/>
            <p14:sldId id="257"/>
          </p14:sldIdLst>
        </p14:section>
        <p14:section name="Einführung" id="{A71FEE34-3DD5-4C60-832B-F7B9E07D03ED}">
          <p14:sldIdLst>
            <p14:sldId id="304"/>
            <p14:sldId id="306"/>
            <p14:sldId id="305"/>
            <p14:sldId id="333"/>
          </p14:sldIdLst>
        </p14:section>
        <p14:section name="Integration Flows entwickeln" id="{4BB6FAAE-6B26-4008-8AC1-1950284ABD94}">
          <p14:sldIdLst>
            <p14:sldId id="298"/>
            <p14:sldId id="307"/>
            <p14:sldId id="308"/>
            <p14:sldId id="334"/>
            <p14:sldId id="310"/>
            <p14:sldId id="309"/>
            <p14:sldId id="311"/>
            <p14:sldId id="335"/>
            <p14:sldId id="313"/>
            <p14:sldId id="336"/>
          </p14:sldIdLst>
        </p14:section>
        <p14:section name="Nachrichten aufbereiten und konvertieren" id="{E69AA76A-BFF2-4176-B8B9-C312056C1CE6}">
          <p14:sldIdLst>
            <p14:sldId id="299"/>
            <p14:sldId id="337"/>
            <p14:sldId id="338"/>
            <p14:sldId id="339"/>
            <p14:sldId id="340"/>
          </p14:sldIdLst>
        </p14:section>
        <p14:section name="Mappings" id="{7B881E04-5702-46BB-97D9-058FD8F1756A}">
          <p14:sldIdLst>
            <p14:sldId id="300"/>
            <p14:sldId id="341"/>
            <p14:sldId id="342"/>
            <p14:sldId id="343"/>
            <p14:sldId id="344"/>
            <p14:sldId id="345"/>
            <p14:sldId id="346"/>
          </p14:sldIdLst>
        </p14:section>
        <p14:section name="Enterprise Integration Patterns" id="{9B60A7D9-D8BC-4CF5-8A9D-27822C7B67A9}">
          <p14:sldIdLst>
            <p14:sldId id="301"/>
            <p14:sldId id="347"/>
            <p14:sldId id="348"/>
            <p14:sldId id="349"/>
            <p14:sldId id="350"/>
            <p14:sldId id="351"/>
            <p14:sldId id="352"/>
            <p14:sldId id="353"/>
            <p14:sldId id="354"/>
          </p14:sldIdLst>
        </p14:section>
        <p14:section name="Integration Packages" id="{FE100021-66B0-4768-9390-9B63D1DF53BD}">
          <p14:sldIdLst>
            <p14:sldId id="302"/>
            <p14:sldId id="355"/>
            <p14:sldId id="356"/>
            <p14:sldId id="357"/>
            <p14:sldId id="358"/>
            <p14:sldId id="359"/>
            <p14:sldId id="360"/>
            <p14:sldId id="361"/>
            <p14:sldId id="362"/>
          </p14:sldIdLst>
        </p14:section>
        <p14:section name="Anhang 1: Integration Suite einrichten" id="{EB481E79-FCBD-477B-8A8D-C13038835BF7}">
          <p14:sldIdLst>
            <p14:sldId id="316"/>
            <p14:sldId id="324"/>
            <p14:sldId id="317"/>
            <p14:sldId id="318"/>
            <p14:sldId id="319"/>
            <p14:sldId id="320"/>
            <p14:sldId id="321"/>
            <p14:sldId id="322"/>
            <p14:sldId id="323"/>
          </p14:sldIdLst>
        </p14:section>
        <p14:section name="Anhang 2: Kommunikationsvereinbarung" id="{F34B3C1A-7A62-4718-9BA2-CDAE235A3575}">
          <p14:sldIdLst>
            <p14:sldId id="325"/>
            <p14:sldId id="326"/>
            <p14:sldId id="327"/>
            <p14:sldId id="328"/>
            <p14:sldId id="329"/>
            <p14:sldId id="330"/>
            <p14:sldId id="331"/>
          </p14:sldIdLst>
        </p14:section>
        <p14:section name="Anhang 3: Troubleshooting" id="{0CA6A4BF-31A8-4335-A01C-7E9425D8B3C2}">
          <p14:sldIdLst>
            <p14:sldId id="332"/>
          </p14:sldIdLst>
        </p14:section>
        <p14:section name="Ressourcen" id="{190EA87C-8E91-4DCA-AF0E-5140B7EBB5C9}">
          <p14:sldIdLst>
            <p14:sldId id="294"/>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29B383-77F7-4345-9203-293F2814C87C}" v="222" dt="2026-07-18T13:59:11.368"/>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31" autoAdjust="0"/>
    <p:restoredTop sz="61017" autoAdjust="0"/>
  </p:normalViewPr>
  <p:slideViewPr>
    <p:cSldViewPr snapToGrid="0">
      <p:cViewPr varScale="1">
        <p:scale>
          <a:sx n="64" d="100"/>
          <a:sy n="64" d="100"/>
        </p:scale>
        <p:origin x="156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egelin" userId="44f55030-522d-4388-8c84-12427b5d3861" providerId="ADAL" clId="{0C4B0DB6-929A-4816-82F8-C5CA7CCA52CE}"/>
    <pc:docChg chg="undo custSel addSld delSld modSld addSection delSection modSection">
      <pc:chgData name="Michael Wegelin" userId="44f55030-522d-4388-8c84-12427b5d3861" providerId="ADAL" clId="{0C4B0DB6-929A-4816-82F8-C5CA7CCA52CE}" dt="2026-07-18T18:27:07.125" v="9128" actId="22"/>
      <pc:docMkLst>
        <pc:docMk/>
      </pc:docMkLst>
      <pc:sldChg chg="modSp mod">
        <pc:chgData name="Michael Wegelin" userId="44f55030-522d-4388-8c84-12427b5d3861" providerId="ADAL" clId="{0C4B0DB6-929A-4816-82F8-C5CA7CCA52CE}" dt="2026-07-12T13:11:23.122" v="123" actId="20577"/>
        <pc:sldMkLst>
          <pc:docMk/>
          <pc:sldMk cId="625399248" sldId="256"/>
        </pc:sldMkLst>
        <pc:spChg chg="mod">
          <ac:chgData name="Michael Wegelin" userId="44f55030-522d-4388-8c84-12427b5d3861" providerId="ADAL" clId="{0C4B0DB6-929A-4816-82F8-C5CA7CCA52CE}" dt="2026-07-12T13:11:03.996" v="52" actId="20577"/>
          <ac:spMkLst>
            <pc:docMk/>
            <pc:sldMk cId="625399248" sldId="256"/>
            <ac:spMk id="2" creationId="{15145329-41F4-501E-FB56-244ED2737B99}"/>
          </ac:spMkLst>
        </pc:spChg>
        <pc:spChg chg="mod">
          <ac:chgData name="Michael Wegelin" userId="44f55030-522d-4388-8c84-12427b5d3861" providerId="ADAL" clId="{0C4B0DB6-929A-4816-82F8-C5CA7CCA52CE}" dt="2026-07-12T13:11:23.122" v="123" actId="20577"/>
          <ac:spMkLst>
            <pc:docMk/>
            <pc:sldMk cId="625399248" sldId="256"/>
            <ac:spMk id="3" creationId="{602C510F-AB78-3A01-3A34-CB0CE8198C66}"/>
          </ac:spMkLst>
        </pc:spChg>
      </pc:sldChg>
      <pc:sldChg chg="modSp mod">
        <pc:chgData name="Michael Wegelin" userId="44f55030-522d-4388-8c84-12427b5d3861" providerId="ADAL" clId="{0C4B0DB6-929A-4816-82F8-C5CA7CCA52CE}" dt="2026-07-16T18:57:17.783" v="5891" actId="20577"/>
        <pc:sldMkLst>
          <pc:docMk/>
          <pc:sldMk cId="4027614381" sldId="257"/>
        </pc:sldMkLst>
        <pc:spChg chg="mod">
          <ac:chgData name="Michael Wegelin" userId="44f55030-522d-4388-8c84-12427b5d3861" providerId="ADAL" clId="{0C4B0DB6-929A-4816-82F8-C5CA7CCA52CE}" dt="2026-07-16T18:57:17.783" v="5891" actId="20577"/>
          <ac:spMkLst>
            <pc:docMk/>
            <pc:sldMk cId="4027614381" sldId="257"/>
            <ac:spMk id="3" creationId="{CB887AF3-06C9-C363-03EF-2B91F8C3BFE7}"/>
          </ac:spMkLst>
        </pc:spChg>
      </pc:sldChg>
      <pc:sldChg chg="addSp delSp modSp mod">
        <pc:chgData name="Michael Wegelin" userId="44f55030-522d-4388-8c84-12427b5d3861" providerId="ADAL" clId="{0C4B0DB6-929A-4816-82F8-C5CA7CCA52CE}" dt="2026-07-18T10:40:32.327" v="8119" actId="20577"/>
        <pc:sldMkLst>
          <pc:docMk/>
          <pc:sldMk cId="105356027" sldId="294"/>
        </pc:sldMkLst>
        <pc:spChg chg="mod">
          <ac:chgData name="Michael Wegelin" userId="44f55030-522d-4388-8c84-12427b5d3861" providerId="ADAL" clId="{0C4B0DB6-929A-4816-82F8-C5CA7CCA52CE}" dt="2026-07-18T10:40:32.327" v="8119" actId="20577"/>
          <ac:spMkLst>
            <pc:docMk/>
            <pc:sldMk cId="105356027" sldId="294"/>
            <ac:spMk id="2" creationId="{CBF6B1C0-6498-9094-D941-19528FEE3EE4}"/>
          </ac:spMkLst>
        </pc:spChg>
        <pc:spChg chg="mod">
          <ac:chgData name="Michael Wegelin" userId="44f55030-522d-4388-8c84-12427b5d3861" providerId="ADAL" clId="{0C4B0DB6-929A-4816-82F8-C5CA7CCA52CE}" dt="2026-07-18T10:40:20.291" v="8118" actId="20577"/>
          <ac:spMkLst>
            <pc:docMk/>
            <pc:sldMk cId="105356027" sldId="294"/>
            <ac:spMk id="3" creationId="{414A8D02-C361-E8AE-D92B-53E118F8360A}"/>
          </ac:spMkLst>
        </pc:spChg>
        <pc:picChg chg="add mod">
          <ac:chgData name="Michael Wegelin" userId="44f55030-522d-4388-8c84-12427b5d3861" providerId="ADAL" clId="{0C4B0DB6-929A-4816-82F8-C5CA7CCA52CE}" dt="2026-07-12T13:24:12.481" v="341" actId="1037"/>
          <ac:picMkLst>
            <pc:docMk/>
            <pc:sldMk cId="105356027" sldId="294"/>
            <ac:picMk id="4" creationId="{D0138AAC-BA09-28B4-80F1-05371A100AC0}"/>
          </ac:picMkLst>
        </pc:picChg>
        <pc:picChg chg="add mod">
          <ac:chgData name="Michael Wegelin" userId="44f55030-522d-4388-8c84-12427b5d3861" providerId="ADAL" clId="{0C4B0DB6-929A-4816-82F8-C5CA7CCA52CE}" dt="2026-07-12T13:24:12.481" v="341" actId="1037"/>
          <ac:picMkLst>
            <pc:docMk/>
            <pc:sldMk cId="105356027" sldId="294"/>
            <ac:picMk id="5" creationId="{BFB05B43-0033-C353-2311-B4897A98D9A1}"/>
          </ac:picMkLst>
        </pc:picChg>
      </pc:sldChg>
      <pc:sldChg chg="addSp delSp modSp add del mod">
        <pc:chgData name="Michael Wegelin" userId="44f55030-522d-4388-8c84-12427b5d3861" providerId="ADAL" clId="{0C4B0DB6-929A-4816-82F8-C5CA7CCA52CE}" dt="2026-07-18T14:01:41.697" v="9114" actId="1076"/>
        <pc:sldMkLst>
          <pc:docMk/>
          <pc:sldMk cId="3685061495" sldId="297"/>
        </pc:sldMkLst>
        <pc:spChg chg="mod">
          <ac:chgData name="Michael Wegelin" userId="44f55030-522d-4388-8c84-12427b5d3861" providerId="ADAL" clId="{0C4B0DB6-929A-4816-82F8-C5CA7CCA52CE}" dt="2026-07-18T13:59:13.397" v="9111" actId="6549"/>
          <ac:spMkLst>
            <pc:docMk/>
            <pc:sldMk cId="3685061495" sldId="297"/>
            <ac:spMk id="3" creationId="{9B7F34D7-59AD-384C-9508-3FF4807BDAED}"/>
          </ac:spMkLst>
        </pc:spChg>
        <pc:picChg chg="del">
          <ac:chgData name="Michael Wegelin" userId="44f55030-522d-4388-8c84-12427b5d3861" providerId="ADAL" clId="{0C4B0DB6-929A-4816-82F8-C5CA7CCA52CE}" dt="2026-07-18T14:01:36.341" v="9112" actId="478"/>
          <ac:picMkLst>
            <pc:docMk/>
            <pc:sldMk cId="3685061495" sldId="297"/>
            <ac:picMk id="5" creationId="{D4D41CBC-DFAA-6193-23DC-8C42C207B921}"/>
          </ac:picMkLst>
        </pc:picChg>
        <pc:picChg chg="add mod">
          <ac:chgData name="Michael Wegelin" userId="44f55030-522d-4388-8c84-12427b5d3861" providerId="ADAL" clId="{0C4B0DB6-929A-4816-82F8-C5CA7CCA52CE}" dt="2026-07-18T14:01:41.697" v="9114" actId="1076"/>
          <ac:picMkLst>
            <pc:docMk/>
            <pc:sldMk cId="3685061495" sldId="297"/>
            <ac:picMk id="6" creationId="{62C87CBB-230E-0DDD-8A96-AB7E573FD22D}"/>
          </ac:picMkLst>
        </pc:picChg>
      </pc:sldChg>
      <pc:sldChg chg="modSp new mod">
        <pc:chgData name="Michael Wegelin" userId="44f55030-522d-4388-8c84-12427b5d3861" providerId="ADAL" clId="{0C4B0DB6-929A-4816-82F8-C5CA7CCA52CE}" dt="2026-07-16T17:01:18.270" v="4601" actId="20577"/>
        <pc:sldMkLst>
          <pc:docMk/>
          <pc:sldMk cId="1851586795" sldId="298"/>
        </pc:sldMkLst>
        <pc:spChg chg="mod">
          <ac:chgData name="Michael Wegelin" userId="44f55030-522d-4388-8c84-12427b5d3861" providerId="ADAL" clId="{0C4B0DB6-929A-4816-82F8-C5CA7CCA52CE}" dt="2026-07-12T13:48:21.168" v="463" actId="20577"/>
          <ac:spMkLst>
            <pc:docMk/>
            <pc:sldMk cId="1851586795" sldId="298"/>
            <ac:spMk id="2" creationId="{66D722E3-A6F1-1278-9083-20F5A1C6B048}"/>
          </ac:spMkLst>
        </pc:spChg>
        <pc:spChg chg="mod">
          <ac:chgData name="Michael Wegelin" userId="44f55030-522d-4388-8c84-12427b5d3861" providerId="ADAL" clId="{0C4B0DB6-929A-4816-82F8-C5CA7CCA52CE}" dt="2026-07-16T17:01:18.270" v="4601" actId="20577"/>
          <ac:spMkLst>
            <pc:docMk/>
            <pc:sldMk cId="1851586795" sldId="298"/>
            <ac:spMk id="3" creationId="{12ED83F3-6EEB-234D-3FF7-E97ED6C860B8}"/>
          </ac:spMkLst>
        </pc:spChg>
      </pc:sldChg>
      <pc:sldChg chg="addSp delSp modSp new mod modNotesTx">
        <pc:chgData name="Michael Wegelin" userId="44f55030-522d-4388-8c84-12427b5d3861" providerId="ADAL" clId="{0C4B0DB6-929A-4816-82F8-C5CA7CCA52CE}" dt="2026-07-18T06:53:10.944" v="7063"/>
        <pc:sldMkLst>
          <pc:docMk/>
          <pc:sldMk cId="2787776985" sldId="299"/>
        </pc:sldMkLst>
        <pc:spChg chg="mod">
          <ac:chgData name="Michael Wegelin" userId="44f55030-522d-4388-8c84-12427b5d3861" providerId="ADAL" clId="{0C4B0DB6-929A-4816-82F8-C5CA7CCA52CE}" dt="2026-07-18T06:53:10.944" v="7063"/>
          <ac:spMkLst>
            <pc:docMk/>
            <pc:sldMk cId="2787776985" sldId="299"/>
            <ac:spMk id="2" creationId="{5B4B39E4-FDC5-88B2-3CB1-2D86A2BA97E8}"/>
          </ac:spMkLst>
        </pc:spChg>
        <pc:spChg chg="add mod">
          <ac:chgData name="Michael Wegelin" userId="44f55030-522d-4388-8c84-12427b5d3861" providerId="ADAL" clId="{0C4B0DB6-929A-4816-82F8-C5CA7CCA52CE}" dt="2026-07-16T18:09:35.717" v="4788"/>
          <ac:spMkLst>
            <pc:docMk/>
            <pc:sldMk cId="2787776985" sldId="299"/>
            <ac:spMk id="7" creationId="{EEBE7778-A31D-F462-6AB5-30521EB4DA76}"/>
          </ac:spMkLst>
        </pc:spChg>
        <pc:graphicFrameChg chg="add mod modGraphic">
          <ac:chgData name="Michael Wegelin" userId="44f55030-522d-4388-8c84-12427b5d3861" providerId="ADAL" clId="{0C4B0DB6-929A-4816-82F8-C5CA7CCA52CE}" dt="2026-07-16T18:08:54.961" v="4786" actId="13782"/>
          <ac:graphicFrameMkLst>
            <pc:docMk/>
            <pc:sldMk cId="2787776985" sldId="299"/>
            <ac:graphicFrameMk id="5" creationId="{A9C41DA5-1C71-77B4-759B-A07926E990D9}"/>
          </ac:graphicFrameMkLst>
        </pc:graphicFrameChg>
      </pc:sldChg>
      <pc:sldChg chg="modSp new mod">
        <pc:chgData name="Michael Wegelin" userId="44f55030-522d-4388-8c84-12427b5d3861" providerId="ADAL" clId="{0C4B0DB6-929A-4816-82F8-C5CA7CCA52CE}" dt="2026-07-18T06:50:39.210" v="7052" actId="20577"/>
        <pc:sldMkLst>
          <pc:docMk/>
          <pc:sldMk cId="556855924" sldId="300"/>
        </pc:sldMkLst>
        <pc:spChg chg="mod">
          <ac:chgData name="Michael Wegelin" userId="44f55030-522d-4388-8c84-12427b5d3861" providerId="ADAL" clId="{0C4B0DB6-929A-4816-82F8-C5CA7CCA52CE}" dt="2026-07-12T13:49:26.829" v="565" actId="20577"/>
          <ac:spMkLst>
            <pc:docMk/>
            <pc:sldMk cId="556855924" sldId="300"/>
            <ac:spMk id="2" creationId="{80D0575E-897C-9CCC-A6E0-61A741E86C88}"/>
          </ac:spMkLst>
        </pc:spChg>
        <pc:spChg chg="mod">
          <ac:chgData name="Michael Wegelin" userId="44f55030-522d-4388-8c84-12427b5d3861" providerId="ADAL" clId="{0C4B0DB6-929A-4816-82F8-C5CA7CCA52CE}" dt="2026-07-18T06:50:39.210" v="7052" actId="20577"/>
          <ac:spMkLst>
            <pc:docMk/>
            <pc:sldMk cId="556855924" sldId="300"/>
            <ac:spMk id="3" creationId="{2E0E1A8C-3913-0C21-DA07-B9F181C5AEAE}"/>
          </ac:spMkLst>
        </pc:spChg>
      </pc:sldChg>
      <pc:sldChg chg="modSp new mod">
        <pc:chgData name="Michael Wegelin" userId="44f55030-522d-4388-8c84-12427b5d3861" providerId="ADAL" clId="{0C4B0DB6-929A-4816-82F8-C5CA7CCA52CE}" dt="2026-07-18T09:38:58.215" v="7813" actId="20577"/>
        <pc:sldMkLst>
          <pc:docMk/>
          <pc:sldMk cId="2289674864" sldId="301"/>
        </pc:sldMkLst>
        <pc:spChg chg="mod">
          <ac:chgData name="Michael Wegelin" userId="44f55030-522d-4388-8c84-12427b5d3861" providerId="ADAL" clId="{0C4B0DB6-929A-4816-82F8-C5CA7CCA52CE}" dt="2026-07-12T13:50:28.090" v="656" actId="20577"/>
          <ac:spMkLst>
            <pc:docMk/>
            <pc:sldMk cId="2289674864" sldId="301"/>
            <ac:spMk id="2" creationId="{6410A8AE-BC01-B87F-CAEE-E7FD3BB17CC0}"/>
          </ac:spMkLst>
        </pc:spChg>
        <pc:spChg chg="mod">
          <ac:chgData name="Michael Wegelin" userId="44f55030-522d-4388-8c84-12427b5d3861" providerId="ADAL" clId="{0C4B0DB6-929A-4816-82F8-C5CA7CCA52CE}" dt="2026-07-18T09:38:58.215" v="7813" actId="20577"/>
          <ac:spMkLst>
            <pc:docMk/>
            <pc:sldMk cId="2289674864" sldId="301"/>
            <ac:spMk id="3" creationId="{23F7740E-85ED-0C15-3C36-AC9352E9D619}"/>
          </ac:spMkLst>
        </pc:spChg>
      </pc:sldChg>
      <pc:sldChg chg="modSp new mod">
        <pc:chgData name="Michael Wegelin" userId="44f55030-522d-4388-8c84-12427b5d3861" providerId="ADAL" clId="{0C4B0DB6-929A-4816-82F8-C5CA7CCA52CE}" dt="2026-07-18T12:07:25.411" v="8526" actId="20577"/>
        <pc:sldMkLst>
          <pc:docMk/>
          <pc:sldMk cId="3937789194" sldId="302"/>
        </pc:sldMkLst>
        <pc:spChg chg="mod">
          <ac:chgData name="Michael Wegelin" userId="44f55030-522d-4388-8c84-12427b5d3861" providerId="ADAL" clId="{0C4B0DB6-929A-4816-82F8-C5CA7CCA52CE}" dt="2026-07-12T13:51:14.174" v="746" actId="20577"/>
          <ac:spMkLst>
            <pc:docMk/>
            <pc:sldMk cId="3937789194" sldId="302"/>
            <ac:spMk id="2" creationId="{24A4EF4A-A395-528D-D82D-4DF5F071CCE2}"/>
          </ac:spMkLst>
        </pc:spChg>
        <pc:spChg chg="mod">
          <ac:chgData name="Michael Wegelin" userId="44f55030-522d-4388-8c84-12427b5d3861" providerId="ADAL" clId="{0C4B0DB6-929A-4816-82F8-C5CA7CCA52CE}" dt="2026-07-18T12:07:25.411" v="8526" actId="20577"/>
          <ac:spMkLst>
            <pc:docMk/>
            <pc:sldMk cId="3937789194" sldId="302"/>
            <ac:spMk id="3" creationId="{C30D6EDD-BA4D-F237-D315-C346457C58B2}"/>
          </ac:spMkLst>
        </pc:spChg>
      </pc:sldChg>
      <pc:sldChg chg="addSp delSp modSp new mod modClrScheme chgLayout modNotesTx">
        <pc:chgData name="Michael Wegelin" userId="44f55030-522d-4388-8c84-12427b5d3861" providerId="ADAL" clId="{0C4B0DB6-929A-4816-82F8-C5CA7CCA52CE}" dt="2026-07-12T16:16:02.565" v="1074" actId="1076"/>
        <pc:sldMkLst>
          <pc:docMk/>
          <pc:sldMk cId="1139813251" sldId="304"/>
        </pc:sldMkLst>
        <pc:spChg chg="mod ord">
          <ac:chgData name="Michael Wegelin" userId="44f55030-522d-4388-8c84-12427b5d3861" providerId="ADAL" clId="{0C4B0DB6-929A-4816-82F8-C5CA7CCA52CE}" dt="2026-07-12T15:43:40.538" v="1030" actId="6549"/>
          <ac:spMkLst>
            <pc:docMk/>
            <pc:sldMk cId="1139813251" sldId="304"/>
            <ac:spMk id="2" creationId="{AB648FCA-7715-8221-EDCC-7F5F9CE9CEED}"/>
          </ac:spMkLst>
        </pc:spChg>
        <pc:spChg chg="add mod ord">
          <ac:chgData name="Michael Wegelin" userId="44f55030-522d-4388-8c84-12427b5d3861" providerId="ADAL" clId="{0C4B0DB6-929A-4816-82F8-C5CA7CCA52CE}" dt="2026-07-12T15:26:32.718" v="1026" actId="14100"/>
          <ac:spMkLst>
            <pc:docMk/>
            <pc:sldMk cId="1139813251" sldId="304"/>
            <ac:spMk id="4" creationId="{0FA8250A-A2A4-B2CF-399C-B5A87E8C97EE}"/>
          </ac:spMkLst>
        </pc:spChg>
        <pc:picChg chg="add mod ord">
          <ac:chgData name="Michael Wegelin" userId="44f55030-522d-4388-8c84-12427b5d3861" providerId="ADAL" clId="{0C4B0DB6-929A-4816-82F8-C5CA7CCA52CE}" dt="2026-07-12T16:16:02.565" v="1074" actId="1076"/>
          <ac:picMkLst>
            <pc:docMk/>
            <pc:sldMk cId="1139813251" sldId="304"/>
            <ac:picMk id="11" creationId="{D5605FBD-5E45-8B9E-5601-C16B7A1DCDCD}"/>
          </ac:picMkLst>
        </pc:picChg>
      </pc:sldChg>
      <pc:sldChg chg="addSp delSp modSp new mod modAnim modNotes modNotesTx">
        <pc:chgData name="Michael Wegelin" userId="44f55030-522d-4388-8c84-12427b5d3861" providerId="ADAL" clId="{0C4B0DB6-929A-4816-82F8-C5CA7CCA52CE}" dt="2026-07-12T16:51:33.782" v="1159" actId="20577"/>
        <pc:sldMkLst>
          <pc:docMk/>
          <pc:sldMk cId="3036363925" sldId="305"/>
        </pc:sldMkLst>
        <pc:spChg chg="mod">
          <ac:chgData name="Michael Wegelin" userId="44f55030-522d-4388-8c84-12427b5d3861" providerId="ADAL" clId="{0C4B0DB6-929A-4816-82F8-C5CA7CCA52CE}" dt="2026-07-12T13:53:10.856" v="1011" actId="20577"/>
          <ac:spMkLst>
            <pc:docMk/>
            <pc:sldMk cId="3036363925" sldId="305"/>
            <ac:spMk id="2" creationId="{346CE2C3-755A-51EF-817F-4671F0F620D6}"/>
          </ac:spMkLst>
        </pc:spChg>
        <pc:picChg chg="add mod ord">
          <ac:chgData name="Michael Wegelin" userId="44f55030-522d-4388-8c84-12427b5d3861" providerId="ADAL" clId="{0C4B0DB6-929A-4816-82F8-C5CA7CCA52CE}" dt="2026-07-12T15:51:25.514" v="1060" actId="14100"/>
          <ac:picMkLst>
            <pc:docMk/>
            <pc:sldMk cId="3036363925" sldId="305"/>
            <ac:picMk id="5" creationId="{5A942C8D-9F6B-E48C-1DD0-39767D84E859}"/>
          </ac:picMkLst>
        </pc:picChg>
        <pc:picChg chg="add mod">
          <ac:chgData name="Michael Wegelin" userId="44f55030-522d-4388-8c84-12427b5d3861" providerId="ADAL" clId="{0C4B0DB6-929A-4816-82F8-C5CA7CCA52CE}" dt="2026-07-12T16:18:41.844" v="1095" actId="1076"/>
          <ac:picMkLst>
            <pc:docMk/>
            <pc:sldMk cId="3036363925" sldId="305"/>
            <ac:picMk id="6" creationId="{59C069C1-FFFF-9D57-2082-F3D705893C82}"/>
          </ac:picMkLst>
        </pc:picChg>
        <pc:picChg chg="add mod">
          <ac:chgData name="Michael Wegelin" userId="44f55030-522d-4388-8c84-12427b5d3861" providerId="ADAL" clId="{0C4B0DB6-929A-4816-82F8-C5CA7CCA52CE}" dt="2026-07-12T16:19:09.408" v="1097" actId="465"/>
          <ac:picMkLst>
            <pc:docMk/>
            <pc:sldMk cId="3036363925" sldId="305"/>
            <ac:picMk id="7" creationId="{9FFC3873-B15A-DCF4-20CA-7C06B81CEC24}"/>
          </ac:picMkLst>
        </pc:picChg>
        <pc:picChg chg="add mod">
          <ac:chgData name="Michael Wegelin" userId="44f55030-522d-4388-8c84-12427b5d3861" providerId="ADAL" clId="{0C4B0DB6-929A-4816-82F8-C5CA7CCA52CE}" dt="2026-07-12T16:19:09.408" v="1097" actId="465"/>
          <ac:picMkLst>
            <pc:docMk/>
            <pc:sldMk cId="3036363925" sldId="305"/>
            <ac:picMk id="8" creationId="{D9544EEC-0CA8-78FD-DCCB-9FEE4B1DA47F}"/>
          </ac:picMkLst>
        </pc:picChg>
        <pc:picChg chg="add mod">
          <ac:chgData name="Michael Wegelin" userId="44f55030-522d-4388-8c84-12427b5d3861" providerId="ADAL" clId="{0C4B0DB6-929A-4816-82F8-C5CA7CCA52CE}" dt="2026-07-12T16:18:46.545" v="1096" actId="1076"/>
          <ac:picMkLst>
            <pc:docMk/>
            <pc:sldMk cId="3036363925" sldId="305"/>
            <ac:picMk id="9" creationId="{08273EE9-6187-2B8C-AB14-785EC06E97D2}"/>
          </ac:picMkLst>
        </pc:picChg>
      </pc:sldChg>
      <pc:sldChg chg="addSp delSp modSp new mod modClrScheme chgLayout modNotes modNotesTx">
        <pc:chgData name="Michael Wegelin" userId="44f55030-522d-4388-8c84-12427b5d3861" providerId="ADAL" clId="{0C4B0DB6-929A-4816-82F8-C5CA7CCA52CE}" dt="2026-07-12T16:51:22.482" v="1153" actId="20577"/>
        <pc:sldMkLst>
          <pc:docMk/>
          <pc:sldMk cId="958959980" sldId="306"/>
        </pc:sldMkLst>
        <pc:spChg chg="add mod ord">
          <ac:chgData name="Michael Wegelin" userId="44f55030-522d-4388-8c84-12427b5d3861" providerId="ADAL" clId="{0C4B0DB6-929A-4816-82F8-C5CA7CCA52CE}" dt="2026-07-12T15:43:49.271" v="1047" actId="20577"/>
          <ac:spMkLst>
            <pc:docMk/>
            <pc:sldMk cId="958959980" sldId="306"/>
            <ac:spMk id="7" creationId="{5E342548-9DD5-BAE5-12D9-FD617A572818}"/>
          </ac:spMkLst>
        </pc:spChg>
        <pc:picChg chg="add mod ord">
          <ac:chgData name="Michael Wegelin" userId="44f55030-522d-4388-8c84-12427b5d3861" providerId="ADAL" clId="{0C4B0DB6-929A-4816-82F8-C5CA7CCA52CE}" dt="2026-07-12T16:15:36.580" v="1071" actId="14100"/>
          <ac:picMkLst>
            <pc:docMk/>
            <pc:sldMk cId="958959980" sldId="306"/>
            <ac:picMk id="18" creationId="{37947736-3321-C130-25FE-3A417FB1FA01}"/>
          </ac:picMkLst>
        </pc:picChg>
      </pc:sldChg>
      <pc:sldChg chg="addSp delSp modSp new mod modNotes modNotesTx">
        <pc:chgData name="Michael Wegelin" userId="44f55030-522d-4388-8c84-12427b5d3861" providerId="ADAL" clId="{0C4B0DB6-929A-4816-82F8-C5CA7CCA52CE}" dt="2026-07-12T19:25:02.440" v="1751" actId="6549"/>
        <pc:sldMkLst>
          <pc:docMk/>
          <pc:sldMk cId="1706649063" sldId="307"/>
        </pc:sldMkLst>
        <pc:spChg chg="mod">
          <ac:chgData name="Michael Wegelin" userId="44f55030-522d-4388-8c84-12427b5d3861" providerId="ADAL" clId="{0C4B0DB6-929A-4816-82F8-C5CA7CCA52CE}" dt="2026-07-12T19:25:02.440" v="1751" actId="6549"/>
          <ac:spMkLst>
            <pc:docMk/>
            <pc:sldMk cId="1706649063" sldId="307"/>
            <ac:spMk id="2" creationId="{99C3831A-CA3D-A6E9-0369-77D204715118}"/>
          </ac:spMkLst>
        </pc:spChg>
        <pc:picChg chg="add mod ord">
          <ac:chgData name="Michael Wegelin" userId="44f55030-522d-4388-8c84-12427b5d3861" providerId="ADAL" clId="{0C4B0DB6-929A-4816-82F8-C5CA7CCA52CE}" dt="2026-07-12T18:42:07.705" v="1260" actId="22"/>
          <ac:picMkLst>
            <pc:docMk/>
            <pc:sldMk cId="1706649063" sldId="307"/>
            <ac:picMk id="16" creationId="{62210C2A-0913-5715-90DC-6E21C44BD55F}"/>
          </ac:picMkLst>
        </pc:picChg>
      </pc:sldChg>
      <pc:sldChg chg="addSp delSp modSp new mod modNotesTx">
        <pc:chgData name="Michael Wegelin" userId="44f55030-522d-4388-8c84-12427b5d3861" providerId="ADAL" clId="{0C4B0DB6-929A-4816-82F8-C5CA7CCA52CE}" dt="2026-07-16T16:40:03.225" v="4513" actId="22"/>
        <pc:sldMkLst>
          <pc:docMk/>
          <pc:sldMk cId="2568817202" sldId="308"/>
        </pc:sldMkLst>
        <pc:spChg chg="mod">
          <ac:chgData name="Michael Wegelin" userId="44f55030-522d-4388-8c84-12427b5d3861" providerId="ADAL" clId="{0C4B0DB6-929A-4816-82F8-C5CA7CCA52CE}" dt="2026-07-12T18:47:55.261" v="1284" actId="20577"/>
          <ac:spMkLst>
            <pc:docMk/>
            <pc:sldMk cId="2568817202" sldId="308"/>
            <ac:spMk id="2" creationId="{B2A6D211-D21B-DAE7-4D89-F81770A497C8}"/>
          </ac:spMkLst>
        </pc:spChg>
        <pc:picChg chg="add mod ord">
          <ac:chgData name="Michael Wegelin" userId="44f55030-522d-4388-8c84-12427b5d3861" providerId="ADAL" clId="{0C4B0DB6-929A-4816-82F8-C5CA7CCA52CE}" dt="2026-07-16T16:40:03.225" v="4513" actId="22"/>
          <ac:picMkLst>
            <pc:docMk/>
            <pc:sldMk cId="2568817202" sldId="308"/>
            <ac:picMk id="7" creationId="{0FA2A50A-F427-FDA3-FE50-2513795C457A}"/>
          </ac:picMkLst>
        </pc:picChg>
      </pc:sldChg>
      <pc:sldChg chg="addSp delSp modSp new mod modNotesTx">
        <pc:chgData name="Michael Wegelin" userId="44f55030-522d-4388-8c84-12427b5d3861" providerId="ADAL" clId="{0C4B0DB6-929A-4816-82F8-C5CA7CCA52CE}" dt="2026-07-12T20:16:01.149" v="2047" actId="20577"/>
        <pc:sldMkLst>
          <pc:docMk/>
          <pc:sldMk cId="3105315853" sldId="309"/>
        </pc:sldMkLst>
        <pc:spChg chg="mod">
          <ac:chgData name="Michael Wegelin" userId="44f55030-522d-4388-8c84-12427b5d3861" providerId="ADAL" clId="{0C4B0DB6-929A-4816-82F8-C5CA7CCA52CE}" dt="2026-07-12T20:16:01.149" v="2047" actId="20577"/>
          <ac:spMkLst>
            <pc:docMk/>
            <pc:sldMk cId="3105315853" sldId="309"/>
            <ac:spMk id="2" creationId="{EBD6BF2F-E160-DF72-4AFD-E24233808E1B}"/>
          </ac:spMkLst>
        </pc:spChg>
        <pc:picChg chg="add mod">
          <ac:chgData name="Michael Wegelin" userId="44f55030-522d-4388-8c84-12427b5d3861" providerId="ADAL" clId="{0C4B0DB6-929A-4816-82F8-C5CA7CCA52CE}" dt="2026-07-12T19:19:16.859" v="1709" actId="14100"/>
          <ac:picMkLst>
            <pc:docMk/>
            <pc:sldMk cId="3105315853" sldId="309"/>
            <ac:picMk id="5" creationId="{467C51CF-DE9A-780B-F7FC-F3A48F0A8AB3}"/>
          </ac:picMkLst>
        </pc:picChg>
        <pc:picChg chg="add mod ord">
          <ac:chgData name="Michael Wegelin" userId="44f55030-522d-4388-8c84-12427b5d3861" providerId="ADAL" clId="{0C4B0DB6-929A-4816-82F8-C5CA7CCA52CE}" dt="2026-07-12T19:19:21.514" v="1710" actId="14100"/>
          <ac:picMkLst>
            <pc:docMk/>
            <pc:sldMk cId="3105315853" sldId="309"/>
            <ac:picMk id="9" creationId="{57108E6C-C5F5-1BDF-5674-E0889C7703F3}"/>
          </ac:picMkLst>
        </pc:picChg>
      </pc:sldChg>
      <pc:sldChg chg="addSp delSp modSp new mod modNotesTx">
        <pc:chgData name="Michael Wegelin" userId="44f55030-522d-4388-8c84-12427b5d3861" providerId="ADAL" clId="{0C4B0DB6-929A-4816-82F8-C5CA7CCA52CE}" dt="2026-07-16T16:45:36.543" v="4536" actId="478"/>
        <pc:sldMkLst>
          <pc:docMk/>
          <pc:sldMk cId="76652011" sldId="310"/>
        </pc:sldMkLst>
        <pc:spChg chg="mod">
          <ac:chgData name="Michael Wegelin" userId="44f55030-522d-4388-8c84-12427b5d3861" providerId="ADAL" clId="{0C4B0DB6-929A-4816-82F8-C5CA7CCA52CE}" dt="2026-07-12T20:15:53.494" v="2036" actId="20577"/>
          <ac:spMkLst>
            <pc:docMk/>
            <pc:sldMk cId="76652011" sldId="310"/>
            <ac:spMk id="2" creationId="{7AEB1E17-EF78-5E60-49B1-E3F4C6AB7294}"/>
          </ac:spMkLst>
        </pc:spChg>
        <pc:picChg chg="add mod">
          <ac:chgData name="Michael Wegelin" userId="44f55030-522d-4388-8c84-12427b5d3861" providerId="ADAL" clId="{0C4B0DB6-929A-4816-82F8-C5CA7CCA52CE}" dt="2026-07-12T19:09:51.198" v="1488" actId="14100"/>
          <ac:picMkLst>
            <pc:docMk/>
            <pc:sldMk cId="76652011" sldId="310"/>
            <ac:picMk id="7" creationId="{B02B7623-FF96-F554-6C8E-C054AA19967D}"/>
          </ac:picMkLst>
        </pc:picChg>
        <pc:picChg chg="add mod">
          <ac:chgData name="Michael Wegelin" userId="44f55030-522d-4388-8c84-12427b5d3861" providerId="ADAL" clId="{0C4B0DB6-929A-4816-82F8-C5CA7CCA52CE}" dt="2026-07-16T16:45:29.720" v="4535" actId="14100"/>
          <ac:picMkLst>
            <pc:docMk/>
            <pc:sldMk cId="76652011" sldId="310"/>
            <ac:picMk id="8" creationId="{AE3B6445-E26F-41A7-EA87-18B8DA552999}"/>
          </ac:picMkLst>
        </pc:picChg>
      </pc:sldChg>
      <pc:sldChg chg="addSp delSp modSp new mod modClrScheme chgLayout modNotesTx">
        <pc:chgData name="Michael Wegelin" userId="44f55030-522d-4388-8c84-12427b5d3861" providerId="ADAL" clId="{0C4B0DB6-929A-4816-82F8-C5CA7CCA52CE}" dt="2026-07-12T19:35:08.283" v="1823" actId="12"/>
        <pc:sldMkLst>
          <pc:docMk/>
          <pc:sldMk cId="705404882" sldId="311"/>
        </pc:sldMkLst>
        <pc:spChg chg="mod ord">
          <ac:chgData name="Michael Wegelin" userId="44f55030-522d-4388-8c84-12427b5d3861" providerId="ADAL" clId="{0C4B0DB6-929A-4816-82F8-C5CA7CCA52CE}" dt="2026-07-12T19:22:01.535" v="1734" actId="700"/>
          <ac:spMkLst>
            <pc:docMk/>
            <pc:sldMk cId="705404882" sldId="311"/>
            <ac:spMk id="2" creationId="{6AC79452-85D4-B27E-AB11-7D85C059BB21}"/>
          </ac:spMkLst>
        </pc:spChg>
        <pc:spChg chg="add mod ord">
          <ac:chgData name="Michael Wegelin" userId="44f55030-522d-4388-8c84-12427b5d3861" providerId="ADAL" clId="{0C4B0DB6-929A-4816-82F8-C5CA7CCA52CE}" dt="2026-07-12T19:32:08.625" v="1783" actId="6549"/>
          <ac:spMkLst>
            <pc:docMk/>
            <pc:sldMk cId="705404882" sldId="311"/>
            <ac:spMk id="4" creationId="{5E883C8A-0C91-05D7-A529-B2074717DA51}"/>
          </ac:spMkLst>
        </pc:spChg>
        <pc:spChg chg="add mod ord">
          <ac:chgData name="Michael Wegelin" userId="44f55030-522d-4388-8c84-12427b5d3861" providerId="ADAL" clId="{0C4B0DB6-929A-4816-82F8-C5CA7CCA52CE}" dt="2026-07-12T19:23:35.897" v="1738" actId="20577"/>
          <ac:spMkLst>
            <pc:docMk/>
            <pc:sldMk cId="705404882" sldId="311"/>
            <ac:spMk id="5" creationId="{A34EC35A-E22D-515A-8365-2D78B59A4093}"/>
          </ac:spMkLst>
        </pc:spChg>
        <pc:spChg chg="add mod">
          <ac:chgData name="Michael Wegelin" userId="44f55030-522d-4388-8c84-12427b5d3861" providerId="ADAL" clId="{0C4B0DB6-929A-4816-82F8-C5CA7CCA52CE}" dt="2026-07-12T19:33:22.805" v="1814" actId="207"/>
          <ac:spMkLst>
            <pc:docMk/>
            <pc:sldMk cId="705404882" sldId="311"/>
            <ac:spMk id="6" creationId="{953DB849-ED4B-AF9B-642D-312C41063513}"/>
          </ac:spMkLst>
        </pc:spChg>
        <pc:spChg chg="add mod">
          <ac:chgData name="Michael Wegelin" userId="44f55030-522d-4388-8c84-12427b5d3861" providerId="ADAL" clId="{0C4B0DB6-929A-4816-82F8-C5CA7CCA52CE}" dt="2026-07-12T19:33:35.072" v="1816" actId="207"/>
          <ac:spMkLst>
            <pc:docMk/>
            <pc:sldMk cId="705404882" sldId="311"/>
            <ac:spMk id="8" creationId="{7B278D80-D805-20C4-FFCB-ABCCBF01FDE1}"/>
          </ac:spMkLst>
        </pc:spChg>
        <pc:spChg chg="add mod">
          <ac:chgData name="Michael Wegelin" userId="44f55030-522d-4388-8c84-12427b5d3861" providerId="ADAL" clId="{0C4B0DB6-929A-4816-82F8-C5CA7CCA52CE}" dt="2026-07-12T19:33:45.847" v="1818" actId="207"/>
          <ac:spMkLst>
            <pc:docMk/>
            <pc:sldMk cId="705404882" sldId="311"/>
            <ac:spMk id="10" creationId="{F74E2139-832F-DE22-D21E-CB1747676A32}"/>
          </ac:spMkLst>
        </pc:spChg>
      </pc:sldChg>
      <pc:sldChg chg="addSp delSp modSp new mod modClrScheme chgLayout">
        <pc:chgData name="Michael Wegelin" userId="44f55030-522d-4388-8c84-12427b5d3861" providerId="ADAL" clId="{0C4B0DB6-929A-4816-82F8-C5CA7CCA52CE}" dt="2026-07-18T18:19:43.989" v="9116" actId="22"/>
        <pc:sldMkLst>
          <pc:docMk/>
          <pc:sldMk cId="2010216560" sldId="313"/>
        </pc:sldMkLst>
        <pc:spChg chg="mod ord">
          <ac:chgData name="Michael Wegelin" userId="44f55030-522d-4388-8c84-12427b5d3861" providerId="ADAL" clId="{0C4B0DB6-929A-4816-82F8-C5CA7CCA52CE}" dt="2026-07-16T16:52:58.070" v="4561" actId="700"/>
          <ac:spMkLst>
            <pc:docMk/>
            <pc:sldMk cId="2010216560" sldId="313"/>
            <ac:spMk id="2" creationId="{2D5F5E83-4EFD-A036-FB87-D0FC2CB9D11C}"/>
          </ac:spMkLst>
        </pc:spChg>
        <pc:spChg chg="add del mod">
          <ac:chgData name="Michael Wegelin" userId="44f55030-522d-4388-8c84-12427b5d3861" providerId="ADAL" clId="{0C4B0DB6-929A-4816-82F8-C5CA7CCA52CE}" dt="2026-07-18T18:19:43.989" v="9116" actId="22"/>
          <ac:spMkLst>
            <pc:docMk/>
            <pc:sldMk cId="2010216560" sldId="313"/>
            <ac:spMk id="4" creationId="{D86B7B64-593D-A278-29F8-9621D7E03EFF}"/>
          </ac:spMkLst>
        </pc:spChg>
        <pc:picChg chg="add mod ord">
          <ac:chgData name="Michael Wegelin" userId="44f55030-522d-4388-8c84-12427b5d3861" providerId="ADAL" clId="{0C4B0DB6-929A-4816-82F8-C5CA7CCA52CE}" dt="2026-07-18T18:19:43.989" v="9116" actId="22"/>
          <ac:picMkLst>
            <pc:docMk/>
            <pc:sldMk cId="2010216560" sldId="313"/>
            <ac:picMk id="6" creationId="{9A935D5C-8CFB-F61B-6D58-9D7BF152DEEA}"/>
          </ac:picMkLst>
        </pc:picChg>
        <pc:picChg chg="add del mod ord">
          <ac:chgData name="Michael Wegelin" userId="44f55030-522d-4388-8c84-12427b5d3861" providerId="ADAL" clId="{0C4B0DB6-929A-4816-82F8-C5CA7CCA52CE}" dt="2026-07-18T18:19:40.103" v="9115" actId="478"/>
          <ac:picMkLst>
            <pc:docMk/>
            <pc:sldMk cId="2010216560" sldId="313"/>
            <ac:picMk id="10" creationId="{595D1475-9755-5420-B273-F9AE125CBC6E}"/>
          </ac:picMkLst>
        </pc:picChg>
      </pc:sldChg>
      <pc:sldChg chg="addSp delSp modSp new mod modClrScheme chgLayout">
        <pc:chgData name="Michael Wegelin" userId="44f55030-522d-4388-8c84-12427b5d3861" providerId="ADAL" clId="{0C4B0DB6-929A-4816-82F8-C5CA7CCA52CE}" dt="2026-07-16T15:36:29.472" v="3352" actId="20577"/>
        <pc:sldMkLst>
          <pc:docMk/>
          <pc:sldMk cId="1734360669" sldId="316"/>
        </pc:sldMkLst>
        <pc:spChg chg="add mod ord">
          <ac:chgData name="Michael Wegelin" userId="44f55030-522d-4388-8c84-12427b5d3861" providerId="ADAL" clId="{0C4B0DB6-929A-4816-82F8-C5CA7CCA52CE}" dt="2026-07-16T15:36:29.472" v="3352" actId="20577"/>
          <ac:spMkLst>
            <pc:docMk/>
            <pc:sldMk cId="1734360669" sldId="316"/>
            <ac:spMk id="4" creationId="{7088A706-533C-44CE-CD07-2F93A2D9244F}"/>
          </ac:spMkLst>
        </pc:spChg>
        <pc:spChg chg="add mod ord">
          <ac:chgData name="Michael Wegelin" userId="44f55030-522d-4388-8c84-12427b5d3861" providerId="ADAL" clId="{0C4B0DB6-929A-4816-82F8-C5CA7CCA52CE}" dt="2026-07-16T14:20:29.307" v="2427"/>
          <ac:spMkLst>
            <pc:docMk/>
            <pc:sldMk cId="1734360669" sldId="316"/>
            <ac:spMk id="5" creationId="{47E5D17A-D4DC-7385-4121-D806247751B6}"/>
          </ac:spMkLst>
        </pc:spChg>
      </pc:sldChg>
      <pc:sldChg chg="addSp modSp new mod modNotesTx">
        <pc:chgData name="Michael Wegelin" userId="44f55030-522d-4388-8c84-12427b5d3861" providerId="ADAL" clId="{0C4B0DB6-929A-4816-82F8-C5CA7CCA52CE}" dt="2026-07-16T15:26:08.033" v="3045" actId="113"/>
        <pc:sldMkLst>
          <pc:docMk/>
          <pc:sldMk cId="2866364378" sldId="317"/>
        </pc:sldMkLst>
        <pc:spChg chg="mod">
          <ac:chgData name="Michael Wegelin" userId="44f55030-522d-4388-8c84-12427b5d3861" providerId="ADAL" clId="{0C4B0DB6-929A-4816-82F8-C5CA7CCA52CE}" dt="2026-07-16T14:30:36.859" v="2466" actId="20577"/>
          <ac:spMkLst>
            <pc:docMk/>
            <pc:sldMk cId="2866364378" sldId="317"/>
            <ac:spMk id="2" creationId="{17197F38-956C-963D-AA8B-FA7644AA8BD0}"/>
          </ac:spMkLst>
        </pc:spChg>
        <pc:spChg chg="add mod">
          <ac:chgData name="Michael Wegelin" userId="44f55030-522d-4388-8c84-12427b5d3861" providerId="ADAL" clId="{0C4B0DB6-929A-4816-82F8-C5CA7CCA52CE}" dt="2026-07-16T15:26:08.033" v="3045" actId="113"/>
          <ac:spMkLst>
            <pc:docMk/>
            <pc:sldMk cId="2866364378" sldId="317"/>
            <ac:spMk id="6" creationId="{58615147-CCEE-E531-8E86-A9AF1217A892}"/>
          </ac:spMkLst>
        </pc:spChg>
        <pc:picChg chg="add mod">
          <ac:chgData name="Michael Wegelin" userId="44f55030-522d-4388-8c84-12427b5d3861" providerId="ADAL" clId="{0C4B0DB6-929A-4816-82F8-C5CA7CCA52CE}" dt="2026-07-16T14:37:14.899" v="2524" actId="14100"/>
          <ac:picMkLst>
            <pc:docMk/>
            <pc:sldMk cId="2866364378" sldId="317"/>
            <ac:picMk id="5" creationId="{EB59FCDD-8CA2-7D0F-E729-D6395E55B40A}"/>
          </ac:picMkLst>
        </pc:picChg>
      </pc:sldChg>
      <pc:sldChg chg="addSp delSp modSp new mod modNotesTx">
        <pc:chgData name="Michael Wegelin" userId="44f55030-522d-4388-8c84-12427b5d3861" providerId="ADAL" clId="{0C4B0DB6-929A-4816-82F8-C5CA7CCA52CE}" dt="2026-07-16T15:26:13.300" v="3046" actId="113"/>
        <pc:sldMkLst>
          <pc:docMk/>
          <pc:sldMk cId="1251469143" sldId="318"/>
        </pc:sldMkLst>
        <pc:spChg chg="mod">
          <ac:chgData name="Michael Wegelin" userId="44f55030-522d-4388-8c84-12427b5d3861" providerId="ADAL" clId="{0C4B0DB6-929A-4816-82F8-C5CA7CCA52CE}" dt="2026-07-16T14:40:39.390" v="2685" actId="20577"/>
          <ac:spMkLst>
            <pc:docMk/>
            <pc:sldMk cId="1251469143" sldId="318"/>
            <ac:spMk id="2" creationId="{A0291724-B3FF-0FFA-8577-4B1CAC4651FC}"/>
          </ac:spMkLst>
        </pc:spChg>
        <pc:spChg chg="add mod">
          <ac:chgData name="Michael Wegelin" userId="44f55030-522d-4388-8c84-12427b5d3861" providerId="ADAL" clId="{0C4B0DB6-929A-4816-82F8-C5CA7CCA52CE}" dt="2026-07-16T15:26:13.300" v="3046" actId="113"/>
          <ac:spMkLst>
            <pc:docMk/>
            <pc:sldMk cId="1251469143" sldId="318"/>
            <ac:spMk id="9" creationId="{1AE43B87-91EE-27C3-B253-A0590CFEF780}"/>
          </ac:spMkLst>
        </pc:spChg>
        <pc:picChg chg="add mod">
          <ac:chgData name="Michael Wegelin" userId="44f55030-522d-4388-8c84-12427b5d3861" providerId="ADAL" clId="{0C4B0DB6-929A-4816-82F8-C5CA7CCA52CE}" dt="2026-07-16T14:43:29.445" v="2698" actId="14100"/>
          <ac:picMkLst>
            <pc:docMk/>
            <pc:sldMk cId="1251469143" sldId="318"/>
            <ac:picMk id="7" creationId="{27952F66-BBF8-3E28-409B-95D3D88B13F0}"/>
          </ac:picMkLst>
        </pc:picChg>
      </pc:sldChg>
      <pc:sldChg chg="addSp delSp modSp new mod modNotesTx">
        <pc:chgData name="Michael Wegelin" userId="44f55030-522d-4388-8c84-12427b5d3861" providerId="ADAL" clId="{0C4B0DB6-929A-4816-82F8-C5CA7CCA52CE}" dt="2026-07-16T15:26:37.766" v="3074" actId="113"/>
        <pc:sldMkLst>
          <pc:docMk/>
          <pc:sldMk cId="1370097499" sldId="319"/>
        </pc:sldMkLst>
        <pc:spChg chg="mod">
          <ac:chgData name="Michael Wegelin" userId="44f55030-522d-4388-8c84-12427b5d3861" providerId="ADAL" clId="{0C4B0DB6-929A-4816-82F8-C5CA7CCA52CE}" dt="2026-07-16T14:51:31.538" v="2801" actId="20577"/>
          <ac:spMkLst>
            <pc:docMk/>
            <pc:sldMk cId="1370097499" sldId="319"/>
            <ac:spMk id="2" creationId="{D9C82852-FCDF-DE28-AE1D-EA0869143BD0}"/>
          </ac:spMkLst>
        </pc:spChg>
        <pc:spChg chg="add mod">
          <ac:chgData name="Michael Wegelin" userId="44f55030-522d-4388-8c84-12427b5d3861" providerId="ADAL" clId="{0C4B0DB6-929A-4816-82F8-C5CA7CCA52CE}" dt="2026-07-16T14:50:37.758" v="2746" actId="14100"/>
          <ac:spMkLst>
            <pc:docMk/>
            <pc:sldMk cId="1370097499" sldId="319"/>
            <ac:spMk id="8" creationId="{080C7E63-CF40-EF64-07BE-2D86B8E500CB}"/>
          </ac:spMkLst>
        </pc:spChg>
        <pc:spChg chg="add mod">
          <ac:chgData name="Michael Wegelin" userId="44f55030-522d-4388-8c84-12427b5d3861" providerId="ADAL" clId="{0C4B0DB6-929A-4816-82F8-C5CA7CCA52CE}" dt="2026-07-16T15:26:37.766" v="3074" actId="113"/>
          <ac:spMkLst>
            <pc:docMk/>
            <pc:sldMk cId="1370097499" sldId="319"/>
            <ac:spMk id="10" creationId="{9026F721-662F-7CAE-8AB1-EA457D612DA8}"/>
          </ac:spMkLst>
        </pc:spChg>
        <pc:picChg chg="add mod ord">
          <ac:chgData name="Michael Wegelin" userId="44f55030-522d-4388-8c84-12427b5d3861" providerId="ADAL" clId="{0C4B0DB6-929A-4816-82F8-C5CA7CCA52CE}" dt="2026-07-16T14:49:31.985" v="2737" actId="14100"/>
          <ac:picMkLst>
            <pc:docMk/>
            <pc:sldMk cId="1370097499" sldId="319"/>
            <ac:picMk id="5" creationId="{08FEDFCC-1566-E547-3B51-6C3E755A1B79}"/>
          </ac:picMkLst>
        </pc:picChg>
        <pc:picChg chg="add mod">
          <ac:chgData name="Michael Wegelin" userId="44f55030-522d-4388-8c84-12427b5d3861" providerId="ADAL" clId="{0C4B0DB6-929A-4816-82F8-C5CA7CCA52CE}" dt="2026-07-16T14:49:41.105" v="2738" actId="14100"/>
          <ac:picMkLst>
            <pc:docMk/>
            <pc:sldMk cId="1370097499" sldId="319"/>
            <ac:picMk id="7" creationId="{240B782C-DF8F-16BD-19A0-42DB9076807C}"/>
          </ac:picMkLst>
        </pc:picChg>
      </pc:sldChg>
      <pc:sldChg chg="addSp delSp modSp new mod modNotesTx">
        <pc:chgData name="Michael Wegelin" userId="44f55030-522d-4388-8c84-12427b5d3861" providerId="ADAL" clId="{0C4B0DB6-929A-4816-82F8-C5CA7CCA52CE}" dt="2026-07-16T15:27:09.377" v="3077"/>
        <pc:sldMkLst>
          <pc:docMk/>
          <pc:sldMk cId="2222251723" sldId="320"/>
        </pc:sldMkLst>
        <pc:spChg chg="mod">
          <ac:chgData name="Michael Wegelin" userId="44f55030-522d-4388-8c84-12427b5d3861" providerId="ADAL" clId="{0C4B0DB6-929A-4816-82F8-C5CA7CCA52CE}" dt="2026-07-16T14:56:35.820" v="2842" actId="6549"/>
          <ac:spMkLst>
            <pc:docMk/>
            <pc:sldMk cId="2222251723" sldId="320"/>
            <ac:spMk id="2" creationId="{4847DE0C-5E88-1373-4ED2-879E14219911}"/>
          </ac:spMkLst>
        </pc:spChg>
        <pc:spChg chg="add mod">
          <ac:chgData name="Michael Wegelin" userId="44f55030-522d-4388-8c84-12427b5d3861" providerId="ADAL" clId="{0C4B0DB6-929A-4816-82F8-C5CA7CCA52CE}" dt="2026-07-16T15:27:09.377" v="3077"/>
          <ac:spMkLst>
            <pc:docMk/>
            <pc:sldMk cId="2222251723" sldId="320"/>
            <ac:spMk id="7" creationId="{73C476CF-5B76-3DA2-D1C0-F5ED0B4A38DE}"/>
          </ac:spMkLst>
        </pc:spChg>
        <pc:picChg chg="add mod ord">
          <ac:chgData name="Michael Wegelin" userId="44f55030-522d-4388-8c84-12427b5d3861" providerId="ADAL" clId="{0C4B0DB6-929A-4816-82F8-C5CA7CCA52CE}" dt="2026-07-16T14:56:10.795" v="2836" actId="1076"/>
          <ac:picMkLst>
            <pc:docMk/>
            <pc:sldMk cId="2222251723" sldId="320"/>
            <ac:picMk id="5" creationId="{6E12D083-BBC3-0433-D652-34AE518B9340}"/>
          </ac:picMkLst>
        </pc:picChg>
      </pc:sldChg>
      <pc:sldChg chg="addSp delSp modSp new mod modClrScheme chgLayout modNotesTx">
        <pc:chgData name="Michael Wegelin" userId="44f55030-522d-4388-8c84-12427b5d3861" providerId="ADAL" clId="{0C4B0DB6-929A-4816-82F8-C5CA7CCA52CE}" dt="2026-07-16T15:28:10.083" v="3082"/>
        <pc:sldMkLst>
          <pc:docMk/>
          <pc:sldMk cId="3217971232" sldId="321"/>
        </pc:sldMkLst>
        <pc:spChg chg="add mod ord">
          <ac:chgData name="Michael Wegelin" userId="44f55030-522d-4388-8c84-12427b5d3861" providerId="ADAL" clId="{0C4B0DB6-929A-4816-82F8-C5CA7CCA52CE}" dt="2026-07-16T15:05:43.699" v="2855"/>
          <ac:spMkLst>
            <pc:docMk/>
            <pc:sldMk cId="3217971232" sldId="321"/>
            <ac:spMk id="4" creationId="{CA69B248-9A62-CB1B-68F9-49FDB031F948}"/>
          </ac:spMkLst>
        </pc:spChg>
        <pc:spChg chg="add mod ord">
          <ac:chgData name="Michael Wegelin" userId="44f55030-522d-4388-8c84-12427b5d3861" providerId="ADAL" clId="{0C4B0DB6-929A-4816-82F8-C5CA7CCA52CE}" dt="2026-07-16T15:05:27.040" v="2854" actId="12"/>
          <ac:spMkLst>
            <pc:docMk/>
            <pc:sldMk cId="3217971232" sldId="321"/>
            <ac:spMk id="6" creationId="{0DC724AE-1A91-1F71-5C8A-26AB42E166B5}"/>
          </ac:spMkLst>
        </pc:spChg>
        <pc:spChg chg="add mod">
          <ac:chgData name="Michael Wegelin" userId="44f55030-522d-4388-8c84-12427b5d3861" providerId="ADAL" clId="{0C4B0DB6-929A-4816-82F8-C5CA7CCA52CE}" dt="2026-07-16T15:28:10.083" v="3082"/>
          <ac:spMkLst>
            <pc:docMk/>
            <pc:sldMk cId="3217971232" sldId="321"/>
            <ac:spMk id="10" creationId="{233BA741-21C6-1AAF-A758-42E5AE50AFBF}"/>
          </ac:spMkLst>
        </pc:spChg>
        <pc:picChg chg="add mod ord">
          <ac:chgData name="Michael Wegelin" userId="44f55030-522d-4388-8c84-12427b5d3861" providerId="ADAL" clId="{0C4B0DB6-929A-4816-82F8-C5CA7CCA52CE}" dt="2026-07-16T15:05:03.998" v="2852" actId="22"/>
          <ac:picMkLst>
            <pc:docMk/>
            <pc:sldMk cId="3217971232" sldId="321"/>
            <ac:picMk id="8" creationId="{45E4B808-7A58-90BE-DEBC-25EA887D9555}"/>
          </ac:picMkLst>
        </pc:picChg>
      </pc:sldChg>
      <pc:sldChg chg="addSp delSp modSp new mod modNotesTx">
        <pc:chgData name="Michael Wegelin" userId="44f55030-522d-4388-8c84-12427b5d3861" providerId="ADAL" clId="{0C4B0DB6-929A-4816-82F8-C5CA7CCA52CE}" dt="2026-07-16T15:27:50.378" v="3080"/>
        <pc:sldMkLst>
          <pc:docMk/>
          <pc:sldMk cId="2763851061" sldId="322"/>
        </pc:sldMkLst>
        <pc:spChg chg="mod">
          <ac:chgData name="Michael Wegelin" userId="44f55030-522d-4388-8c84-12427b5d3861" providerId="ADAL" clId="{0C4B0DB6-929A-4816-82F8-C5CA7CCA52CE}" dt="2026-07-16T15:09:24.854" v="2868" actId="20577"/>
          <ac:spMkLst>
            <pc:docMk/>
            <pc:sldMk cId="2763851061" sldId="322"/>
            <ac:spMk id="2" creationId="{8BDDB956-977D-37F2-ACDB-F3707A5F979A}"/>
          </ac:spMkLst>
        </pc:spChg>
        <pc:spChg chg="add mod">
          <ac:chgData name="Michael Wegelin" userId="44f55030-522d-4388-8c84-12427b5d3861" providerId="ADAL" clId="{0C4B0DB6-929A-4816-82F8-C5CA7CCA52CE}" dt="2026-07-16T15:27:50.378" v="3080"/>
          <ac:spMkLst>
            <pc:docMk/>
            <pc:sldMk cId="2763851061" sldId="322"/>
            <ac:spMk id="10" creationId="{2CC880A6-16F8-BB74-944B-7D74A0E237A7}"/>
          </ac:spMkLst>
        </pc:spChg>
        <pc:picChg chg="add mod ord">
          <ac:chgData name="Michael Wegelin" userId="44f55030-522d-4388-8c84-12427b5d3861" providerId="ADAL" clId="{0C4B0DB6-929A-4816-82F8-C5CA7CCA52CE}" dt="2026-07-16T15:15:36.692" v="2872" actId="14100"/>
          <ac:picMkLst>
            <pc:docMk/>
            <pc:sldMk cId="2763851061" sldId="322"/>
            <ac:picMk id="6" creationId="{A14C5D5B-294E-6337-3956-8E3B9BB77E67}"/>
          </ac:picMkLst>
        </pc:picChg>
        <pc:picChg chg="add mod ord">
          <ac:chgData name="Michael Wegelin" userId="44f55030-522d-4388-8c84-12427b5d3861" providerId="ADAL" clId="{0C4B0DB6-929A-4816-82F8-C5CA7CCA52CE}" dt="2026-07-16T15:15:42.624" v="2873" actId="14100"/>
          <ac:picMkLst>
            <pc:docMk/>
            <pc:sldMk cId="2763851061" sldId="322"/>
            <ac:picMk id="8" creationId="{C9602429-89BE-8E7D-3D73-DF10DEE4905D}"/>
          </ac:picMkLst>
        </pc:picChg>
      </pc:sldChg>
      <pc:sldChg chg="addSp delSp modSp new mod modNotesTx">
        <pc:chgData name="Michael Wegelin" userId="44f55030-522d-4388-8c84-12427b5d3861" providerId="ADAL" clId="{0C4B0DB6-929A-4816-82F8-C5CA7CCA52CE}" dt="2026-07-16T15:36:07.363" v="3347" actId="22"/>
        <pc:sldMkLst>
          <pc:docMk/>
          <pc:sldMk cId="4046140684" sldId="323"/>
        </pc:sldMkLst>
        <pc:spChg chg="mod">
          <ac:chgData name="Michael Wegelin" userId="44f55030-522d-4388-8c84-12427b5d3861" providerId="ADAL" clId="{0C4B0DB6-929A-4816-82F8-C5CA7CCA52CE}" dt="2026-07-16T15:17:58.322" v="2875"/>
          <ac:spMkLst>
            <pc:docMk/>
            <pc:sldMk cId="4046140684" sldId="323"/>
            <ac:spMk id="2" creationId="{8A464402-7B38-5784-9FDD-61C43DEE985B}"/>
          </ac:spMkLst>
        </pc:spChg>
        <pc:spChg chg="mod">
          <ac:chgData name="Michael Wegelin" userId="44f55030-522d-4388-8c84-12427b5d3861" providerId="ADAL" clId="{0C4B0DB6-929A-4816-82F8-C5CA7CCA52CE}" dt="2026-07-16T15:19:15.400" v="2891" actId="20577"/>
          <ac:spMkLst>
            <pc:docMk/>
            <pc:sldMk cId="4046140684" sldId="323"/>
            <ac:spMk id="3" creationId="{7A6D7E1B-D319-3E97-4449-57B046D62668}"/>
          </ac:spMkLst>
        </pc:spChg>
        <pc:graphicFrameChg chg="add mod ord modGraphic">
          <ac:chgData name="Michael Wegelin" userId="44f55030-522d-4388-8c84-12427b5d3861" providerId="ADAL" clId="{0C4B0DB6-929A-4816-82F8-C5CA7CCA52CE}" dt="2026-07-16T15:21:09.345" v="3028" actId="14734"/>
          <ac:graphicFrameMkLst>
            <pc:docMk/>
            <pc:sldMk cId="4046140684" sldId="323"/>
            <ac:graphicFrameMk id="5" creationId="{878554CA-DA3C-33C0-C5F7-8F95424754E5}"/>
          </ac:graphicFrameMkLst>
        </pc:graphicFrameChg>
      </pc:sldChg>
      <pc:sldChg chg="addSp delSp modSp new mod">
        <pc:chgData name="Michael Wegelin" userId="44f55030-522d-4388-8c84-12427b5d3861" providerId="ADAL" clId="{0C4B0DB6-929A-4816-82F8-C5CA7CCA52CE}" dt="2026-07-16T15:35:23.977" v="3345" actId="27636"/>
        <pc:sldMkLst>
          <pc:docMk/>
          <pc:sldMk cId="2909216296" sldId="324"/>
        </pc:sldMkLst>
        <pc:spChg chg="mod">
          <ac:chgData name="Michael Wegelin" userId="44f55030-522d-4388-8c84-12427b5d3861" providerId="ADAL" clId="{0C4B0DB6-929A-4816-82F8-C5CA7CCA52CE}" dt="2026-07-16T15:35:23.977" v="3345" actId="27636"/>
          <ac:spMkLst>
            <pc:docMk/>
            <pc:sldMk cId="2909216296" sldId="324"/>
            <ac:spMk id="2" creationId="{0EF78DAB-A15E-2650-BCF1-6EF2602A40FF}"/>
          </ac:spMkLst>
        </pc:spChg>
        <pc:graphicFrameChg chg="add mod modGraphic">
          <ac:chgData name="Michael Wegelin" userId="44f55030-522d-4388-8c84-12427b5d3861" providerId="ADAL" clId="{0C4B0DB6-929A-4816-82F8-C5CA7CCA52CE}" dt="2026-07-16T15:34:47.918" v="3343" actId="14100"/>
          <ac:graphicFrameMkLst>
            <pc:docMk/>
            <pc:sldMk cId="2909216296" sldId="324"/>
            <ac:graphicFrameMk id="7" creationId="{1432AC9A-2250-7647-3365-AE6561378C87}"/>
          </ac:graphicFrameMkLst>
        </pc:graphicFrameChg>
        <pc:graphicFrameChg chg="add mod modGraphic">
          <ac:chgData name="Michael Wegelin" userId="44f55030-522d-4388-8c84-12427b5d3861" providerId="ADAL" clId="{0C4B0DB6-929A-4816-82F8-C5CA7CCA52CE}" dt="2026-07-16T15:34:16.248" v="3340" actId="14100"/>
          <ac:graphicFrameMkLst>
            <pc:docMk/>
            <pc:sldMk cId="2909216296" sldId="324"/>
            <ac:graphicFrameMk id="8" creationId="{E38472A4-4CC5-DA00-6C6B-CF2B1D7C54A6}"/>
          </ac:graphicFrameMkLst>
        </pc:graphicFrameChg>
      </pc:sldChg>
      <pc:sldChg chg="modSp add mod">
        <pc:chgData name="Michael Wegelin" userId="44f55030-522d-4388-8c84-12427b5d3861" providerId="ADAL" clId="{0C4B0DB6-929A-4816-82F8-C5CA7CCA52CE}" dt="2026-07-16T15:37:04.578" v="3355"/>
        <pc:sldMkLst>
          <pc:docMk/>
          <pc:sldMk cId="4062687435" sldId="325"/>
        </pc:sldMkLst>
        <pc:spChg chg="mod">
          <ac:chgData name="Michael Wegelin" userId="44f55030-522d-4388-8c84-12427b5d3861" providerId="ADAL" clId="{0C4B0DB6-929A-4816-82F8-C5CA7CCA52CE}" dt="2026-07-16T15:36:57.259" v="3354" actId="20577"/>
          <ac:spMkLst>
            <pc:docMk/>
            <pc:sldMk cId="4062687435" sldId="325"/>
            <ac:spMk id="4" creationId="{B9686907-37AA-AA02-229C-90A8AC67C63F}"/>
          </ac:spMkLst>
        </pc:spChg>
        <pc:spChg chg="mod">
          <ac:chgData name="Michael Wegelin" userId="44f55030-522d-4388-8c84-12427b5d3861" providerId="ADAL" clId="{0C4B0DB6-929A-4816-82F8-C5CA7CCA52CE}" dt="2026-07-16T15:37:04.578" v="3355"/>
          <ac:spMkLst>
            <pc:docMk/>
            <pc:sldMk cId="4062687435" sldId="325"/>
            <ac:spMk id="5" creationId="{856C1F98-ADC2-A0B8-9807-1947924871BA}"/>
          </ac:spMkLst>
        </pc:spChg>
      </pc:sldChg>
      <pc:sldChg chg="addSp delSp modSp new mod modClrScheme chgLayout modNotesTx">
        <pc:chgData name="Michael Wegelin" userId="44f55030-522d-4388-8c84-12427b5d3861" providerId="ADAL" clId="{0C4B0DB6-929A-4816-82F8-C5CA7CCA52CE}" dt="2026-07-16T15:48:04.914" v="3459" actId="14100"/>
        <pc:sldMkLst>
          <pc:docMk/>
          <pc:sldMk cId="2898720239" sldId="326"/>
        </pc:sldMkLst>
        <pc:spChg chg="mod ord">
          <ac:chgData name="Michael Wegelin" userId="44f55030-522d-4388-8c84-12427b5d3861" providerId="ADAL" clId="{0C4B0DB6-929A-4816-82F8-C5CA7CCA52CE}" dt="2026-07-16T15:46:09.609" v="3439" actId="700"/>
          <ac:spMkLst>
            <pc:docMk/>
            <pc:sldMk cId="2898720239" sldId="326"/>
            <ac:spMk id="2" creationId="{98AA8F5F-DD2C-E893-ABE1-A80F88BF0785}"/>
          </ac:spMkLst>
        </pc:spChg>
        <pc:spChg chg="add mod">
          <ac:chgData name="Michael Wegelin" userId="44f55030-522d-4388-8c84-12427b5d3861" providerId="ADAL" clId="{0C4B0DB6-929A-4816-82F8-C5CA7CCA52CE}" dt="2026-07-16T15:41:10.167" v="3396" actId="313"/>
          <ac:spMkLst>
            <pc:docMk/>
            <pc:sldMk cId="2898720239" sldId="326"/>
            <ac:spMk id="9" creationId="{59CED8A2-6DE8-4D22-2B17-8C16CF9603F8}"/>
          </ac:spMkLst>
        </pc:spChg>
        <pc:spChg chg="add mod ord">
          <ac:chgData name="Michael Wegelin" userId="44f55030-522d-4388-8c84-12427b5d3861" providerId="ADAL" clId="{0C4B0DB6-929A-4816-82F8-C5CA7CCA52CE}" dt="2026-07-16T15:47:41.725" v="3455" actId="27636"/>
          <ac:spMkLst>
            <pc:docMk/>
            <pc:sldMk cId="2898720239" sldId="326"/>
            <ac:spMk id="10" creationId="{13F6B7AC-302C-BF24-2F2C-DFCA6727D7E7}"/>
          </ac:spMkLst>
        </pc:spChg>
        <pc:spChg chg="add mod">
          <ac:chgData name="Michael Wegelin" userId="44f55030-522d-4388-8c84-12427b5d3861" providerId="ADAL" clId="{0C4B0DB6-929A-4816-82F8-C5CA7CCA52CE}" dt="2026-07-16T15:47:46.317" v="3456" actId="14100"/>
          <ac:spMkLst>
            <pc:docMk/>
            <pc:sldMk cId="2898720239" sldId="326"/>
            <ac:spMk id="15" creationId="{FA34708B-42CB-A3D0-5E97-5C623FB7DE04}"/>
          </ac:spMkLst>
        </pc:spChg>
        <pc:picChg chg="add mod ord">
          <ac:chgData name="Michael Wegelin" userId="44f55030-522d-4388-8c84-12427b5d3861" providerId="ADAL" clId="{0C4B0DB6-929A-4816-82F8-C5CA7CCA52CE}" dt="2026-07-16T15:48:04.914" v="3459" actId="14100"/>
          <ac:picMkLst>
            <pc:docMk/>
            <pc:sldMk cId="2898720239" sldId="326"/>
            <ac:picMk id="12" creationId="{7D30354D-11ED-C266-4517-F0F4066CFD30}"/>
          </ac:picMkLst>
        </pc:picChg>
      </pc:sldChg>
      <pc:sldChg chg="addSp delSp modSp new mod modClrScheme chgLayout modNotesTx">
        <pc:chgData name="Michael Wegelin" userId="44f55030-522d-4388-8c84-12427b5d3861" providerId="ADAL" clId="{0C4B0DB6-929A-4816-82F8-C5CA7CCA52CE}" dt="2026-07-16T15:50:38.187" v="3466" actId="20577"/>
        <pc:sldMkLst>
          <pc:docMk/>
          <pc:sldMk cId="567670923" sldId="327"/>
        </pc:sldMkLst>
        <pc:spChg chg="mod ord">
          <ac:chgData name="Michael Wegelin" userId="44f55030-522d-4388-8c84-12427b5d3861" providerId="ADAL" clId="{0C4B0DB6-929A-4816-82F8-C5CA7CCA52CE}" dt="2026-07-16T15:41:59.488" v="3402" actId="700"/>
          <ac:spMkLst>
            <pc:docMk/>
            <pc:sldMk cId="567670923" sldId="327"/>
            <ac:spMk id="2" creationId="{DABDCFD6-175D-E064-249D-6806FD113AE1}"/>
          </ac:spMkLst>
        </pc:spChg>
        <pc:spChg chg="add mod ord">
          <ac:chgData name="Michael Wegelin" userId="44f55030-522d-4388-8c84-12427b5d3861" providerId="ADAL" clId="{0C4B0DB6-929A-4816-82F8-C5CA7CCA52CE}" dt="2026-07-16T15:42:13.452" v="3403"/>
          <ac:spMkLst>
            <pc:docMk/>
            <pc:sldMk cId="567670923" sldId="327"/>
            <ac:spMk id="4" creationId="{462D6079-BA83-DE16-9C45-593271B88E70}"/>
          </ac:spMkLst>
        </pc:spChg>
        <pc:picChg chg="add mod ord">
          <ac:chgData name="Michael Wegelin" userId="44f55030-522d-4388-8c84-12427b5d3861" providerId="ADAL" clId="{0C4B0DB6-929A-4816-82F8-C5CA7CCA52CE}" dt="2026-07-16T15:49:17.103" v="3460" actId="22"/>
          <ac:picMkLst>
            <pc:docMk/>
            <pc:sldMk cId="567670923" sldId="327"/>
            <ac:picMk id="6" creationId="{B42FD918-1DE8-2240-4573-F083F79C0B80}"/>
          </ac:picMkLst>
        </pc:picChg>
      </pc:sldChg>
      <pc:sldChg chg="addSp delSp modSp new mod modClrScheme chgLayout modNotesTx">
        <pc:chgData name="Michael Wegelin" userId="44f55030-522d-4388-8c84-12427b5d3861" providerId="ADAL" clId="{0C4B0DB6-929A-4816-82F8-C5CA7CCA52CE}" dt="2026-07-18T18:24:32.420" v="9122" actId="478"/>
        <pc:sldMkLst>
          <pc:docMk/>
          <pc:sldMk cId="3095180939" sldId="328"/>
        </pc:sldMkLst>
        <pc:spChg chg="mod ord">
          <ac:chgData name="Michael Wegelin" userId="44f55030-522d-4388-8c84-12427b5d3861" providerId="ADAL" clId="{0C4B0DB6-929A-4816-82F8-C5CA7CCA52CE}" dt="2026-07-16T15:54:45.692" v="3470" actId="700"/>
          <ac:spMkLst>
            <pc:docMk/>
            <pc:sldMk cId="3095180939" sldId="328"/>
            <ac:spMk id="2" creationId="{BB5EE7B4-AF75-327F-1903-1D449EFB8C01}"/>
          </ac:spMkLst>
        </pc:spChg>
        <pc:spChg chg="add del mod">
          <ac:chgData name="Michael Wegelin" userId="44f55030-522d-4388-8c84-12427b5d3861" providerId="ADAL" clId="{0C4B0DB6-929A-4816-82F8-C5CA7CCA52CE}" dt="2026-07-18T18:24:32.420" v="9122" actId="478"/>
          <ac:spMkLst>
            <pc:docMk/>
            <pc:sldMk cId="3095180939" sldId="328"/>
            <ac:spMk id="4" creationId="{A9FB162B-D4DA-4C0E-4C1A-162819A1CF06}"/>
          </ac:spMkLst>
        </pc:spChg>
        <pc:spChg chg="add mod ord">
          <ac:chgData name="Michael Wegelin" userId="44f55030-522d-4388-8c84-12427b5d3861" providerId="ADAL" clId="{0C4B0DB6-929A-4816-82F8-C5CA7CCA52CE}" dt="2026-07-16T15:56:57.948" v="3542" actId="20577"/>
          <ac:spMkLst>
            <pc:docMk/>
            <pc:sldMk cId="3095180939" sldId="328"/>
            <ac:spMk id="5" creationId="{8AC86543-2200-565B-31C6-AA900E6E6931}"/>
          </ac:spMkLst>
        </pc:spChg>
        <pc:spChg chg="add mod">
          <ac:chgData name="Michael Wegelin" userId="44f55030-522d-4388-8c84-12427b5d3861" providerId="ADAL" clId="{0C4B0DB6-929A-4816-82F8-C5CA7CCA52CE}" dt="2026-07-16T15:58:05.842" v="3544"/>
          <ac:spMkLst>
            <pc:docMk/>
            <pc:sldMk cId="3095180939" sldId="328"/>
            <ac:spMk id="9" creationId="{47865702-A3C7-1822-2D89-7892D84227BE}"/>
          </ac:spMkLst>
        </pc:spChg>
        <pc:picChg chg="add del mod ord">
          <ac:chgData name="Michael Wegelin" userId="44f55030-522d-4388-8c84-12427b5d3861" providerId="ADAL" clId="{0C4B0DB6-929A-4816-82F8-C5CA7CCA52CE}" dt="2026-07-18T18:24:32.420" v="9122" actId="478"/>
          <ac:picMkLst>
            <pc:docMk/>
            <pc:sldMk cId="3095180939" sldId="328"/>
            <ac:picMk id="7" creationId="{5A591101-6E8C-63B3-A8E7-AF78AB653C4C}"/>
          </ac:picMkLst>
        </pc:picChg>
        <pc:picChg chg="add del mod ord">
          <ac:chgData name="Michael Wegelin" userId="44f55030-522d-4388-8c84-12427b5d3861" providerId="ADAL" clId="{0C4B0DB6-929A-4816-82F8-C5CA7CCA52CE}" dt="2026-07-18T18:24:31.737" v="9121" actId="22"/>
          <ac:picMkLst>
            <pc:docMk/>
            <pc:sldMk cId="3095180939" sldId="328"/>
            <ac:picMk id="8" creationId="{F5907673-F6DD-CA54-9DE3-6EBF6E8A6DEB}"/>
          </ac:picMkLst>
        </pc:picChg>
      </pc:sldChg>
      <pc:sldChg chg="addSp delSp modSp new mod modNotesTx">
        <pc:chgData name="Michael Wegelin" userId="44f55030-522d-4388-8c84-12427b5d3861" providerId="ADAL" clId="{0C4B0DB6-929A-4816-82F8-C5CA7CCA52CE}" dt="2026-07-16T16:01:15.820" v="3560" actId="22"/>
        <pc:sldMkLst>
          <pc:docMk/>
          <pc:sldMk cId="814477695" sldId="329"/>
        </pc:sldMkLst>
        <pc:spChg chg="mod">
          <ac:chgData name="Michael Wegelin" userId="44f55030-522d-4388-8c84-12427b5d3861" providerId="ADAL" clId="{0C4B0DB6-929A-4816-82F8-C5CA7CCA52CE}" dt="2026-07-16T15:58:26.104" v="3546"/>
          <ac:spMkLst>
            <pc:docMk/>
            <pc:sldMk cId="814477695" sldId="329"/>
            <ac:spMk id="2" creationId="{03156D25-9165-6DA5-3F11-46927CFBA323}"/>
          </ac:spMkLst>
        </pc:spChg>
        <pc:spChg chg="mod">
          <ac:chgData name="Michael Wegelin" userId="44f55030-522d-4388-8c84-12427b5d3861" providerId="ADAL" clId="{0C4B0DB6-929A-4816-82F8-C5CA7CCA52CE}" dt="2026-07-16T15:59:01.404" v="3556" actId="20577"/>
          <ac:spMkLst>
            <pc:docMk/>
            <pc:sldMk cId="814477695" sldId="329"/>
            <ac:spMk id="4" creationId="{CAA106C3-E36C-575A-493C-02FDEAED65ED}"/>
          </ac:spMkLst>
        </pc:spChg>
        <pc:picChg chg="add mod ord">
          <ac:chgData name="Michael Wegelin" userId="44f55030-522d-4388-8c84-12427b5d3861" providerId="ADAL" clId="{0C4B0DB6-929A-4816-82F8-C5CA7CCA52CE}" dt="2026-07-16T16:01:15.820" v="3560" actId="22"/>
          <ac:picMkLst>
            <pc:docMk/>
            <pc:sldMk cId="814477695" sldId="329"/>
            <ac:picMk id="6" creationId="{E54486B2-A5DA-BF38-1672-39FEC8DF2375}"/>
          </ac:picMkLst>
        </pc:picChg>
      </pc:sldChg>
      <pc:sldChg chg="addSp delSp modSp new mod modClrScheme chgLayout modNotesTx">
        <pc:chgData name="Michael Wegelin" userId="44f55030-522d-4388-8c84-12427b5d3861" providerId="ADAL" clId="{0C4B0DB6-929A-4816-82F8-C5CA7CCA52CE}" dt="2026-07-18T18:24:44.454" v="9124" actId="22"/>
        <pc:sldMkLst>
          <pc:docMk/>
          <pc:sldMk cId="3625680758" sldId="330"/>
        </pc:sldMkLst>
        <pc:spChg chg="mod ord">
          <ac:chgData name="Michael Wegelin" userId="44f55030-522d-4388-8c84-12427b5d3861" providerId="ADAL" clId="{0C4B0DB6-929A-4816-82F8-C5CA7CCA52CE}" dt="2026-07-16T16:16:54.463" v="3911" actId="700"/>
          <ac:spMkLst>
            <pc:docMk/>
            <pc:sldMk cId="3625680758" sldId="330"/>
            <ac:spMk id="2" creationId="{13388A16-C005-C2FE-414C-0B5A4371BC67}"/>
          </ac:spMkLst>
        </pc:spChg>
        <pc:spChg chg="add del mod">
          <ac:chgData name="Michael Wegelin" userId="44f55030-522d-4388-8c84-12427b5d3861" providerId="ADAL" clId="{0C4B0DB6-929A-4816-82F8-C5CA7CCA52CE}" dt="2026-07-18T18:24:44.454" v="9124" actId="22"/>
          <ac:spMkLst>
            <pc:docMk/>
            <pc:sldMk cId="3625680758" sldId="330"/>
            <ac:spMk id="4" creationId="{4252FC92-9080-4521-0AE5-9BD9344E90E9}"/>
          </ac:spMkLst>
        </pc:spChg>
        <pc:spChg chg="add mod">
          <ac:chgData name="Michael Wegelin" userId="44f55030-522d-4388-8c84-12427b5d3861" providerId="ADAL" clId="{0C4B0DB6-929A-4816-82F8-C5CA7CCA52CE}" dt="2026-07-16T16:16:47.269" v="3910" actId="6549"/>
          <ac:spMkLst>
            <pc:docMk/>
            <pc:sldMk cId="3625680758" sldId="330"/>
            <ac:spMk id="10" creationId="{D3D524A1-1CA1-92C9-A9A2-0EE382AC9EE5}"/>
          </ac:spMkLst>
        </pc:spChg>
        <pc:picChg chg="add del mod ord">
          <ac:chgData name="Michael Wegelin" userId="44f55030-522d-4388-8c84-12427b5d3861" providerId="ADAL" clId="{0C4B0DB6-929A-4816-82F8-C5CA7CCA52CE}" dt="2026-07-18T18:24:39.962" v="9123" actId="478"/>
          <ac:picMkLst>
            <pc:docMk/>
            <pc:sldMk cId="3625680758" sldId="330"/>
            <ac:picMk id="6" creationId="{58E0C171-AB5E-AB25-8CF2-B56976BD1F2F}"/>
          </ac:picMkLst>
        </pc:picChg>
        <pc:picChg chg="add mod ord">
          <ac:chgData name="Michael Wegelin" userId="44f55030-522d-4388-8c84-12427b5d3861" providerId="ADAL" clId="{0C4B0DB6-929A-4816-82F8-C5CA7CCA52CE}" dt="2026-07-18T18:24:44.454" v="9124" actId="22"/>
          <ac:picMkLst>
            <pc:docMk/>
            <pc:sldMk cId="3625680758" sldId="330"/>
            <ac:picMk id="7" creationId="{EB20341D-2E70-D982-9512-1555B389C3D7}"/>
          </ac:picMkLst>
        </pc:picChg>
      </pc:sldChg>
      <pc:sldChg chg="addSp delSp modSp new mod modNotesTx">
        <pc:chgData name="Michael Wegelin" userId="44f55030-522d-4388-8c84-12427b5d3861" providerId="ADAL" clId="{0C4B0DB6-929A-4816-82F8-C5CA7CCA52CE}" dt="2026-07-18T18:27:07.125" v="9128" actId="22"/>
        <pc:sldMkLst>
          <pc:docMk/>
          <pc:sldMk cId="3583392239" sldId="331"/>
        </pc:sldMkLst>
        <pc:spChg chg="mod">
          <ac:chgData name="Michael Wegelin" userId="44f55030-522d-4388-8c84-12427b5d3861" providerId="ADAL" clId="{0C4B0DB6-929A-4816-82F8-C5CA7CCA52CE}" dt="2026-07-16T16:15:13.001" v="3794" actId="20577"/>
          <ac:spMkLst>
            <pc:docMk/>
            <pc:sldMk cId="3583392239" sldId="331"/>
            <ac:spMk id="2" creationId="{591121EE-B6C0-9C12-CA29-DBD954A78549}"/>
          </ac:spMkLst>
        </pc:spChg>
        <pc:spChg chg="add del mod">
          <ac:chgData name="Michael Wegelin" userId="44f55030-522d-4388-8c84-12427b5d3861" providerId="ADAL" clId="{0C4B0DB6-929A-4816-82F8-C5CA7CCA52CE}" dt="2026-07-18T18:25:59.716" v="9126" actId="22"/>
          <ac:spMkLst>
            <pc:docMk/>
            <pc:sldMk cId="3583392239" sldId="331"/>
            <ac:spMk id="4" creationId="{C1C35FF8-2F0A-8C1F-647B-323D06734F37}"/>
          </ac:spMkLst>
        </pc:spChg>
        <pc:spChg chg="add mod">
          <ac:chgData name="Michael Wegelin" userId="44f55030-522d-4388-8c84-12427b5d3861" providerId="ADAL" clId="{0C4B0DB6-929A-4816-82F8-C5CA7CCA52CE}" dt="2026-07-16T16:17:46.399" v="3916"/>
          <ac:spMkLst>
            <pc:docMk/>
            <pc:sldMk cId="3583392239" sldId="331"/>
            <ac:spMk id="10" creationId="{FC8BF49E-B7E1-6A82-E085-017B9C278421}"/>
          </ac:spMkLst>
        </pc:spChg>
        <pc:spChg chg="add del mod">
          <ac:chgData name="Michael Wegelin" userId="44f55030-522d-4388-8c84-12427b5d3861" providerId="ADAL" clId="{0C4B0DB6-929A-4816-82F8-C5CA7CCA52CE}" dt="2026-07-18T18:27:07.125" v="9128" actId="22"/>
          <ac:spMkLst>
            <pc:docMk/>
            <pc:sldMk cId="3583392239" sldId="331"/>
            <ac:spMk id="11" creationId="{2D88CB06-3068-52BD-BCD6-4ADCAA162E6C}"/>
          </ac:spMkLst>
        </pc:spChg>
        <pc:picChg chg="add del mod ord">
          <ac:chgData name="Michael Wegelin" userId="44f55030-522d-4388-8c84-12427b5d3861" providerId="ADAL" clId="{0C4B0DB6-929A-4816-82F8-C5CA7CCA52CE}" dt="2026-07-18T18:27:03.763" v="9127" actId="478"/>
          <ac:picMkLst>
            <pc:docMk/>
            <pc:sldMk cId="3583392239" sldId="331"/>
            <ac:picMk id="6" creationId="{6D0ADB49-26C0-633A-A5D7-E94661B4415E}"/>
          </ac:picMkLst>
        </pc:picChg>
        <pc:picChg chg="add mod ord">
          <ac:chgData name="Michael Wegelin" userId="44f55030-522d-4388-8c84-12427b5d3861" providerId="ADAL" clId="{0C4B0DB6-929A-4816-82F8-C5CA7CCA52CE}" dt="2026-07-18T18:25:59.716" v="9126" actId="22"/>
          <ac:picMkLst>
            <pc:docMk/>
            <pc:sldMk cId="3583392239" sldId="331"/>
            <ac:picMk id="7" creationId="{CF870BDD-8AAA-F3F5-E23B-E7DFC57084EA}"/>
          </ac:picMkLst>
        </pc:picChg>
        <pc:picChg chg="add del mod ord">
          <ac:chgData name="Michael Wegelin" userId="44f55030-522d-4388-8c84-12427b5d3861" providerId="ADAL" clId="{0C4B0DB6-929A-4816-82F8-C5CA7CCA52CE}" dt="2026-07-18T18:25:55.316" v="9125" actId="478"/>
          <ac:picMkLst>
            <pc:docMk/>
            <pc:sldMk cId="3583392239" sldId="331"/>
            <ac:picMk id="8" creationId="{D246E2C5-1967-8214-D902-1DA1FE55F0EA}"/>
          </ac:picMkLst>
        </pc:picChg>
        <pc:picChg chg="add mod ord">
          <ac:chgData name="Michael Wegelin" userId="44f55030-522d-4388-8c84-12427b5d3861" providerId="ADAL" clId="{0C4B0DB6-929A-4816-82F8-C5CA7CCA52CE}" dt="2026-07-18T18:27:07.125" v="9128" actId="22"/>
          <ac:picMkLst>
            <pc:docMk/>
            <pc:sldMk cId="3583392239" sldId="331"/>
            <ac:picMk id="13" creationId="{10137692-9DBE-1AC6-E77D-897BE8E1D416}"/>
          </ac:picMkLst>
        </pc:picChg>
      </pc:sldChg>
      <pc:sldChg chg="addSp delSp modSp new mod modClrScheme chgLayout">
        <pc:chgData name="Michael Wegelin" userId="44f55030-522d-4388-8c84-12427b5d3861" providerId="ADAL" clId="{0C4B0DB6-929A-4816-82F8-C5CA7CCA52CE}" dt="2026-07-16T18:59:14.065" v="5896" actId="20577"/>
        <pc:sldMkLst>
          <pc:docMk/>
          <pc:sldMk cId="1851723347" sldId="332"/>
        </pc:sldMkLst>
        <pc:spChg chg="add mod ord">
          <ac:chgData name="Michael Wegelin" userId="44f55030-522d-4388-8c84-12427b5d3861" providerId="ADAL" clId="{0C4B0DB6-929A-4816-82F8-C5CA7CCA52CE}" dt="2026-07-16T16:22:02.985" v="4363"/>
          <ac:spMkLst>
            <pc:docMk/>
            <pc:sldMk cId="1851723347" sldId="332"/>
            <ac:spMk id="5" creationId="{5072A722-76EF-C447-3A6B-792F6F20EE9A}"/>
          </ac:spMkLst>
        </pc:spChg>
        <pc:graphicFrameChg chg="add mod ord modGraphic">
          <ac:chgData name="Michael Wegelin" userId="44f55030-522d-4388-8c84-12427b5d3861" providerId="ADAL" clId="{0C4B0DB6-929A-4816-82F8-C5CA7CCA52CE}" dt="2026-07-16T18:59:14.065" v="5896" actId="20577"/>
          <ac:graphicFrameMkLst>
            <pc:docMk/>
            <pc:sldMk cId="1851723347" sldId="332"/>
            <ac:graphicFrameMk id="8" creationId="{CA0532A3-72B3-DD89-70D5-78AF6DD99C41}"/>
          </ac:graphicFrameMkLst>
        </pc:graphicFrameChg>
      </pc:sldChg>
      <pc:sldChg chg="modSp new mod">
        <pc:chgData name="Michael Wegelin" userId="44f55030-522d-4388-8c84-12427b5d3861" providerId="ADAL" clId="{0C4B0DB6-929A-4816-82F8-C5CA7CCA52CE}" dt="2026-07-16T16:28:18.762" v="4494" actId="313"/>
        <pc:sldMkLst>
          <pc:docMk/>
          <pc:sldMk cId="3897287336" sldId="333"/>
        </pc:sldMkLst>
        <pc:spChg chg="mod">
          <ac:chgData name="Michael Wegelin" userId="44f55030-522d-4388-8c84-12427b5d3861" providerId="ADAL" clId="{0C4B0DB6-929A-4816-82F8-C5CA7CCA52CE}" dt="2026-07-16T16:26:57.001" v="4448" actId="20577"/>
          <ac:spMkLst>
            <pc:docMk/>
            <pc:sldMk cId="3897287336" sldId="333"/>
            <ac:spMk id="2" creationId="{7FF54044-224A-F974-D522-991019A56B39}"/>
          </ac:spMkLst>
        </pc:spChg>
        <pc:spChg chg="mod">
          <ac:chgData name="Michael Wegelin" userId="44f55030-522d-4388-8c84-12427b5d3861" providerId="ADAL" clId="{0C4B0DB6-929A-4816-82F8-C5CA7CCA52CE}" dt="2026-07-16T16:28:18.762" v="4494" actId="313"/>
          <ac:spMkLst>
            <pc:docMk/>
            <pc:sldMk cId="3897287336" sldId="333"/>
            <ac:spMk id="3" creationId="{8672996B-0B70-A974-B847-A1B2DE016D25}"/>
          </ac:spMkLst>
        </pc:spChg>
      </pc:sldChg>
      <pc:sldChg chg="addSp delSp modSp new mod">
        <pc:chgData name="Michael Wegelin" userId="44f55030-522d-4388-8c84-12427b5d3861" providerId="ADAL" clId="{0C4B0DB6-929A-4816-82F8-C5CA7CCA52CE}" dt="2026-07-16T16:42:32.535" v="4527" actId="22"/>
        <pc:sldMkLst>
          <pc:docMk/>
          <pc:sldMk cId="1442612127" sldId="334"/>
        </pc:sldMkLst>
        <pc:spChg chg="mod">
          <ac:chgData name="Michael Wegelin" userId="44f55030-522d-4388-8c84-12427b5d3861" providerId="ADAL" clId="{0C4B0DB6-929A-4816-82F8-C5CA7CCA52CE}" dt="2026-07-16T16:42:28.072" v="4526" actId="20577"/>
          <ac:spMkLst>
            <pc:docMk/>
            <pc:sldMk cId="1442612127" sldId="334"/>
            <ac:spMk id="2" creationId="{9385202D-28AA-701C-F69D-4CFC0CFB5061}"/>
          </ac:spMkLst>
        </pc:spChg>
        <pc:picChg chg="add mod ord">
          <ac:chgData name="Michael Wegelin" userId="44f55030-522d-4388-8c84-12427b5d3861" providerId="ADAL" clId="{0C4B0DB6-929A-4816-82F8-C5CA7CCA52CE}" dt="2026-07-16T16:42:32.535" v="4527" actId="22"/>
          <ac:picMkLst>
            <pc:docMk/>
            <pc:sldMk cId="1442612127" sldId="334"/>
            <ac:picMk id="5" creationId="{C47B9345-1783-0059-DCF5-936311CC5738}"/>
          </ac:picMkLst>
        </pc:picChg>
      </pc:sldChg>
      <pc:sldChg chg="addSp delSp modSp new mod">
        <pc:chgData name="Michael Wegelin" userId="44f55030-522d-4388-8c84-12427b5d3861" providerId="ADAL" clId="{0C4B0DB6-929A-4816-82F8-C5CA7CCA52CE}" dt="2026-07-16T16:52:37.136" v="4559" actId="22"/>
        <pc:sldMkLst>
          <pc:docMk/>
          <pc:sldMk cId="2281398434" sldId="335"/>
        </pc:sldMkLst>
        <pc:spChg chg="mod">
          <ac:chgData name="Michael Wegelin" userId="44f55030-522d-4388-8c84-12427b5d3861" providerId="ADAL" clId="{0C4B0DB6-929A-4816-82F8-C5CA7CCA52CE}" dt="2026-07-16T16:48:34.487" v="4557" actId="20577"/>
          <ac:spMkLst>
            <pc:docMk/>
            <pc:sldMk cId="2281398434" sldId="335"/>
            <ac:spMk id="2" creationId="{1D17304C-1DB1-C874-8CEC-65E080C4EB25}"/>
          </ac:spMkLst>
        </pc:spChg>
        <pc:picChg chg="add mod ord">
          <ac:chgData name="Michael Wegelin" userId="44f55030-522d-4388-8c84-12427b5d3861" providerId="ADAL" clId="{0C4B0DB6-929A-4816-82F8-C5CA7CCA52CE}" dt="2026-07-16T16:51:32.053" v="4558" actId="22"/>
          <ac:picMkLst>
            <pc:docMk/>
            <pc:sldMk cId="2281398434" sldId="335"/>
            <ac:picMk id="6" creationId="{2F0BAE49-48BD-D44C-FBBF-EDAD57E1564B}"/>
          </ac:picMkLst>
        </pc:picChg>
        <pc:picChg chg="add mod ord">
          <ac:chgData name="Michael Wegelin" userId="44f55030-522d-4388-8c84-12427b5d3861" providerId="ADAL" clId="{0C4B0DB6-929A-4816-82F8-C5CA7CCA52CE}" dt="2026-07-16T16:52:37.136" v="4559" actId="22"/>
          <ac:picMkLst>
            <pc:docMk/>
            <pc:sldMk cId="2281398434" sldId="335"/>
            <ac:picMk id="8" creationId="{ABA5DFB2-B805-2F4A-8E6A-E5D44C162C6E}"/>
          </ac:picMkLst>
        </pc:picChg>
      </pc:sldChg>
      <pc:sldChg chg="addSp delSp modSp new mod">
        <pc:chgData name="Michael Wegelin" userId="44f55030-522d-4388-8c84-12427b5d3861" providerId="ADAL" clId="{0C4B0DB6-929A-4816-82F8-C5CA7CCA52CE}" dt="2026-07-16T17:02:50.369" v="4620" actId="22"/>
        <pc:sldMkLst>
          <pc:docMk/>
          <pc:sldMk cId="3673402823" sldId="336"/>
        </pc:sldMkLst>
        <pc:spChg chg="mod">
          <ac:chgData name="Michael Wegelin" userId="44f55030-522d-4388-8c84-12427b5d3861" providerId="ADAL" clId="{0C4B0DB6-929A-4816-82F8-C5CA7CCA52CE}" dt="2026-07-16T17:01:43.686" v="4619" actId="20577"/>
          <ac:spMkLst>
            <pc:docMk/>
            <pc:sldMk cId="3673402823" sldId="336"/>
            <ac:spMk id="2" creationId="{41F34CA5-7580-A286-3AF1-EFF34F028CF0}"/>
          </ac:spMkLst>
        </pc:spChg>
        <pc:picChg chg="add mod ord">
          <ac:chgData name="Michael Wegelin" userId="44f55030-522d-4388-8c84-12427b5d3861" providerId="ADAL" clId="{0C4B0DB6-929A-4816-82F8-C5CA7CCA52CE}" dt="2026-07-16T17:02:50.369" v="4620" actId="22"/>
          <ac:picMkLst>
            <pc:docMk/>
            <pc:sldMk cId="3673402823" sldId="336"/>
            <ac:picMk id="5" creationId="{281B8CEC-5856-CF41-5EFA-9025D3771FDA}"/>
          </ac:picMkLst>
        </pc:picChg>
      </pc:sldChg>
      <pc:sldChg chg="addSp delSp modSp new mod modClrScheme chgLayout modNotesTx">
        <pc:chgData name="Michael Wegelin" userId="44f55030-522d-4388-8c84-12427b5d3861" providerId="ADAL" clId="{0C4B0DB6-929A-4816-82F8-C5CA7CCA52CE}" dt="2026-07-16T18:22:20.820" v="5043" actId="20577"/>
        <pc:sldMkLst>
          <pc:docMk/>
          <pc:sldMk cId="3472441082" sldId="337"/>
        </pc:sldMkLst>
        <pc:spChg chg="mod ord">
          <ac:chgData name="Michael Wegelin" userId="44f55030-522d-4388-8c84-12427b5d3861" providerId="ADAL" clId="{0C4B0DB6-929A-4816-82F8-C5CA7CCA52CE}" dt="2026-07-16T18:12:30.768" v="4901" actId="700"/>
          <ac:spMkLst>
            <pc:docMk/>
            <pc:sldMk cId="3472441082" sldId="337"/>
            <ac:spMk id="2" creationId="{966B1C7A-F238-848D-A0F3-0F936822DC60}"/>
          </ac:spMkLst>
        </pc:spChg>
        <pc:spChg chg="add del mod">
          <ac:chgData name="Michael Wegelin" userId="44f55030-522d-4388-8c84-12427b5d3861" providerId="ADAL" clId="{0C4B0DB6-929A-4816-82F8-C5CA7CCA52CE}" dt="2026-07-16T18:18:25.217" v="5018" actId="113"/>
          <ac:spMkLst>
            <pc:docMk/>
            <pc:sldMk cId="3472441082" sldId="337"/>
            <ac:spMk id="7" creationId="{F2DF0A81-70B4-06C1-5C4D-DB7ACA86234A}"/>
          </ac:spMkLst>
        </pc:spChg>
        <pc:spChg chg="add mod">
          <ac:chgData name="Michael Wegelin" userId="44f55030-522d-4388-8c84-12427b5d3861" providerId="ADAL" clId="{0C4B0DB6-929A-4816-82F8-C5CA7CCA52CE}" dt="2026-07-16T18:18:27.866" v="5019" actId="113"/>
          <ac:spMkLst>
            <pc:docMk/>
            <pc:sldMk cId="3472441082" sldId="337"/>
            <ac:spMk id="9" creationId="{E439B551-7B12-61C5-00B9-00F43C9BDDF5}"/>
          </ac:spMkLst>
        </pc:spChg>
        <pc:spChg chg="add mod">
          <ac:chgData name="Michael Wegelin" userId="44f55030-522d-4388-8c84-12427b5d3861" providerId="ADAL" clId="{0C4B0DB6-929A-4816-82F8-C5CA7CCA52CE}" dt="2026-07-16T18:18:30.994" v="5020" actId="113"/>
          <ac:spMkLst>
            <pc:docMk/>
            <pc:sldMk cId="3472441082" sldId="337"/>
            <ac:spMk id="11" creationId="{B61773C3-E1D1-5345-427A-F2BE5868FE15}"/>
          </ac:spMkLst>
        </pc:spChg>
        <pc:spChg chg="add mod">
          <ac:chgData name="Michael Wegelin" userId="44f55030-522d-4388-8c84-12427b5d3861" providerId="ADAL" clId="{0C4B0DB6-929A-4816-82F8-C5CA7CCA52CE}" dt="2026-07-16T18:18:21.144" v="5017" actId="1035"/>
          <ac:spMkLst>
            <pc:docMk/>
            <pc:sldMk cId="3472441082" sldId="337"/>
            <ac:spMk id="13" creationId="{BCF15FB3-2F6D-F35A-CFED-8A87E4B8230C}"/>
          </ac:spMkLst>
        </pc:spChg>
        <pc:spChg chg="add mod">
          <ac:chgData name="Michael Wegelin" userId="44f55030-522d-4388-8c84-12427b5d3861" providerId="ADAL" clId="{0C4B0DB6-929A-4816-82F8-C5CA7CCA52CE}" dt="2026-07-16T18:18:21.144" v="5017" actId="1035"/>
          <ac:spMkLst>
            <pc:docMk/>
            <pc:sldMk cId="3472441082" sldId="337"/>
            <ac:spMk id="15" creationId="{E71FF206-11D3-28C1-C34C-E5B8D5C13599}"/>
          </ac:spMkLst>
        </pc:spChg>
        <pc:spChg chg="add mod">
          <ac:chgData name="Michael Wegelin" userId="44f55030-522d-4388-8c84-12427b5d3861" providerId="ADAL" clId="{0C4B0DB6-929A-4816-82F8-C5CA7CCA52CE}" dt="2026-07-16T18:18:21.144" v="5017" actId="1035"/>
          <ac:spMkLst>
            <pc:docMk/>
            <pc:sldMk cId="3472441082" sldId="337"/>
            <ac:spMk id="17" creationId="{A71CDAB7-5BE9-6309-17A5-02907FCD375B}"/>
          </ac:spMkLst>
        </pc:spChg>
        <pc:spChg chg="add mod">
          <ac:chgData name="Michael Wegelin" userId="44f55030-522d-4388-8c84-12427b5d3861" providerId="ADAL" clId="{0C4B0DB6-929A-4816-82F8-C5CA7CCA52CE}" dt="2026-07-16T18:21:18.446" v="5035"/>
          <ac:spMkLst>
            <pc:docMk/>
            <pc:sldMk cId="3472441082" sldId="337"/>
            <ac:spMk id="25" creationId="{0EBBE6D2-84A0-1705-C0A4-091E8C7FCBF8}"/>
          </ac:spMkLst>
        </pc:spChg>
        <pc:picChg chg="add mod">
          <ac:chgData name="Michael Wegelin" userId="44f55030-522d-4388-8c84-12427b5d3861" providerId="ADAL" clId="{0C4B0DB6-929A-4816-82F8-C5CA7CCA52CE}" dt="2026-07-16T18:19:22.980" v="5025" actId="14100"/>
          <ac:picMkLst>
            <pc:docMk/>
            <pc:sldMk cId="3472441082" sldId="337"/>
            <ac:picMk id="19" creationId="{4AFDED8C-DE89-27D6-5327-1BB45F38A437}"/>
          </ac:picMkLst>
        </pc:picChg>
        <pc:picChg chg="add mod">
          <ac:chgData name="Michael Wegelin" userId="44f55030-522d-4388-8c84-12427b5d3861" providerId="ADAL" clId="{0C4B0DB6-929A-4816-82F8-C5CA7CCA52CE}" dt="2026-07-16T18:20:32.396" v="5033" actId="14100"/>
          <ac:picMkLst>
            <pc:docMk/>
            <pc:sldMk cId="3472441082" sldId="337"/>
            <ac:picMk id="21" creationId="{46308DA1-EE66-BB50-B3F7-29CF673D077F}"/>
          </ac:picMkLst>
        </pc:picChg>
        <pc:picChg chg="add mod">
          <ac:chgData name="Michael Wegelin" userId="44f55030-522d-4388-8c84-12427b5d3861" providerId="ADAL" clId="{0C4B0DB6-929A-4816-82F8-C5CA7CCA52CE}" dt="2026-07-16T18:20:26.411" v="5032" actId="14100"/>
          <ac:picMkLst>
            <pc:docMk/>
            <pc:sldMk cId="3472441082" sldId="337"/>
            <ac:picMk id="23" creationId="{69537E75-1B9E-6714-4BF3-315F5E8ADC0C}"/>
          </ac:picMkLst>
        </pc:picChg>
      </pc:sldChg>
      <pc:sldChg chg="addSp delSp modSp new mod modNotesTx">
        <pc:chgData name="Michael Wegelin" userId="44f55030-522d-4388-8c84-12427b5d3861" providerId="ADAL" clId="{0C4B0DB6-929A-4816-82F8-C5CA7CCA52CE}" dt="2026-07-16T18:28:56.265" v="5425"/>
        <pc:sldMkLst>
          <pc:docMk/>
          <pc:sldMk cId="1521123073" sldId="338"/>
        </pc:sldMkLst>
        <pc:spChg chg="mod">
          <ac:chgData name="Michael Wegelin" userId="44f55030-522d-4388-8c84-12427b5d3861" providerId="ADAL" clId="{0C4B0DB6-929A-4816-82F8-C5CA7CCA52CE}" dt="2026-07-16T18:24:44.782" v="5066" actId="20577"/>
          <ac:spMkLst>
            <pc:docMk/>
            <pc:sldMk cId="1521123073" sldId="338"/>
            <ac:spMk id="2" creationId="{CC23A146-8337-3CFF-34D7-4D4196310F19}"/>
          </ac:spMkLst>
        </pc:spChg>
        <pc:spChg chg="add mod">
          <ac:chgData name="Michael Wegelin" userId="44f55030-522d-4388-8c84-12427b5d3861" providerId="ADAL" clId="{0C4B0DB6-929A-4816-82F8-C5CA7CCA52CE}" dt="2026-07-16T18:28:56.265" v="5425"/>
          <ac:spMkLst>
            <pc:docMk/>
            <pc:sldMk cId="1521123073" sldId="338"/>
            <ac:spMk id="6" creationId="{F9C78543-26D2-61CC-2C6B-B3E00E53B22C}"/>
          </ac:spMkLst>
        </pc:spChg>
        <pc:graphicFrameChg chg="add mod ord modGraphic">
          <ac:chgData name="Michael Wegelin" userId="44f55030-522d-4388-8c84-12427b5d3861" providerId="ADAL" clId="{0C4B0DB6-929A-4816-82F8-C5CA7CCA52CE}" dt="2026-07-16T18:28:38.832" v="5423" actId="20577"/>
          <ac:graphicFrameMkLst>
            <pc:docMk/>
            <pc:sldMk cId="1521123073" sldId="338"/>
            <ac:graphicFrameMk id="4" creationId="{87AA5051-B987-9382-C901-D929A31BC895}"/>
          </ac:graphicFrameMkLst>
        </pc:graphicFrameChg>
      </pc:sldChg>
      <pc:sldChg chg="addSp delSp modSp new mod modNotesTx">
        <pc:chgData name="Michael Wegelin" userId="44f55030-522d-4388-8c84-12427b5d3861" providerId="ADAL" clId="{0C4B0DB6-929A-4816-82F8-C5CA7CCA52CE}" dt="2026-07-16T18:32:51.654" v="5493" actId="20577"/>
        <pc:sldMkLst>
          <pc:docMk/>
          <pc:sldMk cId="1998687934" sldId="339"/>
        </pc:sldMkLst>
        <pc:spChg chg="mod">
          <ac:chgData name="Michael Wegelin" userId="44f55030-522d-4388-8c84-12427b5d3861" providerId="ADAL" clId="{0C4B0DB6-929A-4816-82F8-C5CA7CCA52CE}" dt="2026-07-16T18:29:53.984" v="5440" actId="6549"/>
          <ac:spMkLst>
            <pc:docMk/>
            <pc:sldMk cId="1998687934" sldId="339"/>
            <ac:spMk id="2" creationId="{B0202FBF-3F05-F11D-1656-639C924335BB}"/>
          </ac:spMkLst>
        </pc:spChg>
        <pc:spChg chg="add mod">
          <ac:chgData name="Michael Wegelin" userId="44f55030-522d-4388-8c84-12427b5d3861" providerId="ADAL" clId="{0C4B0DB6-929A-4816-82F8-C5CA7CCA52CE}" dt="2026-07-16T18:31:36.074" v="5477"/>
          <ac:spMkLst>
            <pc:docMk/>
            <pc:sldMk cId="1998687934" sldId="339"/>
            <ac:spMk id="6" creationId="{8AF45D95-7261-DDF4-4B42-65D4CEA4DF3E}"/>
          </ac:spMkLst>
        </pc:spChg>
        <pc:graphicFrameChg chg="add mod ord modGraphic">
          <ac:chgData name="Michael Wegelin" userId="44f55030-522d-4388-8c84-12427b5d3861" providerId="ADAL" clId="{0C4B0DB6-929A-4816-82F8-C5CA7CCA52CE}" dt="2026-07-16T18:31:21.581" v="5475"/>
          <ac:graphicFrameMkLst>
            <pc:docMk/>
            <pc:sldMk cId="1998687934" sldId="339"/>
            <ac:graphicFrameMk id="4" creationId="{35E688E0-2E99-7860-A22F-E2A2DB780B49}"/>
          </ac:graphicFrameMkLst>
        </pc:graphicFrameChg>
      </pc:sldChg>
      <pc:sldChg chg="addSp delSp modSp new mod modClrScheme chgLayout modNotesTx">
        <pc:chgData name="Michael Wegelin" userId="44f55030-522d-4388-8c84-12427b5d3861" providerId="ADAL" clId="{0C4B0DB6-929A-4816-82F8-C5CA7CCA52CE}" dt="2026-07-16T18:52:07.464" v="5862"/>
        <pc:sldMkLst>
          <pc:docMk/>
          <pc:sldMk cId="863162445" sldId="340"/>
        </pc:sldMkLst>
        <pc:spChg chg="mod ord">
          <ac:chgData name="Michael Wegelin" userId="44f55030-522d-4388-8c84-12427b5d3861" providerId="ADAL" clId="{0C4B0DB6-929A-4816-82F8-C5CA7CCA52CE}" dt="2026-07-16T18:34:59.473" v="5510" actId="700"/>
          <ac:spMkLst>
            <pc:docMk/>
            <pc:sldMk cId="863162445" sldId="340"/>
            <ac:spMk id="2" creationId="{B1996C3B-E6FC-E26B-7BFD-4781FEE312BA}"/>
          </ac:spMkLst>
        </pc:spChg>
        <pc:spChg chg="add mod ord">
          <ac:chgData name="Michael Wegelin" userId="44f55030-522d-4388-8c84-12427b5d3861" providerId="ADAL" clId="{0C4B0DB6-929A-4816-82F8-C5CA7CCA52CE}" dt="2026-07-16T18:35:07.419" v="5527" actId="20577"/>
          <ac:spMkLst>
            <pc:docMk/>
            <pc:sldMk cId="863162445" sldId="340"/>
            <ac:spMk id="6" creationId="{CB8C3CEC-BBD3-4D0B-5563-391B0AB8BC95}"/>
          </ac:spMkLst>
        </pc:spChg>
        <pc:spChg chg="add mod ord">
          <ac:chgData name="Michael Wegelin" userId="44f55030-522d-4388-8c84-12427b5d3861" providerId="ADAL" clId="{0C4B0DB6-929A-4816-82F8-C5CA7CCA52CE}" dt="2026-07-16T18:52:07.464" v="5862"/>
          <ac:spMkLst>
            <pc:docMk/>
            <pc:sldMk cId="863162445" sldId="340"/>
            <ac:spMk id="7" creationId="{24FC2EE4-35C9-4C9C-AFCC-05C39D76521A}"/>
          </ac:spMkLst>
        </pc:spChg>
        <pc:spChg chg="add mod ord">
          <ac:chgData name="Michael Wegelin" userId="44f55030-522d-4388-8c84-12427b5d3861" providerId="ADAL" clId="{0C4B0DB6-929A-4816-82F8-C5CA7CCA52CE}" dt="2026-07-16T18:35:13.990" v="5533" actId="20577"/>
          <ac:spMkLst>
            <pc:docMk/>
            <pc:sldMk cId="863162445" sldId="340"/>
            <ac:spMk id="8" creationId="{CDF05120-7191-AEF0-1214-56A76A4ADCF5}"/>
          </ac:spMkLst>
        </pc:spChg>
        <pc:spChg chg="add mod ord">
          <ac:chgData name="Michael Wegelin" userId="44f55030-522d-4388-8c84-12427b5d3861" providerId="ADAL" clId="{0C4B0DB6-929A-4816-82F8-C5CA7CCA52CE}" dt="2026-07-16T18:36:04.028" v="5545" actId="20577"/>
          <ac:spMkLst>
            <pc:docMk/>
            <pc:sldMk cId="863162445" sldId="340"/>
            <ac:spMk id="9" creationId="{A92634B9-B423-607D-81B6-82B7F9F0E302}"/>
          </ac:spMkLst>
        </pc:spChg>
      </pc:sldChg>
      <pc:sldChg chg="addSp delSp modSp new mod modClrScheme chgLayout modNotesTx">
        <pc:chgData name="Michael Wegelin" userId="44f55030-522d-4388-8c84-12427b5d3861" providerId="ADAL" clId="{0C4B0DB6-929A-4816-82F8-C5CA7CCA52CE}" dt="2026-07-18T05:53:02.930" v="6221" actId="20577"/>
        <pc:sldMkLst>
          <pc:docMk/>
          <pc:sldMk cId="4093221604" sldId="341"/>
        </pc:sldMkLst>
        <pc:spChg chg="mod ord">
          <ac:chgData name="Michael Wegelin" userId="44f55030-522d-4388-8c84-12427b5d3861" providerId="ADAL" clId="{0C4B0DB6-929A-4816-82F8-C5CA7CCA52CE}" dt="2026-07-18T05:43:24.577" v="5974" actId="700"/>
          <ac:spMkLst>
            <pc:docMk/>
            <pc:sldMk cId="4093221604" sldId="341"/>
            <ac:spMk id="2" creationId="{607209A2-B142-650F-23BE-77E3FFBF7319}"/>
          </ac:spMkLst>
        </pc:spChg>
        <pc:spChg chg="del mod ord">
          <ac:chgData name="Michael Wegelin" userId="44f55030-522d-4388-8c84-12427b5d3861" providerId="ADAL" clId="{0C4B0DB6-929A-4816-82F8-C5CA7CCA52CE}" dt="2026-07-18T05:43:24.577" v="5974" actId="700"/>
          <ac:spMkLst>
            <pc:docMk/>
            <pc:sldMk cId="4093221604" sldId="341"/>
            <ac:spMk id="3" creationId="{1A6FE802-A376-209B-229A-1431537585E7}"/>
          </ac:spMkLst>
        </pc:spChg>
        <pc:spChg chg="add mod ord">
          <ac:chgData name="Michael Wegelin" userId="44f55030-522d-4388-8c84-12427b5d3861" providerId="ADAL" clId="{0C4B0DB6-929A-4816-82F8-C5CA7CCA52CE}" dt="2026-07-18T05:43:34.785" v="5998" actId="20577"/>
          <ac:spMkLst>
            <pc:docMk/>
            <pc:sldMk cId="4093221604" sldId="341"/>
            <ac:spMk id="4" creationId="{66FC3D94-915D-AE19-6927-20EE8197A882}"/>
          </ac:spMkLst>
        </pc:spChg>
        <pc:spChg chg="add mod ord">
          <ac:chgData name="Michael Wegelin" userId="44f55030-522d-4388-8c84-12427b5d3861" providerId="ADAL" clId="{0C4B0DB6-929A-4816-82F8-C5CA7CCA52CE}" dt="2026-07-18T05:49:54.569" v="6194" actId="20577"/>
          <ac:spMkLst>
            <pc:docMk/>
            <pc:sldMk cId="4093221604" sldId="341"/>
            <ac:spMk id="5" creationId="{76E919D9-808F-2305-AB2C-CE9B1E97D2EE}"/>
          </ac:spMkLst>
        </pc:spChg>
        <pc:spChg chg="add mod ord">
          <ac:chgData name="Michael Wegelin" userId="44f55030-522d-4388-8c84-12427b5d3861" providerId="ADAL" clId="{0C4B0DB6-929A-4816-82F8-C5CA7CCA52CE}" dt="2026-07-18T05:43:46.778" v="6026" actId="20577"/>
          <ac:spMkLst>
            <pc:docMk/>
            <pc:sldMk cId="4093221604" sldId="341"/>
            <ac:spMk id="6" creationId="{988F5B24-B675-7D1E-6CE9-15D98DDB485F}"/>
          </ac:spMkLst>
        </pc:spChg>
        <pc:spChg chg="add mod ord">
          <ac:chgData name="Michael Wegelin" userId="44f55030-522d-4388-8c84-12427b5d3861" providerId="ADAL" clId="{0C4B0DB6-929A-4816-82F8-C5CA7CCA52CE}" dt="2026-07-18T05:50:21.497" v="6198" actId="207"/>
          <ac:spMkLst>
            <pc:docMk/>
            <pc:sldMk cId="4093221604" sldId="341"/>
            <ac:spMk id="7" creationId="{754DC1D0-0BE6-D0A4-0B39-4AB37A15EE8B}"/>
          </ac:spMkLst>
        </pc:spChg>
        <pc:spChg chg="add del mod">
          <ac:chgData name="Michael Wegelin" userId="44f55030-522d-4388-8c84-12427b5d3861" providerId="ADAL" clId="{0C4B0DB6-929A-4816-82F8-C5CA7CCA52CE}" dt="2026-07-18T05:44:35.641" v="6030" actId="22"/>
          <ac:spMkLst>
            <pc:docMk/>
            <pc:sldMk cId="4093221604" sldId="341"/>
            <ac:spMk id="9" creationId="{A0ED6AD4-6857-4D52-142D-8EAF17E510B3}"/>
          </ac:spMkLst>
        </pc:spChg>
        <pc:spChg chg="add mod">
          <ac:chgData name="Michael Wegelin" userId="44f55030-522d-4388-8c84-12427b5d3861" providerId="ADAL" clId="{0C4B0DB6-929A-4816-82F8-C5CA7CCA52CE}" dt="2026-07-18T05:51:56.994" v="6204"/>
          <ac:spMkLst>
            <pc:docMk/>
            <pc:sldMk cId="4093221604" sldId="341"/>
            <ac:spMk id="15" creationId="{89BE345A-BC69-EA82-1CEB-14579C5B1565}"/>
          </ac:spMkLst>
        </pc:spChg>
        <pc:picChg chg="add del mod">
          <ac:chgData name="Michael Wegelin" userId="44f55030-522d-4388-8c84-12427b5d3861" providerId="ADAL" clId="{0C4B0DB6-929A-4816-82F8-C5CA7CCA52CE}" dt="2026-07-18T05:45:46.909" v="6037" actId="478"/>
          <ac:picMkLst>
            <pc:docMk/>
            <pc:sldMk cId="4093221604" sldId="341"/>
            <ac:picMk id="11" creationId="{55E042DB-5900-4599-3394-27DEFC1D7A08}"/>
          </ac:picMkLst>
        </pc:picChg>
        <pc:picChg chg="add del mod">
          <ac:chgData name="Michael Wegelin" userId="44f55030-522d-4388-8c84-12427b5d3861" providerId="ADAL" clId="{0C4B0DB6-929A-4816-82F8-C5CA7CCA52CE}" dt="2026-07-18T05:45:49.540" v="6038" actId="478"/>
          <ac:picMkLst>
            <pc:docMk/>
            <pc:sldMk cId="4093221604" sldId="341"/>
            <ac:picMk id="13" creationId="{EBC9452A-EA29-D442-C064-3E989A37D3B8}"/>
          </ac:picMkLst>
        </pc:picChg>
      </pc:sldChg>
      <pc:sldChg chg="add del">
        <pc:chgData name="Michael Wegelin" userId="44f55030-522d-4388-8c84-12427b5d3861" providerId="ADAL" clId="{0C4B0DB6-929A-4816-82F8-C5CA7CCA52CE}" dt="2026-07-18T05:50:48.992" v="6200"/>
        <pc:sldMkLst>
          <pc:docMk/>
          <pc:sldMk cId="1776196997" sldId="342"/>
        </pc:sldMkLst>
      </pc:sldChg>
      <pc:sldChg chg="addSp delSp modSp new mod modClrScheme chgLayout modNotesTx">
        <pc:chgData name="Michael Wegelin" userId="44f55030-522d-4388-8c84-12427b5d3861" providerId="ADAL" clId="{0C4B0DB6-929A-4816-82F8-C5CA7CCA52CE}" dt="2026-07-18T06:08:20.528" v="6315" actId="14734"/>
        <pc:sldMkLst>
          <pc:docMk/>
          <pc:sldMk cId="3797747019" sldId="342"/>
        </pc:sldMkLst>
        <pc:spChg chg="mod ord">
          <ac:chgData name="Michael Wegelin" userId="44f55030-522d-4388-8c84-12427b5d3861" providerId="ADAL" clId="{0C4B0DB6-929A-4816-82F8-C5CA7CCA52CE}" dt="2026-07-18T05:55:22.523" v="6236" actId="700"/>
          <ac:spMkLst>
            <pc:docMk/>
            <pc:sldMk cId="3797747019" sldId="342"/>
            <ac:spMk id="2" creationId="{62178311-8E41-43B8-22F4-D5AD0EAC303B}"/>
          </ac:spMkLst>
        </pc:spChg>
        <pc:spChg chg="del">
          <ac:chgData name="Michael Wegelin" userId="44f55030-522d-4388-8c84-12427b5d3861" providerId="ADAL" clId="{0C4B0DB6-929A-4816-82F8-C5CA7CCA52CE}" dt="2026-07-18T05:55:22.523" v="6236" actId="700"/>
          <ac:spMkLst>
            <pc:docMk/>
            <pc:sldMk cId="3797747019" sldId="342"/>
            <ac:spMk id="3" creationId="{4CC370A5-0F2B-1557-8E65-B6637B9694DE}"/>
          </ac:spMkLst>
        </pc:spChg>
        <pc:spChg chg="del mod ord">
          <ac:chgData name="Michael Wegelin" userId="44f55030-522d-4388-8c84-12427b5d3861" providerId="ADAL" clId="{0C4B0DB6-929A-4816-82F8-C5CA7CCA52CE}" dt="2026-07-18T05:55:22.523" v="6236" actId="700"/>
          <ac:spMkLst>
            <pc:docMk/>
            <pc:sldMk cId="3797747019" sldId="342"/>
            <ac:spMk id="4" creationId="{FC8E4657-5178-0BFE-5BF2-1C18AB856F6F}"/>
          </ac:spMkLst>
        </pc:spChg>
        <pc:spChg chg="del">
          <ac:chgData name="Michael Wegelin" userId="44f55030-522d-4388-8c84-12427b5d3861" providerId="ADAL" clId="{0C4B0DB6-929A-4816-82F8-C5CA7CCA52CE}" dt="2026-07-18T05:55:22.523" v="6236" actId="700"/>
          <ac:spMkLst>
            <pc:docMk/>
            <pc:sldMk cId="3797747019" sldId="342"/>
            <ac:spMk id="5" creationId="{F713618B-0F74-97D1-8B13-5C69C4D95FEE}"/>
          </ac:spMkLst>
        </pc:spChg>
        <pc:spChg chg="del">
          <ac:chgData name="Michael Wegelin" userId="44f55030-522d-4388-8c84-12427b5d3861" providerId="ADAL" clId="{0C4B0DB6-929A-4816-82F8-C5CA7CCA52CE}" dt="2026-07-18T05:55:22.523" v="6236" actId="700"/>
          <ac:spMkLst>
            <pc:docMk/>
            <pc:sldMk cId="3797747019" sldId="342"/>
            <ac:spMk id="6" creationId="{45A46D1E-C0CA-5E57-7AD9-B322BD192F16}"/>
          </ac:spMkLst>
        </pc:spChg>
        <pc:spChg chg="add del mod ord">
          <ac:chgData name="Michael Wegelin" userId="44f55030-522d-4388-8c84-12427b5d3861" providerId="ADAL" clId="{0C4B0DB6-929A-4816-82F8-C5CA7CCA52CE}" dt="2026-07-18T06:05:25.057" v="6272" actId="3680"/>
          <ac:spMkLst>
            <pc:docMk/>
            <pc:sldMk cId="3797747019" sldId="342"/>
            <ac:spMk id="7" creationId="{4B58B27C-0199-AFCC-4D38-6D6E049445A8}"/>
          </ac:spMkLst>
        </pc:spChg>
        <pc:spChg chg="add del">
          <ac:chgData name="Michael Wegelin" userId="44f55030-522d-4388-8c84-12427b5d3861" providerId="ADAL" clId="{0C4B0DB6-929A-4816-82F8-C5CA7CCA52CE}" dt="2026-07-18T06:01:38.806" v="6246" actId="22"/>
          <ac:spMkLst>
            <pc:docMk/>
            <pc:sldMk cId="3797747019" sldId="342"/>
            <ac:spMk id="10" creationId="{09804E2D-3537-E05D-5EBA-2C646E0894D2}"/>
          </ac:spMkLst>
        </pc:spChg>
        <pc:spChg chg="add mod">
          <ac:chgData name="Michael Wegelin" userId="44f55030-522d-4388-8c84-12427b5d3861" providerId="ADAL" clId="{0C4B0DB6-929A-4816-82F8-C5CA7CCA52CE}" dt="2026-07-18T06:07:02.381" v="6312" actId="6549"/>
          <ac:spMkLst>
            <pc:docMk/>
            <pc:sldMk cId="3797747019" sldId="342"/>
            <ac:spMk id="23" creationId="{53DCEB4C-08FF-294F-6483-5054DA589B8A}"/>
          </ac:spMkLst>
        </pc:spChg>
        <pc:graphicFrameChg chg="add mod ord modGraphic">
          <ac:chgData name="Michael Wegelin" userId="44f55030-522d-4388-8c84-12427b5d3861" providerId="ADAL" clId="{0C4B0DB6-929A-4816-82F8-C5CA7CCA52CE}" dt="2026-07-18T06:08:20.528" v="6315" actId="14734"/>
          <ac:graphicFrameMkLst>
            <pc:docMk/>
            <pc:sldMk cId="3797747019" sldId="342"/>
            <ac:graphicFrameMk id="21" creationId="{448A832D-BB8B-2D85-1A15-04856C86D04F}"/>
          </ac:graphicFrameMkLst>
        </pc:graphicFrameChg>
        <pc:picChg chg="add mod">
          <ac:chgData name="Michael Wegelin" userId="44f55030-522d-4388-8c84-12427b5d3861" providerId="ADAL" clId="{0C4B0DB6-929A-4816-82F8-C5CA7CCA52CE}" dt="2026-07-18T06:03:58.533" v="6270" actId="1076"/>
          <ac:picMkLst>
            <pc:docMk/>
            <pc:sldMk cId="3797747019" sldId="342"/>
            <ac:picMk id="8" creationId="{07ADDEE3-9037-3CF8-E2BD-95946E211265}"/>
          </ac:picMkLst>
        </pc:picChg>
        <pc:picChg chg="add mod">
          <ac:chgData name="Michael Wegelin" userId="44f55030-522d-4388-8c84-12427b5d3861" providerId="ADAL" clId="{0C4B0DB6-929A-4816-82F8-C5CA7CCA52CE}" dt="2026-07-18T06:01:56.149" v="6251" actId="14100"/>
          <ac:picMkLst>
            <pc:docMk/>
            <pc:sldMk cId="3797747019" sldId="342"/>
            <ac:picMk id="11" creationId="{CC90E80D-C163-4F28-5417-DB0198828083}"/>
          </ac:picMkLst>
        </pc:picChg>
        <pc:picChg chg="add mod">
          <ac:chgData name="Michael Wegelin" userId="44f55030-522d-4388-8c84-12427b5d3861" providerId="ADAL" clId="{0C4B0DB6-929A-4816-82F8-C5CA7CCA52CE}" dt="2026-07-18T06:02:14.622" v="6253"/>
          <ac:picMkLst>
            <pc:docMk/>
            <pc:sldMk cId="3797747019" sldId="342"/>
            <ac:picMk id="12" creationId="{D7C28075-2ECC-FBCB-D003-2C75DDCE6E71}"/>
          </ac:picMkLst>
        </pc:picChg>
        <pc:picChg chg="add mod">
          <ac:chgData name="Michael Wegelin" userId="44f55030-522d-4388-8c84-12427b5d3861" providerId="ADAL" clId="{0C4B0DB6-929A-4816-82F8-C5CA7CCA52CE}" dt="2026-07-18T06:04:11.892" v="6271" actId="408"/>
          <ac:picMkLst>
            <pc:docMk/>
            <pc:sldMk cId="3797747019" sldId="342"/>
            <ac:picMk id="13" creationId="{103F6C48-0118-09C7-6F05-252572E3C099}"/>
          </ac:picMkLst>
        </pc:picChg>
        <pc:cxnChg chg="add mod">
          <ac:chgData name="Michael Wegelin" userId="44f55030-522d-4388-8c84-12427b5d3861" providerId="ADAL" clId="{0C4B0DB6-929A-4816-82F8-C5CA7CCA52CE}" dt="2026-07-18T06:04:11.892" v="6271" actId="408"/>
          <ac:cxnSpMkLst>
            <pc:docMk/>
            <pc:sldMk cId="3797747019" sldId="342"/>
            <ac:cxnSpMk id="15" creationId="{FDE0DE93-B4E6-574E-4911-E5DF1BBD21B0}"/>
          </ac:cxnSpMkLst>
        </pc:cxnChg>
        <pc:cxnChg chg="add mod">
          <ac:chgData name="Michael Wegelin" userId="44f55030-522d-4388-8c84-12427b5d3861" providerId="ADAL" clId="{0C4B0DB6-929A-4816-82F8-C5CA7CCA52CE}" dt="2026-07-18T06:04:11.892" v="6271" actId="408"/>
          <ac:cxnSpMkLst>
            <pc:docMk/>
            <pc:sldMk cId="3797747019" sldId="342"/>
            <ac:cxnSpMk id="17" creationId="{FDC4A3F6-7F42-991F-0B3C-F49DE84D6139}"/>
          </ac:cxnSpMkLst>
        </pc:cxnChg>
      </pc:sldChg>
      <pc:sldChg chg="addSp delSp modSp new mod modClrScheme chgLayout modNotesTx">
        <pc:chgData name="Michael Wegelin" userId="44f55030-522d-4388-8c84-12427b5d3861" providerId="ADAL" clId="{0C4B0DB6-929A-4816-82F8-C5CA7CCA52CE}" dt="2026-07-18T06:39:57.202" v="6990" actId="20577"/>
        <pc:sldMkLst>
          <pc:docMk/>
          <pc:sldMk cId="3401524948" sldId="343"/>
        </pc:sldMkLst>
        <pc:spChg chg="mod ord">
          <ac:chgData name="Michael Wegelin" userId="44f55030-522d-4388-8c84-12427b5d3861" providerId="ADAL" clId="{0C4B0DB6-929A-4816-82F8-C5CA7CCA52CE}" dt="2026-07-18T06:33:21.931" v="6643" actId="700"/>
          <ac:spMkLst>
            <pc:docMk/>
            <pc:sldMk cId="3401524948" sldId="343"/>
            <ac:spMk id="2" creationId="{19034588-918E-500C-7DAD-898FFD6AA013}"/>
          </ac:spMkLst>
        </pc:spChg>
        <pc:spChg chg="del">
          <ac:chgData name="Michael Wegelin" userId="44f55030-522d-4388-8c84-12427b5d3861" providerId="ADAL" clId="{0C4B0DB6-929A-4816-82F8-C5CA7CCA52CE}" dt="2026-07-18T06:33:15.039" v="6642" actId="3680"/>
          <ac:spMkLst>
            <pc:docMk/>
            <pc:sldMk cId="3401524948" sldId="343"/>
            <ac:spMk id="3" creationId="{64D162AA-ED56-EE74-69B9-D226073E4794}"/>
          </ac:spMkLst>
        </pc:spChg>
        <pc:spChg chg="add mod ord">
          <ac:chgData name="Michael Wegelin" userId="44f55030-522d-4388-8c84-12427b5d3861" providerId="ADAL" clId="{0C4B0DB6-929A-4816-82F8-C5CA7CCA52CE}" dt="2026-07-18T06:37:42.708" v="6905" actId="20577"/>
          <ac:spMkLst>
            <pc:docMk/>
            <pc:sldMk cId="3401524948" sldId="343"/>
            <ac:spMk id="5" creationId="{10E95CAB-C13C-5EC7-7CEF-C32699B3DDEF}"/>
          </ac:spMkLst>
        </pc:spChg>
        <pc:graphicFrameChg chg="add mod ord modGraphic">
          <ac:chgData name="Michael Wegelin" userId="44f55030-522d-4388-8c84-12427b5d3861" providerId="ADAL" clId="{0C4B0DB6-929A-4816-82F8-C5CA7CCA52CE}" dt="2026-07-18T06:37:17.832" v="6876" actId="20577"/>
          <ac:graphicFrameMkLst>
            <pc:docMk/>
            <pc:sldMk cId="3401524948" sldId="343"/>
            <ac:graphicFrameMk id="4" creationId="{12F86F25-6019-74E1-9C87-713B5A00F1BA}"/>
          </ac:graphicFrameMkLst>
        </pc:graphicFrameChg>
        <pc:graphicFrameChg chg="add mod modGraphic">
          <ac:chgData name="Michael Wegelin" userId="44f55030-522d-4388-8c84-12427b5d3861" providerId="ADAL" clId="{0C4B0DB6-929A-4816-82F8-C5CA7CCA52CE}" dt="2026-07-18T06:39:11.834" v="6982"/>
          <ac:graphicFrameMkLst>
            <pc:docMk/>
            <pc:sldMk cId="3401524948" sldId="343"/>
            <ac:graphicFrameMk id="6" creationId="{98D77949-A692-9140-FA6C-6C246A7116E6}"/>
          </ac:graphicFrameMkLst>
        </pc:graphicFrameChg>
        <pc:graphicFrameChg chg="add mod modGraphic">
          <ac:chgData name="Michael Wegelin" userId="44f55030-522d-4388-8c84-12427b5d3861" providerId="ADAL" clId="{0C4B0DB6-929A-4816-82F8-C5CA7CCA52CE}" dt="2026-07-18T06:39:57.202" v="6990" actId="20577"/>
          <ac:graphicFrameMkLst>
            <pc:docMk/>
            <pc:sldMk cId="3401524948" sldId="343"/>
            <ac:graphicFrameMk id="8" creationId="{77CD1E78-89E8-26BB-2D1C-3124C805DF87}"/>
          </ac:graphicFrameMkLst>
        </pc:graphicFrameChg>
      </pc:sldChg>
      <pc:sldChg chg="addSp delSp modSp new mod modNotesTx">
        <pc:chgData name="Michael Wegelin" userId="44f55030-522d-4388-8c84-12427b5d3861" providerId="ADAL" clId="{0C4B0DB6-929A-4816-82F8-C5CA7CCA52CE}" dt="2026-07-18T06:31:35.504" v="6629"/>
        <pc:sldMkLst>
          <pc:docMk/>
          <pc:sldMk cId="457029551" sldId="344"/>
        </pc:sldMkLst>
        <pc:spChg chg="mod">
          <ac:chgData name="Michael Wegelin" userId="44f55030-522d-4388-8c84-12427b5d3861" providerId="ADAL" clId="{0C4B0DB6-929A-4816-82F8-C5CA7CCA52CE}" dt="2026-07-18T06:09:48.317" v="6319"/>
          <ac:spMkLst>
            <pc:docMk/>
            <pc:sldMk cId="457029551" sldId="344"/>
            <ac:spMk id="2" creationId="{CE549E69-5A61-E5F2-A153-1E9508AA8CC6}"/>
          </ac:spMkLst>
        </pc:spChg>
        <pc:spChg chg="add del">
          <ac:chgData name="Michael Wegelin" userId="44f55030-522d-4388-8c84-12427b5d3861" providerId="ADAL" clId="{0C4B0DB6-929A-4816-82F8-C5CA7CCA52CE}" dt="2026-07-18T06:28:33.606" v="6534" actId="3680"/>
          <ac:spMkLst>
            <pc:docMk/>
            <pc:sldMk cId="457029551" sldId="344"/>
            <ac:spMk id="3" creationId="{39E2E7F5-9864-B243-410C-261AE4C806AA}"/>
          </ac:spMkLst>
        </pc:spChg>
        <pc:spChg chg="add del">
          <ac:chgData name="Michael Wegelin" userId="44f55030-522d-4388-8c84-12427b5d3861" providerId="ADAL" clId="{0C4B0DB6-929A-4816-82F8-C5CA7CCA52CE}" dt="2026-07-18T06:19:04.997" v="6420" actId="22"/>
          <ac:spMkLst>
            <pc:docMk/>
            <pc:sldMk cId="457029551" sldId="344"/>
            <ac:spMk id="8" creationId="{42C88412-8EBB-88D8-630B-68AF17B68689}"/>
          </ac:spMkLst>
        </pc:spChg>
        <pc:spChg chg="add mod">
          <ac:chgData name="Michael Wegelin" userId="44f55030-522d-4388-8c84-12427b5d3861" providerId="ADAL" clId="{0C4B0DB6-929A-4816-82F8-C5CA7CCA52CE}" dt="2026-07-18T06:31:35.504" v="6629"/>
          <ac:spMkLst>
            <pc:docMk/>
            <pc:sldMk cId="457029551" sldId="344"/>
            <ac:spMk id="25" creationId="{3CB5EFA0-98A9-3E93-174A-3ECCAB2545F2}"/>
          </ac:spMkLst>
        </pc:spChg>
        <pc:graphicFrameChg chg="add mod ord modGraphic">
          <ac:chgData name="Michael Wegelin" userId="44f55030-522d-4388-8c84-12427b5d3861" providerId="ADAL" clId="{0C4B0DB6-929A-4816-82F8-C5CA7CCA52CE}" dt="2026-07-18T06:30:11.827" v="6618"/>
          <ac:graphicFrameMkLst>
            <pc:docMk/>
            <pc:sldMk cId="457029551" sldId="344"/>
            <ac:graphicFrameMk id="23" creationId="{86600058-19D8-E94B-DEF9-894FA4CBF611}"/>
          </ac:graphicFrameMkLst>
        </pc:graphicFrameChg>
        <pc:picChg chg="add del">
          <ac:chgData name="Michael Wegelin" userId="44f55030-522d-4388-8c84-12427b5d3861" providerId="ADAL" clId="{0C4B0DB6-929A-4816-82F8-C5CA7CCA52CE}" dt="2026-07-18T06:18:10.745" v="6391" actId="22"/>
          <ac:picMkLst>
            <pc:docMk/>
            <pc:sldMk cId="457029551" sldId="344"/>
            <ac:picMk id="4" creationId="{2A72894A-FC89-EEB5-4E0B-A7E192F6C2F5}"/>
          </ac:picMkLst>
        </pc:picChg>
        <pc:picChg chg="add del mod">
          <ac:chgData name="Michael Wegelin" userId="44f55030-522d-4388-8c84-12427b5d3861" providerId="ADAL" clId="{0C4B0DB6-929A-4816-82F8-C5CA7CCA52CE}" dt="2026-07-18T06:21:33.471" v="6461" actId="478"/>
          <ac:picMkLst>
            <pc:docMk/>
            <pc:sldMk cId="457029551" sldId="344"/>
            <ac:picMk id="5" creationId="{06E635B9-E29B-177E-A884-8E2F95C3DAF2}"/>
          </ac:picMkLst>
        </pc:picChg>
        <pc:picChg chg="add mod">
          <ac:chgData name="Michael Wegelin" userId="44f55030-522d-4388-8c84-12427b5d3861" providerId="ADAL" clId="{0C4B0DB6-929A-4816-82F8-C5CA7CCA52CE}" dt="2026-07-18T06:22:20.166" v="6533" actId="1035"/>
          <ac:picMkLst>
            <pc:docMk/>
            <pc:sldMk cId="457029551" sldId="344"/>
            <ac:picMk id="6" creationId="{234F1E26-C376-3607-0C75-202721ECB94F}"/>
          </ac:picMkLst>
        </pc:picChg>
        <pc:picChg chg="add del">
          <ac:chgData name="Michael Wegelin" userId="44f55030-522d-4388-8c84-12427b5d3861" providerId="ADAL" clId="{0C4B0DB6-929A-4816-82F8-C5CA7CCA52CE}" dt="2026-07-18T06:19:14.444" v="6423" actId="22"/>
          <ac:picMkLst>
            <pc:docMk/>
            <pc:sldMk cId="457029551" sldId="344"/>
            <ac:picMk id="9" creationId="{CAEA9A05-7DD2-DCDB-39B6-05082AA513B1}"/>
          </ac:picMkLst>
        </pc:picChg>
        <pc:picChg chg="add mod">
          <ac:chgData name="Michael Wegelin" userId="44f55030-522d-4388-8c84-12427b5d3861" providerId="ADAL" clId="{0C4B0DB6-929A-4816-82F8-C5CA7CCA52CE}" dt="2026-07-18T06:22:20.166" v="6533" actId="1035"/>
          <ac:picMkLst>
            <pc:docMk/>
            <pc:sldMk cId="457029551" sldId="344"/>
            <ac:picMk id="10" creationId="{AAB0D92D-4754-5E5D-1CA6-E7D3ACED5681}"/>
          </ac:picMkLst>
        </pc:picChg>
        <pc:picChg chg="add mod">
          <ac:chgData name="Michael Wegelin" userId="44f55030-522d-4388-8c84-12427b5d3861" providerId="ADAL" clId="{0C4B0DB6-929A-4816-82F8-C5CA7CCA52CE}" dt="2026-07-18T06:21:24.181" v="6458"/>
          <ac:picMkLst>
            <pc:docMk/>
            <pc:sldMk cId="457029551" sldId="344"/>
            <ac:picMk id="19" creationId="{055A2600-9A7F-4108-DE57-1FBD8BB4F1EF}"/>
          </ac:picMkLst>
        </pc:picChg>
        <pc:picChg chg="add mod">
          <ac:chgData name="Michael Wegelin" userId="44f55030-522d-4388-8c84-12427b5d3861" providerId="ADAL" clId="{0C4B0DB6-929A-4816-82F8-C5CA7CCA52CE}" dt="2026-07-18T06:22:20.166" v="6533" actId="1035"/>
          <ac:picMkLst>
            <pc:docMk/>
            <pc:sldMk cId="457029551" sldId="344"/>
            <ac:picMk id="20" creationId="{2DCF5F86-7997-FC95-7309-DB507CC76A05}"/>
          </ac:picMkLst>
        </pc:picChg>
        <pc:cxnChg chg="add mod">
          <ac:chgData name="Michael Wegelin" userId="44f55030-522d-4388-8c84-12427b5d3861" providerId="ADAL" clId="{0C4B0DB6-929A-4816-82F8-C5CA7CCA52CE}" dt="2026-07-18T06:22:08.423" v="6517" actId="14100"/>
          <ac:cxnSpMkLst>
            <pc:docMk/>
            <pc:sldMk cId="457029551" sldId="344"/>
            <ac:cxnSpMk id="11" creationId="{E2ED697E-BAEA-5A4F-CB59-ABC99BF7FF1C}"/>
          </ac:cxnSpMkLst>
        </pc:cxnChg>
        <pc:cxnChg chg="add mod">
          <ac:chgData name="Michael Wegelin" userId="44f55030-522d-4388-8c84-12427b5d3861" providerId="ADAL" clId="{0C4B0DB6-929A-4816-82F8-C5CA7CCA52CE}" dt="2026-07-18T06:22:20.166" v="6533" actId="1035"/>
          <ac:cxnSpMkLst>
            <pc:docMk/>
            <pc:sldMk cId="457029551" sldId="344"/>
            <ac:cxnSpMk id="15" creationId="{6D9DF6A1-B6DE-7303-5965-A23221D8F046}"/>
          </ac:cxnSpMkLst>
        </pc:cxnChg>
      </pc:sldChg>
      <pc:sldChg chg="addSp delSp modSp new mod modNotesTx">
        <pc:chgData name="Michael Wegelin" userId="44f55030-522d-4388-8c84-12427b5d3861" providerId="ADAL" clId="{0C4B0DB6-929A-4816-82F8-C5CA7CCA52CE}" dt="2026-07-18T06:40:46.874" v="6992"/>
        <pc:sldMkLst>
          <pc:docMk/>
          <pc:sldMk cId="2232570020" sldId="345"/>
        </pc:sldMkLst>
        <pc:spChg chg="mod">
          <ac:chgData name="Michael Wegelin" userId="44f55030-522d-4388-8c84-12427b5d3861" providerId="ADAL" clId="{0C4B0DB6-929A-4816-82F8-C5CA7CCA52CE}" dt="2026-07-18T06:10:06.452" v="6321"/>
          <ac:spMkLst>
            <pc:docMk/>
            <pc:sldMk cId="2232570020" sldId="345"/>
            <ac:spMk id="2" creationId="{09299B8B-B302-2110-1F74-D3714D7C57F3}"/>
          </ac:spMkLst>
        </pc:spChg>
        <pc:spChg chg="del">
          <ac:chgData name="Michael Wegelin" userId="44f55030-522d-4388-8c84-12427b5d3861" providerId="ADAL" clId="{0C4B0DB6-929A-4816-82F8-C5CA7CCA52CE}" dt="2026-07-18T06:10:31.675" v="6322" actId="3680"/>
          <ac:spMkLst>
            <pc:docMk/>
            <pc:sldMk cId="2232570020" sldId="345"/>
            <ac:spMk id="3" creationId="{1EB8EB8C-348C-15F8-B4DC-AE581F71710C}"/>
          </ac:spMkLst>
        </pc:spChg>
        <pc:spChg chg="add mod">
          <ac:chgData name="Michael Wegelin" userId="44f55030-522d-4388-8c84-12427b5d3861" providerId="ADAL" clId="{0C4B0DB6-929A-4816-82F8-C5CA7CCA52CE}" dt="2026-07-18T06:40:46.874" v="6992"/>
          <ac:spMkLst>
            <pc:docMk/>
            <pc:sldMk cId="2232570020" sldId="345"/>
            <ac:spMk id="6" creationId="{A9B56415-BF34-91AA-2797-C8EB654A8138}"/>
          </ac:spMkLst>
        </pc:spChg>
        <pc:graphicFrameChg chg="add mod ord modGraphic">
          <ac:chgData name="Michael Wegelin" userId="44f55030-522d-4388-8c84-12427b5d3861" providerId="ADAL" clId="{0C4B0DB6-929A-4816-82F8-C5CA7CCA52CE}" dt="2026-07-18T06:12:50.072" v="6377" actId="14734"/>
          <ac:graphicFrameMkLst>
            <pc:docMk/>
            <pc:sldMk cId="2232570020" sldId="345"/>
            <ac:graphicFrameMk id="4" creationId="{3C178906-7EF6-1DEF-156A-DEE5A0BEC901}"/>
          </ac:graphicFrameMkLst>
        </pc:graphicFrameChg>
      </pc:sldChg>
      <pc:sldChg chg="addSp delSp modSp new mod modNotesTx">
        <pc:chgData name="Michael Wegelin" userId="44f55030-522d-4388-8c84-12427b5d3861" providerId="ADAL" clId="{0C4B0DB6-929A-4816-82F8-C5CA7CCA52CE}" dt="2026-07-18T06:55:01.788" v="7074" actId="20577"/>
        <pc:sldMkLst>
          <pc:docMk/>
          <pc:sldMk cId="2778023927" sldId="346"/>
        </pc:sldMkLst>
        <pc:spChg chg="mod">
          <ac:chgData name="Michael Wegelin" userId="44f55030-522d-4388-8c84-12427b5d3861" providerId="ADAL" clId="{0C4B0DB6-929A-4816-82F8-C5CA7CCA52CE}" dt="2026-07-18T06:55:01.788" v="7074" actId="20577"/>
          <ac:spMkLst>
            <pc:docMk/>
            <pc:sldMk cId="2778023927" sldId="346"/>
            <ac:spMk id="2" creationId="{B92424A4-BAFE-6C46-20A2-DC8A8A7DD2F5}"/>
          </ac:spMkLst>
        </pc:spChg>
        <pc:spChg chg="del">
          <ac:chgData name="Michael Wegelin" userId="44f55030-522d-4388-8c84-12427b5d3861" providerId="ADAL" clId="{0C4B0DB6-929A-4816-82F8-C5CA7CCA52CE}" dt="2026-07-18T06:43:14.568" v="6995" actId="22"/>
          <ac:spMkLst>
            <pc:docMk/>
            <pc:sldMk cId="2778023927" sldId="346"/>
            <ac:spMk id="3" creationId="{B7A1A353-7843-719F-5F24-1475036CB0B8}"/>
          </ac:spMkLst>
        </pc:spChg>
        <pc:picChg chg="add mod ord">
          <ac:chgData name="Michael Wegelin" userId="44f55030-522d-4388-8c84-12427b5d3861" providerId="ADAL" clId="{0C4B0DB6-929A-4816-82F8-C5CA7CCA52CE}" dt="2026-07-18T06:43:18.238" v="6996" actId="1076"/>
          <ac:picMkLst>
            <pc:docMk/>
            <pc:sldMk cId="2778023927" sldId="346"/>
            <ac:picMk id="5" creationId="{2D5593C9-4841-9B2D-3A0C-680A7CFC67C7}"/>
          </ac:picMkLst>
        </pc:picChg>
        <pc:picChg chg="add mod">
          <ac:chgData name="Michael Wegelin" userId="44f55030-522d-4388-8c84-12427b5d3861" providerId="ADAL" clId="{0C4B0DB6-929A-4816-82F8-C5CA7CCA52CE}" dt="2026-07-18T06:45:27.732" v="7002" actId="208"/>
          <ac:picMkLst>
            <pc:docMk/>
            <pc:sldMk cId="2778023927" sldId="346"/>
            <ac:picMk id="7" creationId="{DBAFBB6C-4206-5292-4A37-C1623B10E027}"/>
          </ac:picMkLst>
        </pc:picChg>
      </pc:sldChg>
      <pc:sldChg chg="addSp modSp new mod modNotesTx">
        <pc:chgData name="Michael Wegelin" userId="44f55030-522d-4388-8c84-12427b5d3861" providerId="ADAL" clId="{0C4B0DB6-929A-4816-82F8-C5CA7CCA52CE}" dt="2026-07-18T08:50:41.905" v="7451"/>
        <pc:sldMkLst>
          <pc:docMk/>
          <pc:sldMk cId="2231044611" sldId="347"/>
        </pc:sldMkLst>
        <pc:spChg chg="mod">
          <ac:chgData name="Michael Wegelin" userId="44f55030-522d-4388-8c84-12427b5d3861" providerId="ADAL" clId="{0C4B0DB6-929A-4816-82F8-C5CA7CCA52CE}" dt="2026-07-18T08:31:49.262" v="7091"/>
          <ac:spMkLst>
            <pc:docMk/>
            <pc:sldMk cId="2231044611" sldId="347"/>
            <ac:spMk id="2" creationId="{A17C1D67-347E-3B1E-EADF-39D3DFCD2238}"/>
          </ac:spMkLst>
        </pc:spChg>
        <pc:spChg chg="mod">
          <ac:chgData name="Michael Wegelin" userId="44f55030-522d-4388-8c84-12427b5d3861" providerId="ADAL" clId="{0C4B0DB6-929A-4816-82F8-C5CA7CCA52CE}" dt="2026-07-18T08:37:47.862" v="7199" actId="408"/>
          <ac:spMkLst>
            <pc:docMk/>
            <pc:sldMk cId="2231044611" sldId="347"/>
            <ac:spMk id="3" creationId="{548F9999-B861-10A3-BBA6-3AD6A7367149}"/>
          </ac:spMkLst>
        </pc:spChg>
        <pc:spChg chg="add mod">
          <ac:chgData name="Michael Wegelin" userId="44f55030-522d-4388-8c84-12427b5d3861" providerId="ADAL" clId="{0C4B0DB6-929A-4816-82F8-C5CA7CCA52CE}" dt="2026-07-18T08:49:25.045" v="7449" actId="1037"/>
          <ac:spMkLst>
            <pc:docMk/>
            <pc:sldMk cId="2231044611" sldId="347"/>
            <ac:spMk id="4" creationId="{D31CC894-B53F-A3C3-9858-932158D76108}"/>
          </ac:spMkLst>
        </pc:spChg>
        <pc:spChg chg="add mod">
          <ac:chgData name="Michael Wegelin" userId="44f55030-522d-4388-8c84-12427b5d3861" providerId="ADAL" clId="{0C4B0DB6-929A-4816-82F8-C5CA7CCA52CE}" dt="2026-07-18T08:49:25.045" v="7449" actId="1037"/>
          <ac:spMkLst>
            <pc:docMk/>
            <pc:sldMk cId="2231044611" sldId="347"/>
            <ac:spMk id="5" creationId="{D9BF22D7-BDBA-1A8C-AF42-962ECF7DC5FC}"/>
          </ac:spMkLst>
        </pc:spChg>
        <pc:spChg chg="add mod">
          <ac:chgData name="Michael Wegelin" userId="44f55030-522d-4388-8c84-12427b5d3861" providerId="ADAL" clId="{0C4B0DB6-929A-4816-82F8-C5CA7CCA52CE}" dt="2026-07-18T08:49:11.907" v="7444" actId="1035"/>
          <ac:spMkLst>
            <pc:docMk/>
            <pc:sldMk cId="2231044611" sldId="347"/>
            <ac:spMk id="7" creationId="{C40E0B42-8F4D-DE5C-A60D-614000609D7B}"/>
          </ac:spMkLst>
        </pc:spChg>
        <pc:spChg chg="add mod">
          <ac:chgData name="Michael Wegelin" userId="44f55030-522d-4388-8c84-12427b5d3861" providerId="ADAL" clId="{0C4B0DB6-929A-4816-82F8-C5CA7CCA52CE}" dt="2026-07-18T08:49:11.907" v="7444" actId="1035"/>
          <ac:spMkLst>
            <pc:docMk/>
            <pc:sldMk cId="2231044611" sldId="347"/>
            <ac:spMk id="9" creationId="{672637C2-9757-CFC5-AEE1-ACF946143D58}"/>
          </ac:spMkLst>
        </pc:spChg>
        <pc:spChg chg="add mod">
          <ac:chgData name="Michael Wegelin" userId="44f55030-522d-4388-8c84-12427b5d3861" providerId="ADAL" clId="{0C4B0DB6-929A-4816-82F8-C5CA7CCA52CE}" dt="2026-07-18T08:49:11.907" v="7444" actId="1035"/>
          <ac:spMkLst>
            <pc:docMk/>
            <pc:sldMk cId="2231044611" sldId="347"/>
            <ac:spMk id="11" creationId="{7F095DC7-1431-1E05-AF3D-DA16AE1C938D}"/>
          </ac:spMkLst>
        </pc:spChg>
        <pc:spChg chg="add mod">
          <ac:chgData name="Michael Wegelin" userId="44f55030-522d-4388-8c84-12427b5d3861" providerId="ADAL" clId="{0C4B0DB6-929A-4816-82F8-C5CA7CCA52CE}" dt="2026-07-18T08:49:11.907" v="7444" actId="1035"/>
          <ac:spMkLst>
            <pc:docMk/>
            <pc:sldMk cId="2231044611" sldId="347"/>
            <ac:spMk id="13" creationId="{1397C21C-560C-B0CD-F998-5530A0A94884}"/>
          </ac:spMkLst>
        </pc:spChg>
        <pc:spChg chg="add mod">
          <ac:chgData name="Michael Wegelin" userId="44f55030-522d-4388-8c84-12427b5d3861" providerId="ADAL" clId="{0C4B0DB6-929A-4816-82F8-C5CA7CCA52CE}" dt="2026-07-18T08:49:11.907" v="7444" actId="1035"/>
          <ac:spMkLst>
            <pc:docMk/>
            <pc:sldMk cId="2231044611" sldId="347"/>
            <ac:spMk id="15" creationId="{368AE3DE-D2B5-F906-798D-6E69FAB99BC2}"/>
          </ac:spMkLst>
        </pc:spChg>
        <pc:spChg chg="add mod">
          <ac:chgData name="Michael Wegelin" userId="44f55030-522d-4388-8c84-12427b5d3861" providerId="ADAL" clId="{0C4B0DB6-929A-4816-82F8-C5CA7CCA52CE}" dt="2026-07-18T08:49:11.907" v="7444" actId="1035"/>
          <ac:spMkLst>
            <pc:docMk/>
            <pc:sldMk cId="2231044611" sldId="347"/>
            <ac:spMk id="17" creationId="{973D4706-CCAF-F71A-A7C4-E7B6A1E6CB78}"/>
          </ac:spMkLst>
        </pc:spChg>
        <pc:spChg chg="add mod">
          <ac:chgData name="Michael Wegelin" userId="44f55030-522d-4388-8c84-12427b5d3861" providerId="ADAL" clId="{0C4B0DB6-929A-4816-82F8-C5CA7CCA52CE}" dt="2026-07-18T08:49:11.907" v="7444" actId="1035"/>
          <ac:spMkLst>
            <pc:docMk/>
            <pc:sldMk cId="2231044611" sldId="347"/>
            <ac:spMk id="19" creationId="{E49AE0F6-D939-5F28-1D12-79465C5D1305}"/>
          </ac:spMkLst>
        </pc:spChg>
        <pc:spChg chg="add mod">
          <ac:chgData name="Michael Wegelin" userId="44f55030-522d-4388-8c84-12427b5d3861" providerId="ADAL" clId="{0C4B0DB6-929A-4816-82F8-C5CA7CCA52CE}" dt="2026-07-18T08:49:11.907" v="7444" actId="1035"/>
          <ac:spMkLst>
            <pc:docMk/>
            <pc:sldMk cId="2231044611" sldId="347"/>
            <ac:spMk id="21" creationId="{1891EED1-6CC0-AC2B-ED39-E0BC92FC9491}"/>
          </ac:spMkLst>
        </pc:spChg>
        <pc:spChg chg="add mod">
          <ac:chgData name="Michael Wegelin" userId="44f55030-522d-4388-8c84-12427b5d3861" providerId="ADAL" clId="{0C4B0DB6-929A-4816-82F8-C5CA7CCA52CE}" dt="2026-07-18T08:49:11.907" v="7444" actId="1035"/>
          <ac:spMkLst>
            <pc:docMk/>
            <pc:sldMk cId="2231044611" sldId="347"/>
            <ac:spMk id="23" creationId="{C12CDCC8-2742-DD3B-CC9B-0B1D6170C714}"/>
          </ac:spMkLst>
        </pc:spChg>
        <pc:spChg chg="add mod">
          <ac:chgData name="Michael Wegelin" userId="44f55030-522d-4388-8c84-12427b5d3861" providerId="ADAL" clId="{0C4B0DB6-929A-4816-82F8-C5CA7CCA52CE}" dt="2026-07-18T08:49:11.907" v="7444" actId="1035"/>
          <ac:spMkLst>
            <pc:docMk/>
            <pc:sldMk cId="2231044611" sldId="347"/>
            <ac:spMk id="25" creationId="{11BF2481-7C0C-4F52-3AC4-9EB059B19ADA}"/>
          </ac:spMkLst>
        </pc:spChg>
        <pc:spChg chg="add mod">
          <ac:chgData name="Michael Wegelin" userId="44f55030-522d-4388-8c84-12427b5d3861" providerId="ADAL" clId="{0C4B0DB6-929A-4816-82F8-C5CA7CCA52CE}" dt="2026-07-18T08:50:41.905" v="7451"/>
          <ac:spMkLst>
            <pc:docMk/>
            <pc:sldMk cId="2231044611" sldId="347"/>
            <ac:spMk id="69" creationId="{B5010D1C-A9B1-267A-EBFC-07F42BD62F51}"/>
          </ac:spMkLst>
        </pc:spChg>
        <pc:cxnChg chg="add mod">
          <ac:chgData name="Michael Wegelin" userId="44f55030-522d-4388-8c84-12427b5d3861" providerId="ADAL" clId="{0C4B0DB6-929A-4816-82F8-C5CA7CCA52CE}" dt="2026-07-18T08:49:25.045" v="7449" actId="1037"/>
          <ac:cxnSpMkLst>
            <pc:docMk/>
            <pc:sldMk cId="2231044611" sldId="347"/>
            <ac:cxnSpMk id="27" creationId="{5087AD04-2A89-D9A4-A2A5-FD51FDD650C0}"/>
          </ac:cxnSpMkLst>
        </pc:cxnChg>
        <pc:cxnChg chg="add mod">
          <ac:chgData name="Michael Wegelin" userId="44f55030-522d-4388-8c84-12427b5d3861" providerId="ADAL" clId="{0C4B0DB6-929A-4816-82F8-C5CA7CCA52CE}" dt="2026-07-18T08:49:25.045" v="7449" actId="1037"/>
          <ac:cxnSpMkLst>
            <pc:docMk/>
            <pc:sldMk cId="2231044611" sldId="347"/>
            <ac:cxnSpMk id="28" creationId="{5DD5CF9F-2C68-9EE3-9FAA-F5DD98777366}"/>
          </ac:cxnSpMkLst>
        </pc:cxnChg>
        <pc:cxnChg chg="add mod">
          <ac:chgData name="Michael Wegelin" userId="44f55030-522d-4388-8c84-12427b5d3861" providerId="ADAL" clId="{0C4B0DB6-929A-4816-82F8-C5CA7CCA52CE}" dt="2026-07-18T08:49:25.045" v="7449" actId="1037"/>
          <ac:cxnSpMkLst>
            <pc:docMk/>
            <pc:sldMk cId="2231044611" sldId="347"/>
            <ac:cxnSpMk id="31" creationId="{2A0CCEBF-CC34-4DCF-1745-2551008FB38E}"/>
          </ac:cxnSpMkLst>
        </pc:cxnChg>
        <pc:cxnChg chg="add mod">
          <ac:chgData name="Michael Wegelin" userId="44f55030-522d-4388-8c84-12427b5d3861" providerId="ADAL" clId="{0C4B0DB6-929A-4816-82F8-C5CA7CCA52CE}" dt="2026-07-18T08:49:25.045" v="7449" actId="1037"/>
          <ac:cxnSpMkLst>
            <pc:docMk/>
            <pc:sldMk cId="2231044611" sldId="347"/>
            <ac:cxnSpMk id="34" creationId="{56595C43-3B1B-23A2-55F8-F20ACB6718BD}"/>
          </ac:cxnSpMkLst>
        </pc:cxnChg>
        <pc:cxnChg chg="add mod">
          <ac:chgData name="Michael Wegelin" userId="44f55030-522d-4388-8c84-12427b5d3861" providerId="ADAL" clId="{0C4B0DB6-929A-4816-82F8-C5CA7CCA52CE}" dt="2026-07-18T08:44:27.250" v="7392" actId="14100"/>
          <ac:cxnSpMkLst>
            <pc:docMk/>
            <pc:sldMk cId="2231044611" sldId="347"/>
            <ac:cxnSpMk id="37" creationId="{3DEFD0DE-C2D7-9AA9-F5CB-6880370A544E}"/>
          </ac:cxnSpMkLst>
        </pc:cxnChg>
        <pc:cxnChg chg="add mod">
          <ac:chgData name="Michael Wegelin" userId="44f55030-522d-4388-8c84-12427b5d3861" providerId="ADAL" clId="{0C4B0DB6-929A-4816-82F8-C5CA7CCA52CE}" dt="2026-07-18T08:45:17.934" v="7399" actId="692"/>
          <ac:cxnSpMkLst>
            <pc:docMk/>
            <pc:sldMk cId="2231044611" sldId="347"/>
            <ac:cxnSpMk id="41" creationId="{C2C86856-2A83-7D0B-DC7D-6EFB22F91C65}"/>
          </ac:cxnSpMkLst>
        </pc:cxnChg>
        <pc:cxnChg chg="add mod">
          <ac:chgData name="Michael Wegelin" userId="44f55030-522d-4388-8c84-12427b5d3861" providerId="ADAL" clId="{0C4B0DB6-929A-4816-82F8-C5CA7CCA52CE}" dt="2026-07-18T08:45:49.814" v="7404" actId="1037"/>
          <ac:cxnSpMkLst>
            <pc:docMk/>
            <pc:sldMk cId="2231044611" sldId="347"/>
            <ac:cxnSpMk id="44" creationId="{AFA63C03-429F-0954-89A9-2EE4A4C146FF}"/>
          </ac:cxnSpMkLst>
        </pc:cxnChg>
        <pc:cxnChg chg="add mod">
          <ac:chgData name="Michael Wegelin" userId="44f55030-522d-4388-8c84-12427b5d3861" providerId="ADAL" clId="{0C4B0DB6-929A-4816-82F8-C5CA7CCA52CE}" dt="2026-07-18T08:46:05.870" v="7407" actId="14100"/>
          <ac:cxnSpMkLst>
            <pc:docMk/>
            <pc:sldMk cId="2231044611" sldId="347"/>
            <ac:cxnSpMk id="48" creationId="{DA67463B-9932-3CB6-FF6B-6F3F066B258A}"/>
          </ac:cxnSpMkLst>
        </pc:cxnChg>
        <pc:cxnChg chg="add mod">
          <ac:chgData name="Michael Wegelin" userId="44f55030-522d-4388-8c84-12427b5d3861" providerId="ADAL" clId="{0C4B0DB6-929A-4816-82F8-C5CA7CCA52CE}" dt="2026-07-18T08:46:27.398" v="7413" actId="1038"/>
          <ac:cxnSpMkLst>
            <pc:docMk/>
            <pc:sldMk cId="2231044611" sldId="347"/>
            <ac:cxnSpMk id="51" creationId="{9326CE0D-3755-4B95-B8A0-2EE4D1D72E17}"/>
          </ac:cxnSpMkLst>
        </pc:cxnChg>
        <pc:cxnChg chg="add mod">
          <ac:chgData name="Michael Wegelin" userId="44f55030-522d-4388-8c84-12427b5d3861" providerId="ADAL" clId="{0C4B0DB6-929A-4816-82F8-C5CA7CCA52CE}" dt="2026-07-18T08:47:05.987" v="7419" actId="1037"/>
          <ac:cxnSpMkLst>
            <pc:docMk/>
            <pc:sldMk cId="2231044611" sldId="347"/>
            <ac:cxnSpMk id="54" creationId="{68AD2C0D-3C73-DC97-3653-098D6FCF4B74}"/>
          </ac:cxnSpMkLst>
        </pc:cxnChg>
        <pc:cxnChg chg="add mod">
          <ac:chgData name="Michael Wegelin" userId="44f55030-522d-4388-8c84-12427b5d3861" providerId="ADAL" clId="{0C4B0DB6-929A-4816-82F8-C5CA7CCA52CE}" dt="2026-07-18T08:49:25.045" v="7449" actId="1037"/>
          <ac:cxnSpMkLst>
            <pc:docMk/>
            <pc:sldMk cId="2231044611" sldId="347"/>
            <ac:cxnSpMk id="59" creationId="{8B7F7A6C-655D-F6AA-C5A2-CDEAFEEBFD66}"/>
          </ac:cxnSpMkLst>
        </pc:cxnChg>
        <pc:cxnChg chg="add mod">
          <ac:chgData name="Michael Wegelin" userId="44f55030-522d-4388-8c84-12427b5d3861" providerId="ADAL" clId="{0C4B0DB6-929A-4816-82F8-C5CA7CCA52CE}" dt="2026-07-18T08:49:25.045" v="7449" actId="1037"/>
          <ac:cxnSpMkLst>
            <pc:docMk/>
            <pc:sldMk cId="2231044611" sldId="347"/>
            <ac:cxnSpMk id="63" creationId="{E7388E06-972A-30D5-7F6A-95D3E1D67E37}"/>
          </ac:cxnSpMkLst>
        </pc:cxnChg>
      </pc:sldChg>
      <pc:sldChg chg="addSp delSp modSp new mod modNotesTx">
        <pc:chgData name="Michael Wegelin" userId="44f55030-522d-4388-8c84-12427b5d3861" providerId="ADAL" clId="{0C4B0DB6-929A-4816-82F8-C5CA7CCA52CE}" dt="2026-07-18T08:58:49.746" v="7562" actId="6549"/>
        <pc:sldMkLst>
          <pc:docMk/>
          <pc:sldMk cId="2720849901" sldId="348"/>
        </pc:sldMkLst>
        <pc:spChg chg="mod">
          <ac:chgData name="Michael Wegelin" userId="44f55030-522d-4388-8c84-12427b5d3861" providerId="ADAL" clId="{0C4B0DB6-929A-4816-82F8-C5CA7CCA52CE}" dt="2026-07-18T08:58:49.746" v="7562" actId="6549"/>
          <ac:spMkLst>
            <pc:docMk/>
            <pc:sldMk cId="2720849901" sldId="348"/>
            <ac:spMk id="2" creationId="{39FD9FD0-B9DF-C49E-6FB5-3915AE5A9DD8}"/>
          </ac:spMkLst>
        </pc:spChg>
        <pc:spChg chg="del">
          <ac:chgData name="Michael Wegelin" userId="44f55030-522d-4388-8c84-12427b5d3861" providerId="ADAL" clId="{0C4B0DB6-929A-4816-82F8-C5CA7CCA52CE}" dt="2026-07-18T08:53:53.536" v="7481" actId="3680"/>
          <ac:spMkLst>
            <pc:docMk/>
            <pc:sldMk cId="2720849901" sldId="348"/>
            <ac:spMk id="3" creationId="{CAA10141-61FD-5710-1C89-FECE6D5F69C5}"/>
          </ac:spMkLst>
        </pc:spChg>
        <pc:spChg chg="add mod">
          <ac:chgData name="Michael Wegelin" userId="44f55030-522d-4388-8c84-12427b5d3861" providerId="ADAL" clId="{0C4B0DB6-929A-4816-82F8-C5CA7CCA52CE}" dt="2026-07-18T08:51:48.293" v="7467"/>
          <ac:spMkLst>
            <pc:docMk/>
            <pc:sldMk cId="2720849901" sldId="348"/>
            <ac:spMk id="5" creationId="{D66538AA-7B3C-403E-8D87-F5B0CAD7929A}"/>
          </ac:spMkLst>
        </pc:spChg>
        <pc:graphicFrameChg chg="add mod ord modGraphic">
          <ac:chgData name="Michael Wegelin" userId="44f55030-522d-4388-8c84-12427b5d3861" providerId="ADAL" clId="{0C4B0DB6-929A-4816-82F8-C5CA7CCA52CE}" dt="2026-07-18T08:58:14.024" v="7524" actId="20577"/>
          <ac:graphicFrameMkLst>
            <pc:docMk/>
            <pc:sldMk cId="2720849901" sldId="348"/>
            <ac:graphicFrameMk id="6" creationId="{D28A97A7-D361-B938-9D47-A61A1C086D68}"/>
          </ac:graphicFrameMkLst>
        </pc:graphicFrameChg>
      </pc:sldChg>
      <pc:sldChg chg="addSp delSp modSp new mod modNotesTx">
        <pc:chgData name="Michael Wegelin" userId="44f55030-522d-4388-8c84-12427b5d3861" providerId="ADAL" clId="{0C4B0DB6-929A-4816-82F8-C5CA7CCA52CE}" dt="2026-07-18T09:53:25.910" v="7930" actId="14100"/>
        <pc:sldMkLst>
          <pc:docMk/>
          <pc:sldMk cId="2797204975" sldId="349"/>
        </pc:sldMkLst>
        <pc:spChg chg="mod">
          <ac:chgData name="Michael Wegelin" userId="44f55030-522d-4388-8c84-12427b5d3861" providerId="ADAL" clId="{0C4B0DB6-929A-4816-82F8-C5CA7CCA52CE}" dt="2026-07-18T09:00:44.322" v="7636" actId="20577"/>
          <ac:spMkLst>
            <pc:docMk/>
            <pc:sldMk cId="2797204975" sldId="349"/>
            <ac:spMk id="2" creationId="{8A8BB5FE-12AB-1894-155E-212B25D1D39C}"/>
          </ac:spMkLst>
        </pc:spChg>
        <pc:spChg chg="mod">
          <ac:chgData name="Michael Wegelin" userId="44f55030-522d-4388-8c84-12427b5d3861" providerId="ADAL" clId="{0C4B0DB6-929A-4816-82F8-C5CA7CCA52CE}" dt="2026-07-18T09:53:25.910" v="7930" actId="14100"/>
          <ac:spMkLst>
            <pc:docMk/>
            <pc:sldMk cId="2797204975" sldId="349"/>
            <ac:spMk id="3" creationId="{40108188-2077-251D-21B1-692FEC0D324E}"/>
          </ac:spMkLst>
        </pc:spChg>
        <pc:spChg chg="add mod">
          <ac:chgData name="Michael Wegelin" userId="44f55030-522d-4388-8c84-12427b5d3861" providerId="ADAL" clId="{0C4B0DB6-929A-4816-82F8-C5CA7CCA52CE}" dt="2026-07-18T09:04:09.119" v="7739"/>
          <ac:spMkLst>
            <pc:docMk/>
            <pc:sldMk cId="2797204975" sldId="349"/>
            <ac:spMk id="6" creationId="{EDE187A9-E3A5-6404-AB5A-C32629908D0E}"/>
          </ac:spMkLst>
        </pc:spChg>
        <pc:graphicFrameChg chg="add mod modGraphic">
          <ac:chgData name="Michael Wegelin" userId="44f55030-522d-4388-8c84-12427b5d3861" providerId="ADAL" clId="{0C4B0DB6-929A-4816-82F8-C5CA7CCA52CE}" dt="2026-07-18T09:07:41.576" v="7765" actId="20577"/>
          <ac:graphicFrameMkLst>
            <pc:docMk/>
            <pc:sldMk cId="2797204975" sldId="349"/>
            <ac:graphicFrameMk id="4" creationId="{ED77C5EA-B74F-A751-48B0-959FFA07E4D2}"/>
          </ac:graphicFrameMkLst>
        </pc:graphicFrameChg>
        <pc:picChg chg="add del">
          <ac:chgData name="Michael Wegelin" userId="44f55030-522d-4388-8c84-12427b5d3861" providerId="ADAL" clId="{0C4B0DB6-929A-4816-82F8-C5CA7CCA52CE}" dt="2026-07-18T09:06:41.892" v="7741" actId="22"/>
          <ac:picMkLst>
            <pc:docMk/>
            <pc:sldMk cId="2797204975" sldId="349"/>
            <ac:picMk id="8" creationId="{A229E30E-D548-29A4-BF54-723468E8F0F7}"/>
          </ac:picMkLst>
        </pc:picChg>
        <pc:picChg chg="add del mod">
          <ac:chgData name="Michael Wegelin" userId="44f55030-522d-4388-8c84-12427b5d3861" providerId="ADAL" clId="{0C4B0DB6-929A-4816-82F8-C5CA7CCA52CE}" dt="2026-07-18T09:06:58.872" v="7747" actId="22"/>
          <ac:picMkLst>
            <pc:docMk/>
            <pc:sldMk cId="2797204975" sldId="349"/>
            <ac:picMk id="10" creationId="{20486FCF-A90D-1C98-6D78-9F9C10014C8B}"/>
          </ac:picMkLst>
        </pc:picChg>
        <pc:picChg chg="add mod">
          <ac:chgData name="Michael Wegelin" userId="44f55030-522d-4388-8c84-12427b5d3861" providerId="ADAL" clId="{0C4B0DB6-929A-4816-82F8-C5CA7CCA52CE}" dt="2026-07-18T09:07:25.891" v="7749" actId="1076"/>
          <ac:picMkLst>
            <pc:docMk/>
            <pc:sldMk cId="2797204975" sldId="349"/>
            <ac:picMk id="12" creationId="{48A9F5BC-4D0D-9B39-19A1-1405017ACE25}"/>
          </ac:picMkLst>
        </pc:picChg>
      </pc:sldChg>
      <pc:sldChg chg="addSp delSp modSp new mod modNotesTx">
        <pc:chgData name="Michael Wegelin" userId="44f55030-522d-4388-8c84-12427b5d3861" providerId="ADAL" clId="{0C4B0DB6-929A-4816-82F8-C5CA7CCA52CE}" dt="2026-07-18T09:54:48.345" v="7941" actId="403"/>
        <pc:sldMkLst>
          <pc:docMk/>
          <pc:sldMk cId="2985608935" sldId="350"/>
        </pc:sldMkLst>
        <pc:spChg chg="mod">
          <ac:chgData name="Michael Wegelin" userId="44f55030-522d-4388-8c84-12427b5d3861" providerId="ADAL" clId="{0C4B0DB6-929A-4816-82F8-C5CA7CCA52CE}" dt="2026-07-18T09:08:21.126" v="7770"/>
          <ac:spMkLst>
            <pc:docMk/>
            <pc:sldMk cId="2985608935" sldId="350"/>
            <ac:spMk id="2" creationId="{11AFFB89-E1A8-0993-1CAB-0E2B05016F97}"/>
          </ac:spMkLst>
        </pc:spChg>
        <pc:spChg chg="del">
          <ac:chgData name="Michael Wegelin" userId="44f55030-522d-4388-8c84-12427b5d3861" providerId="ADAL" clId="{0C4B0DB6-929A-4816-82F8-C5CA7CCA52CE}" dt="2026-07-18T09:18:08.445" v="7781" actId="22"/>
          <ac:spMkLst>
            <pc:docMk/>
            <pc:sldMk cId="2985608935" sldId="350"/>
            <ac:spMk id="3" creationId="{6B3EA9CA-68CC-1BC2-6AD1-C50C1CF4C8C2}"/>
          </ac:spMkLst>
        </pc:spChg>
        <pc:spChg chg="add del mod">
          <ac:chgData name="Michael Wegelin" userId="44f55030-522d-4388-8c84-12427b5d3861" providerId="ADAL" clId="{0C4B0DB6-929A-4816-82F8-C5CA7CCA52CE}" dt="2026-07-18T09:33:05.427" v="7785" actId="22"/>
          <ac:spMkLst>
            <pc:docMk/>
            <pc:sldMk cId="2985608935" sldId="350"/>
            <ac:spMk id="7" creationId="{58ECB93F-E375-007C-F451-009C1F6B6D63}"/>
          </ac:spMkLst>
        </pc:spChg>
        <pc:spChg chg="add del mod">
          <ac:chgData name="Michael Wegelin" userId="44f55030-522d-4388-8c84-12427b5d3861" providerId="ADAL" clId="{0C4B0DB6-929A-4816-82F8-C5CA7CCA52CE}" dt="2026-07-18T09:37:53.600" v="7787" actId="22"/>
          <ac:spMkLst>
            <pc:docMk/>
            <pc:sldMk cId="2985608935" sldId="350"/>
            <ac:spMk id="11" creationId="{06A8BABF-D1E1-F925-1406-1CEF19B21B94}"/>
          </ac:spMkLst>
        </pc:spChg>
        <pc:spChg chg="add mod">
          <ac:chgData name="Michael Wegelin" userId="44f55030-522d-4388-8c84-12427b5d3861" providerId="ADAL" clId="{0C4B0DB6-929A-4816-82F8-C5CA7CCA52CE}" dt="2026-07-18T09:39:45.431" v="7823"/>
          <ac:spMkLst>
            <pc:docMk/>
            <pc:sldMk cId="2985608935" sldId="350"/>
            <ac:spMk id="15" creationId="{C4E44D59-4FB7-9B8A-9BD7-C1CD94ECC576}"/>
          </ac:spMkLst>
        </pc:spChg>
        <pc:spChg chg="add mod">
          <ac:chgData name="Michael Wegelin" userId="44f55030-522d-4388-8c84-12427b5d3861" providerId="ADAL" clId="{0C4B0DB6-929A-4816-82F8-C5CA7CCA52CE}" dt="2026-07-18T09:54:48.345" v="7941" actId="403"/>
          <ac:spMkLst>
            <pc:docMk/>
            <pc:sldMk cId="2985608935" sldId="350"/>
            <ac:spMk id="16" creationId="{93252B09-315E-8FB0-4643-8223435C33F1}"/>
          </ac:spMkLst>
        </pc:spChg>
        <pc:picChg chg="add del mod ord">
          <ac:chgData name="Michael Wegelin" userId="44f55030-522d-4388-8c84-12427b5d3861" providerId="ADAL" clId="{0C4B0DB6-929A-4816-82F8-C5CA7CCA52CE}" dt="2026-07-18T09:33:01.883" v="7784" actId="478"/>
          <ac:picMkLst>
            <pc:docMk/>
            <pc:sldMk cId="2985608935" sldId="350"/>
            <ac:picMk id="5" creationId="{16092224-A8EA-7916-8B21-64B304498A58}"/>
          </ac:picMkLst>
        </pc:picChg>
        <pc:picChg chg="add del mod ord">
          <ac:chgData name="Michael Wegelin" userId="44f55030-522d-4388-8c84-12427b5d3861" providerId="ADAL" clId="{0C4B0DB6-929A-4816-82F8-C5CA7CCA52CE}" dt="2026-07-18T09:37:50.830" v="7786" actId="478"/>
          <ac:picMkLst>
            <pc:docMk/>
            <pc:sldMk cId="2985608935" sldId="350"/>
            <ac:picMk id="9" creationId="{92CCD511-D96C-0FA7-33CE-DF0FE2D47377}"/>
          </ac:picMkLst>
        </pc:picChg>
        <pc:picChg chg="add mod ord">
          <ac:chgData name="Michael Wegelin" userId="44f55030-522d-4388-8c84-12427b5d3861" providerId="ADAL" clId="{0C4B0DB6-929A-4816-82F8-C5CA7CCA52CE}" dt="2026-07-18T09:37:53.600" v="7787" actId="22"/>
          <ac:picMkLst>
            <pc:docMk/>
            <pc:sldMk cId="2985608935" sldId="350"/>
            <ac:picMk id="13" creationId="{C78E3DD7-FCA0-DB35-B6FA-C5F3A7C4EBD5}"/>
          </ac:picMkLst>
        </pc:picChg>
      </pc:sldChg>
      <pc:sldChg chg="addSp delSp modSp new mod chgLayout modNotesTx">
        <pc:chgData name="Michael Wegelin" userId="44f55030-522d-4388-8c84-12427b5d3861" providerId="ADAL" clId="{0C4B0DB6-929A-4816-82F8-C5CA7CCA52CE}" dt="2026-07-18T09:55:32.877" v="7949" actId="3064"/>
        <pc:sldMkLst>
          <pc:docMk/>
          <pc:sldMk cId="407944480" sldId="351"/>
        </pc:sldMkLst>
        <pc:spChg chg="mod ord">
          <ac:chgData name="Michael Wegelin" userId="44f55030-522d-4388-8c84-12427b5d3861" providerId="ADAL" clId="{0C4B0DB6-929A-4816-82F8-C5CA7CCA52CE}" dt="2026-07-18T09:53:13.226" v="7929" actId="700"/>
          <ac:spMkLst>
            <pc:docMk/>
            <pc:sldMk cId="407944480" sldId="351"/>
            <ac:spMk id="2" creationId="{D9E67DEF-D7B9-9F45-4B6D-B815CC8526D6}"/>
          </ac:spMkLst>
        </pc:spChg>
        <pc:spChg chg="del">
          <ac:chgData name="Michael Wegelin" userId="44f55030-522d-4388-8c84-12427b5d3861" providerId="ADAL" clId="{0C4B0DB6-929A-4816-82F8-C5CA7CCA52CE}" dt="2026-07-18T09:49:54.877" v="7853" actId="22"/>
          <ac:spMkLst>
            <pc:docMk/>
            <pc:sldMk cId="407944480" sldId="351"/>
            <ac:spMk id="3" creationId="{BBC471F9-1AB5-211B-886C-F3F61733EB69}"/>
          </ac:spMkLst>
        </pc:spChg>
        <pc:spChg chg="add del mod">
          <ac:chgData name="Michael Wegelin" userId="44f55030-522d-4388-8c84-12427b5d3861" providerId="ADAL" clId="{0C4B0DB6-929A-4816-82F8-C5CA7CCA52CE}" dt="2026-07-18T09:52:02.945" v="7926" actId="22"/>
          <ac:spMkLst>
            <pc:docMk/>
            <pc:sldMk cId="407944480" sldId="351"/>
            <ac:spMk id="7" creationId="{AD9ECD9E-1521-DE1D-6C5C-4BA4D12831C8}"/>
          </ac:spMkLst>
        </pc:spChg>
        <pc:spChg chg="add mod">
          <ac:chgData name="Michael Wegelin" userId="44f55030-522d-4388-8c84-12427b5d3861" providerId="ADAL" clId="{0C4B0DB6-929A-4816-82F8-C5CA7CCA52CE}" dt="2026-07-18T09:52:25.023" v="7928"/>
          <ac:spMkLst>
            <pc:docMk/>
            <pc:sldMk cId="407944480" sldId="351"/>
            <ac:spMk id="11" creationId="{7853E07B-39C3-7C01-0275-B3A7335CC13F}"/>
          </ac:spMkLst>
        </pc:spChg>
        <pc:spChg chg="add mod">
          <ac:chgData name="Michael Wegelin" userId="44f55030-522d-4388-8c84-12427b5d3861" providerId="ADAL" clId="{0C4B0DB6-929A-4816-82F8-C5CA7CCA52CE}" dt="2026-07-18T09:55:32.877" v="7949" actId="3064"/>
          <ac:spMkLst>
            <pc:docMk/>
            <pc:sldMk cId="407944480" sldId="351"/>
            <ac:spMk id="13" creationId="{A2213D5B-A3DE-C1DC-0B9D-B25DEB3590CD}"/>
          </ac:spMkLst>
        </pc:spChg>
        <pc:picChg chg="add del mod ord">
          <ac:chgData name="Michael Wegelin" userId="44f55030-522d-4388-8c84-12427b5d3861" providerId="ADAL" clId="{0C4B0DB6-929A-4816-82F8-C5CA7CCA52CE}" dt="2026-07-18T09:51:58.783" v="7925" actId="478"/>
          <ac:picMkLst>
            <pc:docMk/>
            <pc:sldMk cId="407944480" sldId="351"/>
            <ac:picMk id="5" creationId="{83F09D99-03F4-F85E-ED72-701738CF8C4E}"/>
          </ac:picMkLst>
        </pc:picChg>
        <pc:picChg chg="add mod ord">
          <ac:chgData name="Michael Wegelin" userId="44f55030-522d-4388-8c84-12427b5d3861" providerId="ADAL" clId="{0C4B0DB6-929A-4816-82F8-C5CA7CCA52CE}" dt="2026-07-18T09:54:22.279" v="7937" actId="1076"/>
          <ac:picMkLst>
            <pc:docMk/>
            <pc:sldMk cId="407944480" sldId="351"/>
            <ac:picMk id="9" creationId="{A8A247BB-9AB2-0E91-400E-BC5644B598A8}"/>
          </ac:picMkLst>
        </pc:picChg>
      </pc:sldChg>
      <pc:sldChg chg="addSp delSp modSp new mod modNotesTx">
        <pc:chgData name="Michael Wegelin" userId="44f55030-522d-4388-8c84-12427b5d3861" providerId="ADAL" clId="{0C4B0DB6-929A-4816-82F8-C5CA7CCA52CE}" dt="2026-07-18T10:05:52.376" v="7987" actId="1076"/>
        <pc:sldMkLst>
          <pc:docMk/>
          <pc:sldMk cId="2466281277" sldId="352"/>
        </pc:sldMkLst>
        <pc:spChg chg="mod">
          <ac:chgData name="Michael Wegelin" userId="44f55030-522d-4388-8c84-12427b5d3861" providerId="ADAL" clId="{0C4B0DB6-929A-4816-82F8-C5CA7CCA52CE}" dt="2026-07-18T09:41:09.046" v="7852" actId="20577"/>
          <ac:spMkLst>
            <pc:docMk/>
            <pc:sldMk cId="2466281277" sldId="352"/>
            <ac:spMk id="2" creationId="{30FDDBCC-084A-6742-8DC2-6D53AD80B73F}"/>
          </ac:spMkLst>
        </pc:spChg>
        <pc:spChg chg="mod">
          <ac:chgData name="Michael Wegelin" userId="44f55030-522d-4388-8c84-12427b5d3861" providerId="ADAL" clId="{0C4B0DB6-929A-4816-82F8-C5CA7CCA52CE}" dt="2026-07-18T09:56:11.932" v="7951"/>
          <ac:spMkLst>
            <pc:docMk/>
            <pc:sldMk cId="2466281277" sldId="352"/>
            <ac:spMk id="3" creationId="{35A260AC-EE00-1F36-EADB-89CDEC5F638C}"/>
          </ac:spMkLst>
        </pc:spChg>
        <pc:spChg chg="add mod">
          <ac:chgData name="Michael Wegelin" userId="44f55030-522d-4388-8c84-12427b5d3861" providerId="ADAL" clId="{0C4B0DB6-929A-4816-82F8-C5CA7CCA52CE}" dt="2026-07-18T09:56:33.110" v="7953"/>
          <ac:spMkLst>
            <pc:docMk/>
            <pc:sldMk cId="2466281277" sldId="352"/>
            <ac:spMk id="5" creationId="{D71C57F2-7933-297B-DB88-A09923C7178E}"/>
          </ac:spMkLst>
        </pc:spChg>
        <pc:picChg chg="add del mod">
          <ac:chgData name="Michael Wegelin" userId="44f55030-522d-4388-8c84-12427b5d3861" providerId="ADAL" clId="{0C4B0DB6-929A-4816-82F8-C5CA7CCA52CE}" dt="2026-07-18T10:05:16.273" v="7985" actId="478"/>
          <ac:picMkLst>
            <pc:docMk/>
            <pc:sldMk cId="2466281277" sldId="352"/>
            <ac:picMk id="7" creationId="{1DB9B543-B4A2-CBD4-068B-01AE2F7D9BE2}"/>
          </ac:picMkLst>
        </pc:picChg>
        <pc:picChg chg="add mod">
          <ac:chgData name="Michael Wegelin" userId="44f55030-522d-4388-8c84-12427b5d3861" providerId="ADAL" clId="{0C4B0DB6-929A-4816-82F8-C5CA7CCA52CE}" dt="2026-07-18T10:05:52.376" v="7987" actId="1076"/>
          <ac:picMkLst>
            <pc:docMk/>
            <pc:sldMk cId="2466281277" sldId="352"/>
            <ac:picMk id="9" creationId="{B812D7B4-84A5-88C0-9773-AF1338A090F9}"/>
          </ac:picMkLst>
        </pc:picChg>
      </pc:sldChg>
      <pc:sldChg chg="addSp modSp new mod modNotesTx">
        <pc:chgData name="Michael Wegelin" userId="44f55030-522d-4388-8c84-12427b5d3861" providerId="ADAL" clId="{0C4B0DB6-929A-4816-82F8-C5CA7CCA52CE}" dt="2026-07-18T10:11:08.637" v="8029" actId="20577"/>
        <pc:sldMkLst>
          <pc:docMk/>
          <pc:sldMk cId="1576183792" sldId="353"/>
        </pc:sldMkLst>
        <pc:spChg chg="mod">
          <ac:chgData name="Michael Wegelin" userId="44f55030-522d-4388-8c84-12427b5d3861" providerId="ADAL" clId="{0C4B0DB6-929A-4816-82F8-C5CA7CCA52CE}" dt="2026-07-18T09:58:57.743" v="7966"/>
          <ac:spMkLst>
            <pc:docMk/>
            <pc:sldMk cId="1576183792" sldId="353"/>
            <ac:spMk id="2" creationId="{A03717FC-43EC-0148-B7EE-FFCF4713D684}"/>
          </ac:spMkLst>
        </pc:spChg>
        <pc:spChg chg="mod">
          <ac:chgData name="Michael Wegelin" userId="44f55030-522d-4388-8c84-12427b5d3861" providerId="ADAL" clId="{0C4B0DB6-929A-4816-82F8-C5CA7CCA52CE}" dt="2026-07-18T10:11:08.637" v="8029" actId="20577"/>
          <ac:spMkLst>
            <pc:docMk/>
            <pc:sldMk cId="1576183792" sldId="353"/>
            <ac:spMk id="3" creationId="{9E923169-EEFC-2DAA-E4E0-F922AD096CC7}"/>
          </ac:spMkLst>
        </pc:spChg>
        <pc:spChg chg="add mod">
          <ac:chgData name="Michael Wegelin" userId="44f55030-522d-4388-8c84-12427b5d3861" providerId="ADAL" clId="{0C4B0DB6-929A-4816-82F8-C5CA7CCA52CE}" dt="2026-07-18T09:59:44.613" v="7970"/>
          <ac:spMkLst>
            <pc:docMk/>
            <pc:sldMk cId="1576183792" sldId="353"/>
            <ac:spMk id="5" creationId="{BBE92D65-E556-9C58-A41A-D2D8E77B81A6}"/>
          </ac:spMkLst>
        </pc:spChg>
      </pc:sldChg>
      <pc:sldChg chg="addSp delSp modSp new mod modNotesTx">
        <pc:chgData name="Michael Wegelin" userId="44f55030-522d-4388-8c84-12427b5d3861" providerId="ADAL" clId="{0C4B0DB6-929A-4816-82F8-C5CA7CCA52CE}" dt="2026-07-18T10:36:21.388" v="8111" actId="20577"/>
        <pc:sldMkLst>
          <pc:docMk/>
          <pc:sldMk cId="776938220" sldId="354"/>
        </pc:sldMkLst>
        <pc:spChg chg="mod">
          <ac:chgData name="Michael Wegelin" userId="44f55030-522d-4388-8c84-12427b5d3861" providerId="ADAL" clId="{0C4B0DB6-929A-4816-82F8-C5CA7CCA52CE}" dt="2026-07-18T09:58:19.757" v="7965"/>
          <ac:spMkLst>
            <pc:docMk/>
            <pc:sldMk cId="776938220" sldId="354"/>
            <ac:spMk id="2" creationId="{2CA9F0ED-1A97-542C-E50F-F38A97B8C5AB}"/>
          </ac:spMkLst>
        </pc:spChg>
        <pc:spChg chg="del">
          <ac:chgData name="Michael Wegelin" userId="44f55030-522d-4388-8c84-12427b5d3861" providerId="ADAL" clId="{0C4B0DB6-929A-4816-82F8-C5CA7CCA52CE}" dt="2026-07-18T10:31:44.774" v="8030" actId="22"/>
          <ac:spMkLst>
            <pc:docMk/>
            <pc:sldMk cId="776938220" sldId="354"/>
            <ac:spMk id="3" creationId="{1669EBBD-47D9-FD35-E0B9-EE95344FF323}"/>
          </ac:spMkLst>
        </pc:spChg>
        <pc:picChg chg="add mod ord">
          <ac:chgData name="Michael Wegelin" userId="44f55030-522d-4388-8c84-12427b5d3861" providerId="ADAL" clId="{0C4B0DB6-929A-4816-82F8-C5CA7CCA52CE}" dt="2026-07-18T10:31:44.774" v="8030" actId="22"/>
          <ac:picMkLst>
            <pc:docMk/>
            <pc:sldMk cId="776938220" sldId="354"/>
            <ac:picMk id="5" creationId="{78A183C5-FFE0-116D-1D62-B26E5747B7CF}"/>
          </ac:picMkLst>
        </pc:picChg>
      </pc:sldChg>
      <pc:sldChg chg="addSp modSp new mod modNotesTx">
        <pc:chgData name="Michael Wegelin" userId="44f55030-522d-4388-8c84-12427b5d3861" providerId="ADAL" clId="{0C4B0DB6-929A-4816-82F8-C5CA7CCA52CE}" dt="2026-07-18T12:04:38.643" v="8218" actId="27636"/>
        <pc:sldMkLst>
          <pc:docMk/>
          <pc:sldMk cId="2291511553" sldId="355"/>
        </pc:sldMkLst>
        <pc:spChg chg="mod">
          <ac:chgData name="Michael Wegelin" userId="44f55030-522d-4388-8c84-12427b5d3861" providerId="ADAL" clId="{0C4B0DB6-929A-4816-82F8-C5CA7CCA52CE}" dt="2026-07-18T10:41:59.972" v="8120"/>
          <ac:spMkLst>
            <pc:docMk/>
            <pc:sldMk cId="2291511553" sldId="355"/>
            <ac:spMk id="2" creationId="{8510BBB4-29A0-899C-D8C3-E19215FEB0F5}"/>
          </ac:spMkLst>
        </pc:spChg>
        <pc:spChg chg="mod">
          <ac:chgData name="Michael Wegelin" userId="44f55030-522d-4388-8c84-12427b5d3861" providerId="ADAL" clId="{0C4B0DB6-929A-4816-82F8-C5CA7CCA52CE}" dt="2026-07-18T12:04:38.643" v="8218" actId="27636"/>
          <ac:spMkLst>
            <pc:docMk/>
            <pc:sldMk cId="2291511553" sldId="355"/>
            <ac:spMk id="3" creationId="{6FAD834C-4CE3-09C6-60B7-2CAD2F019E4C}"/>
          </ac:spMkLst>
        </pc:spChg>
        <pc:spChg chg="add mod">
          <ac:chgData name="Michael Wegelin" userId="44f55030-522d-4388-8c84-12427b5d3861" providerId="ADAL" clId="{0C4B0DB6-929A-4816-82F8-C5CA7CCA52CE}" dt="2026-07-18T12:03:30.144" v="8196"/>
          <ac:spMkLst>
            <pc:docMk/>
            <pc:sldMk cId="2291511553" sldId="355"/>
            <ac:spMk id="5" creationId="{81396654-A55F-AF5B-1362-399C357619D8}"/>
          </ac:spMkLst>
        </pc:spChg>
      </pc:sldChg>
      <pc:sldChg chg="addSp modSp new mod modNotesTx">
        <pc:chgData name="Michael Wegelin" userId="44f55030-522d-4388-8c84-12427b5d3861" providerId="ADAL" clId="{0C4B0DB6-929A-4816-82F8-C5CA7CCA52CE}" dt="2026-07-18T12:17:25.507" v="8588" actId="166"/>
        <pc:sldMkLst>
          <pc:docMk/>
          <pc:sldMk cId="3152464777" sldId="356"/>
        </pc:sldMkLst>
        <pc:spChg chg="mod">
          <ac:chgData name="Michael Wegelin" userId="44f55030-522d-4388-8c84-12427b5d3861" providerId="ADAL" clId="{0C4B0DB6-929A-4816-82F8-C5CA7CCA52CE}" dt="2026-07-18T10:42:39.332" v="8128" actId="113"/>
          <ac:spMkLst>
            <pc:docMk/>
            <pc:sldMk cId="3152464777" sldId="356"/>
            <ac:spMk id="2" creationId="{C1E61958-4DB7-69A2-7879-AB7A9EF88052}"/>
          </ac:spMkLst>
        </pc:spChg>
        <pc:spChg chg="mod">
          <ac:chgData name="Michael Wegelin" userId="44f55030-522d-4388-8c84-12427b5d3861" providerId="ADAL" clId="{0C4B0DB6-929A-4816-82F8-C5CA7CCA52CE}" dt="2026-07-18T10:42:53.903" v="8131" actId="113"/>
          <ac:spMkLst>
            <pc:docMk/>
            <pc:sldMk cId="3152464777" sldId="356"/>
            <ac:spMk id="3" creationId="{FE2E9CC6-9309-E385-91A1-81F2EE8D0771}"/>
          </ac:spMkLst>
        </pc:spChg>
        <pc:spChg chg="add mod ord">
          <ac:chgData name="Michael Wegelin" userId="44f55030-522d-4388-8c84-12427b5d3861" providerId="ADAL" clId="{0C4B0DB6-929A-4816-82F8-C5CA7CCA52CE}" dt="2026-07-18T12:17:25.507" v="8588" actId="166"/>
          <ac:spMkLst>
            <pc:docMk/>
            <pc:sldMk cId="3152464777" sldId="356"/>
            <ac:spMk id="5" creationId="{B9EC7481-6AA3-7389-9A48-74114E728642}"/>
          </ac:spMkLst>
        </pc:spChg>
        <pc:graphicFrameChg chg="add mod">
          <ac:chgData name="Michael Wegelin" userId="44f55030-522d-4388-8c84-12427b5d3861" providerId="ADAL" clId="{0C4B0DB6-929A-4816-82F8-C5CA7CCA52CE}" dt="2026-07-18T12:12:01.309" v="8553"/>
          <ac:graphicFrameMkLst>
            <pc:docMk/>
            <pc:sldMk cId="3152464777" sldId="356"/>
            <ac:graphicFrameMk id="6" creationId="{AA6E7555-47BF-CFB6-516F-3E5CE22F1DE3}"/>
          </ac:graphicFrameMkLst>
        </pc:graphicFrameChg>
        <pc:graphicFrameChg chg="add mod modGraphic">
          <ac:chgData name="Michael Wegelin" userId="44f55030-522d-4388-8c84-12427b5d3861" providerId="ADAL" clId="{0C4B0DB6-929A-4816-82F8-C5CA7CCA52CE}" dt="2026-07-18T12:17:18.545" v="8587" actId="14100"/>
          <ac:graphicFrameMkLst>
            <pc:docMk/>
            <pc:sldMk cId="3152464777" sldId="356"/>
            <ac:graphicFrameMk id="7" creationId="{0021ACCA-3FB3-1E7D-0606-CB11D2D2A4CB}"/>
          </ac:graphicFrameMkLst>
        </pc:graphicFrameChg>
        <pc:picChg chg="add mod">
          <ac:chgData name="Michael Wegelin" userId="44f55030-522d-4388-8c84-12427b5d3861" providerId="ADAL" clId="{0C4B0DB6-929A-4816-82F8-C5CA7CCA52CE}" dt="2026-07-18T12:17:14.165" v="8586" actId="1076"/>
          <ac:picMkLst>
            <pc:docMk/>
            <pc:sldMk cId="3152464777" sldId="356"/>
            <ac:picMk id="9" creationId="{2E36A1C3-F89F-2965-8084-380D47A28712}"/>
          </ac:picMkLst>
        </pc:picChg>
      </pc:sldChg>
      <pc:sldChg chg="addSp delSp modSp new mod modNotesTx">
        <pc:chgData name="Michael Wegelin" userId="44f55030-522d-4388-8c84-12427b5d3861" providerId="ADAL" clId="{0C4B0DB6-929A-4816-82F8-C5CA7CCA52CE}" dt="2026-07-18T12:26:03.082" v="8721" actId="1076"/>
        <pc:sldMkLst>
          <pc:docMk/>
          <pc:sldMk cId="830952241" sldId="357"/>
        </pc:sldMkLst>
        <pc:spChg chg="mod">
          <ac:chgData name="Michael Wegelin" userId="44f55030-522d-4388-8c84-12427b5d3861" providerId="ADAL" clId="{0C4B0DB6-929A-4816-82F8-C5CA7CCA52CE}" dt="2026-07-18T10:43:23.148" v="8147" actId="20577"/>
          <ac:spMkLst>
            <pc:docMk/>
            <pc:sldMk cId="830952241" sldId="357"/>
            <ac:spMk id="2" creationId="{E6B94986-E0F6-D254-FDA3-4A958C15576E}"/>
          </ac:spMkLst>
        </pc:spChg>
        <pc:spChg chg="mod">
          <ac:chgData name="Michael Wegelin" userId="44f55030-522d-4388-8c84-12427b5d3861" providerId="ADAL" clId="{0C4B0DB6-929A-4816-82F8-C5CA7CCA52CE}" dt="2026-07-18T12:25:57.132" v="8720" actId="20577"/>
          <ac:spMkLst>
            <pc:docMk/>
            <pc:sldMk cId="830952241" sldId="357"/>
            <ac:spMk id="3" creationId="{C7C7A8A8-A5D8-5B33-487A-78D7D4F1A056}"/>
          </ac:spMkLst>
        </pc:spChg>
        <pc:spChg chg="add mod">
          <ac:chgData name="Michael Wegelin" userId="44f55030-522d-4388-8c84-12427b5d3861" providerId="ADAL" clId="{0C4B0DB6-929A-4816-82F8-C5CA7CCA52CE}" dt="2026-07-18T12:18:27.234" v="8590"/>
          <ac:spMkLst>
            <pc:docMk/>
            <pc:sldMk cId="830952241" sldId="357"/>
            <ac:spMk id="5" creationId="{123A29A7-9DA1-07E9-CA7F-8AB034E0FF8D}"/>
          </ac:spMkLst>
        </pc:spChg>
        <pc:graphicFrameChg chg="add del">
          <ac:chgData name="Michael Wegelin" userId="44f55030-522d-4388-8c84-12427b5d3861" providerId="ADAL" clId="{0C4B0DB6-929A-4816-82F8-C5CA7CCA52CE}" dt="2026-07-18T12:19:36.015" v="8599" actId="3680"/>
          <ac:graphicFrameMkLst>
            <pc:docMk/>
            <pc:sldMk cId="830952241" sldId="357"/>
            <ac:graphicFrameMk id="6" creationId="{9F70CCA7-5E88-65B4-7758-833D5BF875F0}"/>
          </ac:graphicFrameMkLst>
        </pc:graphicFrameChg>
        <pc:picChg chg="add mod">
          <ac:chgData name="Michael Wegelin" userId="44f55030-522d-4388-8c84-12427b5d3861" providerId="ADAL" clId="{0C4B0DB6-929A-4816-82F8-C5CA7CCA52CE}" dt="2026-07-18T12:26:03.082" v="8721" actId="1076"/>
          <ac:picMkLst>
            <pc:docMk/>
            <pc:sldMk cId="830952241" sldId="357"/>
            <ac:picMk id="8" creationId="{574521C5-D4D5-1150-B395-B9DB97BE5A36}"/>
          </ac:picMkLst>
        </pc:picChg>
      </pc:sldChg>
      <pc:sldChg chg="addSp delSp modSp new mod modClrScheme chgLayout modNotesTx">
        <pc:chgData name="Michael Wegelin" userId="44f55030-522d-4388-8c84-12427b5d3861" providerId="ADAL" clId="{0C4B0DB6-929A-4816-82F8-C5CA7CCA52CE}" dt="2026-07-18T12:33:57.644" v="8822" actId="14100"/>
        <pc:sldMkLst>
          <pc:docMk/>
          <pc:sldMk cId="2146744465" sldId="358"/>
        </pc:sldMkLst>
        <pc:spChg chg="mod ord">
          <ac:chgData name="Michael Wegelin" userId="44f55030-522d-4388-8c84-12427b5d3861" providerId="ADAL" clId="{0C4B0DB6-929A-4816-82F8-C5CA7CCA52CE}" dt="2026-07-18T12:30:28.642" v="8739" actId="700"/>
          <ac:spMkLst>
            <pc:docMk/>
            <pc:sldMk cId="2146744465" sldId="358"/>
            <ac:spMk id="2" creationId="{2A087E81-2D7E-B474-FDFD-006D56420C1C}"/>
          </ac:spMkLst>
        </pc:spChg>
        <pc:spChg chg="del mod ord">
          <ac:chgData name="Michael Wegelin" userId="44f55030-522d-4388-8c84-12427b5d3861" providerId="ADAL" clId="{0C4B0DB6-929A-4816-82F8-C5CA7CCA52CE}" dt="2026-07-18T12:32:59.353" v="8818" actId="22"/>
          <ac:spMkLst>
            <pc:docMk/>
            <pc:sldMk cId="2146744465" sldId="358"/>
            <ac:spMk id="3" creationId="{09C44D1D-0A84-627A-C790-EEDA985B57DD}"/>
          </ac:spMkLst>
        </pc:spChg>
        <pc:spChg chg="add del">
          <ac:chgData name="Michael Wegelin" userId="44f55030-522d-4388-8c84-12427b5d3861" providerId="ADAL" clId="{0C4B0DB6-929A-4816-82F8-C5CA7CCA52CE}" dt="2026-07-18T12:29:25.467" v="8723" actId="22"/>
          <ac:spMkLst>
            <pc:docMk/>
            <pc:sldMk cId="2146744465" sldId="358"/>
            <ac:spMk id="5" creationId="{23C8BBB2-3533-D847-4B4C-FF458E3F490B}"/>
          </ac:spMkLst>
        </pc:spChg>
        <pc:spChg chg="add del">
          <ac:chgData name="Michael Wegelin" userId="44f55030-522d-4388-8c84-12427b5d3861" providerId="ADAL" clId="{0C4B0DB6-929A-4816-82F8-C5CA7CCA52CE}" dt="2026-07-18T12:29:34.054" v="8725" actId="22"/>
          <ac:spMkLst>
            <pc:docMk/>
            <pc:sldMk cId="2146744465" sldId="358"/>
            <ac:spMk id="7" creationId="{3339D25A-5CD1-E9D0-7720-3FF9D770C9C7}"/>
          </ac:spMkLst>
        </pc:spChg>
        <pc:spChg chg="add mod">
          <ac:chgData name="Michael Wegelin" userId="44f55030-522d-4388-8c84-12427b5d3861" providerId="ADAL" clId="{0C4B0DB6-929A-4816-82F8-C5CA7CCA52CE}" dt="2026-07-18T12:29:52.950" v="8736" actId="20577"/>
          <ac:spMkLst>
            <pc:docMk/>
            <pc:sldMk cId="2146744465" sldId="358"/>
            <ac:spMk id="9" creationId="{C2BE5D56-7C5E-016D-9E01-7820D590E7C4}"/>
          </ac:spMkLst>
        </pc:spChg>
        <pc:spChg chg="add del mod ord">
          <ac:chgData name="Michael Wegelin" userId="44f55030-522d-4388-8c84-12427b5d3861" providerId="ADAL" clId="{0C4B0DB6-929A-4816-82F8-C5CA7CCA52CE}" dt="2026-07-18T12:30:20.569" v="8738" actId="700"/>
          <ac:spMkLst>
            <pc:docMk/>
            <pc:sldMk cId="2146744465" sldId="358"/>
            <ac:spMk id="10" creationId="{CFF7BC35-92AA-D3E0-681C-A673559DCE34}"/>
          </ac:spMkLst>
        </pc:spChg>
        <pc:spChg chg="add del mod ord">
          <ac:chgData name="Michael Wegelin" userId="44f55030-522d-4388-8c84-12427b5d3861" providerId="ADAL" clId="{0C4B0DB6-929A-4816-82F8-C5CA7CCA52CE}" dt="2026-07-18T12:30:20.569" v="8738" actId="700"/>
          <ac:spMkLst>
            <pc:docMk/>
            <pc:sldMk cId="2146744465" sldId="358"/>
            <ac:spMk id="11" creationId="{5C9DE376-27C4-D44D-B399-5C8544E82917}"/>
          </ac:spMkLst>
        </pc:spChg>
        <pc:spChg chg="add del mod ord">
          <ac:chgData name="Michael Wegelin" userId="44f55030-522d-4388-8c84-12427b5d3861" providerId="ADAL" clId="{0C4B0DB6-929A-4816-82F8-C5CA7CCA52CE}" dt="2026-07-18T12:30:20.569" v="8738" actId="700"/>
          <ac:spMkLst>
            <pc:docMk/>
            <pc:sldMk cId="2146744465" sldId="358"/>
            <ac:spMk id="12" creationId="{B355C7A1-D8B9-7585-A2B2-EEB03630A781}"/>
          </ac:spMkLst>
        </pc:spChg>
        <pc:spChg chg="add mod ord">
          <ac:chgData name="Michael Wegelin" userId="44f55030-522d-4388-8c84-12427b5d3861" providerId="ADAL" clId="{0C4B0DB6-929A-4816-82F8-C5CA7CCA52CE}" dt="2026-07-18T12:30:38.465" v="8765" actId="20577"/>
          <ac:spMkLst>
            <pc:docMk/>
            <pc:sldMk cId="2146744465" sldId="358"/>
            <ac:spMk id="13" creationId="{09098217-415A-9A28-48EB-7AA3EA7E5F41}"/>
          </ac:spMkLst>
        </pc:spChg>
        <pc:spChg chg="add mod ord">
          <ac:chgData name="Michael Wegelin" userId="44f55030-522d-4388-8c84-12427b5d3861" providerId="ADAL" clId="{0C4B0DB6-929A-4816-82F8-C5CA7CCA52CE}" dt="2026-07-18T12:30:49.819" v="8802" actId="20577"/>
          <ac:spMkLst>
            <pc:docMk/>
            <pc:sldMk cId="2146744465" sldId="358"/>
            <ac:spMk id="14" creationId="{C50EFB0D-2531-1C03-9F24-CC18F1838329}"/>
          </ac:spMkLst>
        </pc:spChg>
        <pc:spChg chg="add del mod ord">
          <ac:chgData name="Michael Wegelin" userId="44f55030-522d-4388-8c84-12427b5d3861" providerId="ADAL" clId="{0C4B0DB6-929A-4816-82F8-C5CA7CCA52CE}" dt="2026-07-18T12:33:39.146" v="8819" actId="22"/>
          <ac:spMkLst>
            <pc:docMk/>
            <pc:sldMk cId="2146744465" sldId="358"/>
            <ac:spMk id="15" creationId="{6B61373F-01D1-0769-8741-ADAC27E9D439}"/>
          </ac:spMkLst>
        </pc:spChg>
        <pc:picChg chg="add mod ord">
          <ac:chgData name="Michael Wegelin" userId="44f55030-522d-4388-8c84-12427b5d3861" providerId="ADAL" clId="{0C4B0DB6-929A-4816-82F8-C5CA7CCA52CE}" dt="2026-07-18T12:33:57.644" v="8822" actId="14100"/>
          <ac:picMkLst>
            <pc:docMk/>
            <pc:sldMk cId="2146744465" sldId="358"/>
            <ac:picMk id="17" creationId="{F947E0C4-A8B9-DD1D-8B7E-5AC3114988ED}"/>
          </ac:picMkLst>
        </pc:picChg>
        <pc:picChg chg="add mod ord">
          <ac:chgData name="Michael Wegelin" userId="44f55030-522d-4388-8c84-12427b5d3861" providerId="ADAL" clId="{0C4B0DB6-929A-4816-82F8-C5CA7CCA52CE}" dt="2026-07-18T12:33:51.471" v="8820" actId="1076"/>
          <ac:picMkLst>
            <pc:docMk/>
            <pc:sldMk cId="2146744465" sldId="358"/>
            <ac:picMk id="19" creationId="{56757476-50C6-D531-E6E4-79E4BC7A5DC8}"/>
          </ac:picMkLst>
        </pc:picChg>
      </pc:sldChg>
      <pc:sldChg chg="addSp delSp modSp new mod modNotesTx">
        <pc:chgData name="Michael Wegelin" userId="44f55030-522d-4388-8c84-12427b5d3861" providerId="ADAL" clId="{0C4B0DB6-929A-4816-82F8-C5CA7CCA52CE}" dt="2026-07-18T13:00:19.454" v="9029" actId="1035"/>
        <pc:sldMkLst>
          <pc:docMk/>
          <pc:sldMk cId="3548732369" sldId="359"/>
        </pc:sldMkLst>
        <pc:spChg chg="mod">
          <ac:chgData name="Michael Wegelin" userId="44f55030-522d-4388-8c84-12427b5d3861" providerId="ADAL" clId="{0C4B0DB6-929A-4816-82F8-C5CA7CCA52CE}" dt="2026-07-18T10:44:26.677" v="8154"/>
          <ac:spMkLst>
            <pc:docMk/>
            <pc:sldMk cId="3548732369" sldId="359"/>
            <ac:spMk id="2" creationId="{49233DDB-4F78-74DB-CEA8-F8CEE9B233EF}"/>
          </ac:spMkLst>
        </pc:spChg>
        <pc:spChg chg="mod">
          <ac:chgData name="Michael Wegelin" userId="44f55030-522d-4388-8c84-12427b5d3861" providerId="ADAL" clId="{0C4B0DB6-929A-4816-82F8-C5CA7CCA52CE}" dt="2026-07-18T12:58:12.554" v="8956" actId="27636"/>
          <ac:spMkLst>
            <pc:docMk/>
            <pc:sldMk cId="3548732369" sldId="359"/>
            <ac:spMk id="3" creationId="{2A3B56E1-C6F7-4058-E4DD-6AE18EA1B129}"/>
          </ac:spMkLst>
        </pc:spChg>
        <pc:spChg chg="add mod ord">
          <ac:chgData name="Michael Wegelin" userId="44f55030-522d-4388-8c84-12427b5d3861" providerId="ADAL" clId="{0C4B0DB6-929A-4816-82F8-C5CA7CCA52CE}" dt="2026-07-18T12:38:35.621" v="8846" actId="166"/>
          <ac:spMkLst>
            <pc:docMk/>
            <pc:sldMk cId="3548732369" sldId="359"/>
            <ac:spMk id="5" creationId="{30D9788F-3C30-0A39-2A24-5922A8FE6157}"/>
          </ac:spMkLst>
        </pc:spChg>
        <pc:graphicFrameChg chg="add mod modGraphic">
          <ac:chgData name="Michael Wegelin" userId="44f55030-522d-4388-8c84-12427b5d3861" providerId="ADAL" clId="{0C4B0DB6-929A-4816-82F8-C5CA7CCA52CE}" dt="2026-07-18T13:00:19.454" v="9029" actId="1035"/>
          <ac:graphicFrameMkLst>
            <pc:docMk/>
            <pc:sldMk cId="3548732369" sldId="359"/>
            <ac:graphicFrameMk id="8" creationId="{65E90649-7E92-AFE1-C251-99CFD514C4C4}"/>
          </ac:graphicFrameMkLst>
        </pc:graphicFrameChg>
        <pc:picChg chg="add del mod">
          <ac:chgData name="Michael Wegelin" userId="44f55030-522d-4388-8c84-12427b5d3861" providerId="ADAL" clId="{0C4B0DB6-929A-4816-82F8-C5CA7CCA52CE}" dt="2026-07-18T12:57:56.342" v="8952" actId="478"/>
          <ac:picMkLst>
            <pc:docMk/>
            <pc:sldMk cId="3548732369" sldId="359"/>
            <ac:picMk id="7" creationId="{70DA6524-74AF-C653-3595-B3D2B00FE57B}"/>
          </ac:picMkLst>
        </pc:picChg>
      </pc:sldChg>
      <pc:sldChg chg="addSp delSp modSp new mod modNotesTx">
        <pc:chgData name="Michael Wegelin" userId="44f55030-522d-4388-8c84-12427b5d3861" providerId="ADAL" clId="{0C4B0DB6-929A-4816-82F8-C5CA7CCA52CE}" dt="2026-07-18T12:49:44.751" v="8907" actId="20577"/>
        <pc:sldMkLst>
          <pc:docMk/>
          <pc:sldMk cId="1940656148" sldId="360"/>
        </pc:sldMkLst>
        <pc:spChg chg="mod">
          <ac:chgData name="Michael Wegelin" userId="44f55030-522d-4388-8c84-12427b5d3861" providerId="ADAL" clId="{0C4B0DB6-929A-4816-82F8-C5CA7CCA52CE}" dt="2026-07-18T10:44:53.386" v="8157"/>
          <ac:spMkLst>
            <pc:docMk/>
            <pc:sldMk cId="1940656148" sldId="360"/>
            <ac:spMk id="2" creationId="{5ACFB1A6-002E-4B17-E05B-997D72274520}"/>
          </ac:spMkLst>
        </pc:spChg>
        <pc:spChg chg="mod">
          <ac:chgData name="Michael Wegelin" userId="44f55030-522d-4388-8c84-12427b5d3861" providerId="ADAL" clId="{0C4B0DB6-929A-4816-82F8-C5CA7CCA52CE}" dt="2026-07-18T10:45:04.019" v="8159"/>
          <ac:spMkLst>
            <pc:docMk/>
            <pc:sldMk cId="1940656148" sldId="360"/>
            <ac:spMk id="3" creationId="{814080C1-D8E7-64B7-2822-FD22233C1C85}"/>
          </ac:spMkLst>
        </pc:spChg>
        <pc:spChg chg="add mod">
          <ac:chgData name="Michael Wegelin" userId="44f55030-522d-4388-8c84-12427b5d3861" providerId="ADAL" clId="{0C4B0DB6-929A-4816-82F8-C5CA7CCA52CE}" dt="2026-07-18T12:45:36.159" v="8863" actId="20577"/>
          <ac:spMkLst>
            <pc:docMk/>
            <pc:sldMk cId="1940656148" sldId="360"/>
            <ac:spMk id="7" creationId="{A4EB8E77-3FE5-815E-D6EA-B5A1D409FCF9}"/>
          </ac:spMkLst>
        </pc:spChg>
        <pc:graphicFrameChg chg="add mod modGraphic">
          <ac:chgData name="Michael Wegelin" userId="44f55030-522d-4388-8c84-12427b5d3861" providerId="ADAL" clId="{0C4B0DB6-929A-4816-82F8-C5CA7CCA52CE}" dt="2026-07-18T12:48:49.309" v="8897"/>
          <ac:graphicFrameMkLst>
            <pc:docMk/>
            <pc:sldMk cId="1940656148" sldId="360"/>
            <ac:graphicFrameMk id="8" creationId="{9C933D80-5D26-E001-46A0-3CAE9C0E30AF}"/>
          </ac:graphicFrameMkLst>
        </pc:graphicFrameChg>
        <pc:picChg chg="add del">
          <ac:chgData name="Michael Wegelin" userId="44f55030-522d-4388-8c84-12427b5d3861" providerId="ADAL" clId="{0C4B0DB6-929A-4816-82F8-C5CA7CCA52CE}" dt="2026-07-18T12:43:52.131" v="8849" actId="22"/>
          <ac:picMkLst>
            <pc:docMk/>
            <pc:sldMk cId="1940656148" sldId="360"/>
            <ac:picMk id="5" creationId="{25720825-77AB-5F3A-03DF-F1849F7AC96E}"/>
          </ac:picMkLst>
        </pc:picChg>
      </pc:sldChg>
      <pc:sldChg chg="addSp modSp new mod modNotesTx">
        <pc:chgData name="Michael Wegelin" userId="44f55030-522d-4388-8c84-12427b5d3861" providerId="ADAL" clId="{0C4B0DB6-929A-4816-82F8-C5CA7CCA52CE}" dt="2026-07-18T12:57:14.916" v="8951" actId="1076"/>
        <pc:sldMkLst>
          <pc:docMk/>
          <pc:sldMk cId="3789807145" sldId="361"/>
        </pc:sldMkLst>
        <pc:spChg chg="mod">
          <ac:chgData name="Michael Wegelin" userId="44f55030-522d-4388-8c84-12427b5d3861" providerId="ADAL" clId="{0C4B0DB6-929A-4816-82F8-C5CA7CCA52CE}" dt="2026-07-18T10:45:32.611" v="8170" actId="20577"/>
          <ac:spMkLst>
            <pc:docMk/>
            <pc:sldMk cId="3789807145" sldId="361"/>
            <ac:spMk id="2" creationId="{A9FF65A5-A9E5-7542-6493-5A512596CDD8}"/>
          </ac:spMkLst>
        </pc:spChg>
        <pc:picChg chg="add mod">
          <ac:chgData name="Michael Wegelin" userId="44f55030-522d-4388-8c84-12427b5d3861" providerId="ADAL" clId="{0C4B0DB6-929A-4816-82F8-C5CA7CCA52CE}" dt="2026-07-18T12:57:14.916" v="8951" actId="1076"/>
          <ac:picMkLst>
            <pc:docMk/>
            <pc:sldMk cId="3789807145" sldId="361"/>
            <ac:picMk id="5" creationId="{EA2ABBAD-37CC-F142-A9C5-B95CCDFA5107}"/>
          </ac:picMkLst>
        </pc:picChg>
      </pc:sldChg>
      <pc:sldChg chg="addSp modSp new mod modNotesTx">
        <pc:chgData name="Michael Wegelin" userId="44f55030-522d-4388-8c84-12427b5d3861" providerId="ADAL" clId="{0C4B0DB6-929A-4816-82F8-C5CA7CCA52CE}" dt="2026-07-18T13:03:21.905" v="9107" actId="27636"/>
        <pc:sldMkLst>
          <pc:docMk/>
          <pc:sldMk cId="1839797413" sldId="362"/>
        </pc:sldMkLst>
        <pc:spChg chg="mod">
          <ac:chgData name="Michael Wegelin" userId="44f55030-522d-4388-8c84-12427b5d3861" providerId="ADAL" clId="{0C4B0DB6-929A-4816-82F8-C5CA7CCA52CE}" dt="2026-07-18T10:46:09.024" v="8171"/>
          <ac:spMkLst>
            <pc:docMk/>
            <pc:sldMk cId="1839797413" sldId="362"/>
            <ac:spMk id="2" creationId="{7941EBA5-F7F2-C298-DDC0-8A85BAD2EB23}"/>
          </ac:spMkLst>
        </pc:spChg>
        <pc:spChg chg="mod">
          <ac:chgData name="Michael Wegelin" userId="44f55030-522d-4388-8c84-12427b5d3861" providerId="ADAL" clId="{0C4B0DB6-929A-4816-82F8-C5CA7CCA52CE}" dt="2026-07-18T13:03:21.905" v="9107" actId="27636"/>
          <ac:spMkLst>
            <pc:docMk/>
            <pc:sldMk cId="1839797413" sldId="362"/>
            <ac:spMk id="3" creationId="{1E3D8828-AE19-5838-03E6-D8EB7E9699D5}"/>
          </ac:spMkLst>
        </pc:spChg>
        <pc:graphicFrameChg chg="add mod modGraphic">
          <ac:chgData name="Michael Wegelin" userId="44f55030-522d-4388-8c84-12427b5d3861" providerId="ADAL" clId="{0C4B0DB6-929A-4816-82F8-C5CA7CCA52CE}" dt="2026-07-18T13:03:12.879" v="9105" actId="14100"/>
          <ac:graphicFrameMkLst>
            <pc:docMk/>
            <pc:sldMk cId="1839797413" sldId="362"/>
            <ac:graphicFrameMk id="4" creationId="{5AB92E3B-6DA5-B9B7-740F-AF45BD139A94}"/>
          </ac:graphicFrameMkLst>
        </pc:graphicFrameChg>
      </pc:sldChg>
      <pc:sldChg chg="add del">
        <pc:chgData name="Michael Wegelin" userId="44f55030-522d-4388-8c84-12427b5d3861" providerId="ADAL" clId="{0C4B0DB6-929A-4816-82F8-C5CA7CCA52CE}" dt="2026-07-18T12:56:42.844" v="8944"/>
        <pc:sldMkLst>
          <pc:docMk/>
          <pc:sldMk cId="4048037427" sldId="36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72F83C-6656-4653-BD4F-8D656BC77D0B}" type="doc">
      <dgm:prSet loTypeId="urn:microsoft.com/office/officeart/2024/layout/BulletTimelineInverted" loCatId="process" qsTypeId="urn:microsoft.com/office/officeart/2005/8/quickstyle/simple1" qsCatId="simple" csTypeId="urn:microsoft.com/office/officeart/2005/8/colors/accent1_2" csCatId="accent1" phldr="1"/>
      <dgm:spPr/>
      <dgm:t>
        <a:bodyPr/>
        <a:lstStyle/>
        <a:p>
          <a:endParaRPr lang="de-DE"/>
        </a:p>
      </dgm:t>
    </dgm:pt>
    <dgm:pt modelId="{80DAD76A-E769-4443-BAFA-FEE48DC03EB1}">
      <dgm:prSet phldrT="[Text]" phldr="0"/>
      <dgm:spPr/>
      <dgm:t>
        <a:bodyPr/>
        <a:lstStyle/>
        <a:p>
          <a:pPr>
            <a:defRPr b="1"/>
          </a:pPr>
          <a:r>
            <a:rPr lang="de-DE" dirty="0"/>
            <a:t>Empfangen</a:t>
          </a:r>
        </a:p>
      </dgm:t>
    </dgm:pt>
    <dgm:pt modelId="{8461070B-A007-4CFC-BB23-B7B0B3AD46AF}" type="parTrans" cxnId="{6A77E21D-C3E5-477B-8801-7770C597E21F}">
      <dgm:prSet/>
      <dgm:spPr/>
      <dgm:t>
        <a:bodyPr/>
        <a:lstStyle/>
        <a:p>
          <a:endParaRPr lang="de-DE"/>
        </a:p>
      </dgm:t>
    </dgm:pt>
    <dgm:pt modelId="{67A75A03-EA3C-49F2-AC50-A169F426F71F}" type="sibTrans" cxnId="{6A77E21D-C3E5-477B-8801-7770C597E21F}">
      <dgm:prSet/>
      <dgm:spPr/>
      <dgm:t>
        <a:bodyPr/>
        <a:lstStyle/>
        <a:p>
          <a:endParaRPr lang="de-DE"/>
        </a:p>
      </dgm:t>
    </dgm:pt>
    <dgm:pt modelId="{23F4D1B5-858C-499A-B526-B6073CFB94C4}">
      <dgm:prSet phldrT="[Text]"/>
      <dgm:spPr/>
      <dgm:t>
        <a:bodyPr/>
        <a:lstStyle/>
        <a:p>
          <a:r>
            <a:rPr lang="de-DE" dirty="0"/>
            <a:t>Protokoll und Nachricht übernehmen</a:t>
          </a:r>
        </a:p>
      </dgm:t>
    </dgm:pt>
    <dgm:pt modelId="{E298BDDF-4CD3-49F8-A368-F0D84AA4B9C8}" type="parTrans" cxnId="{3DE4BD2C-605A-409B-8217-BBF2C78B2879}">
      <dgm:prSet/>
      <dgm:spPr/>
      <dgm:t>
        <a:bodyPr/>
        <a:lstStyle/>
        <a:p>
          <a:endParaRPr lang="de-DE"/>
        </a:p>
      </dgm:t>
    </dgm:pt>
    <dgm:pt modelId="{491FBDA7-CE9F-4866-9481-BA7C288D97E3}" type="sibTrans" cxnId="{3DE4BD2C-605A-409B-8217-BBF2C78B2879}">
      <dgm:prSet/>
      <dgm:spPr/>
      <dgm:t>
        <a:bodyPr/>
        <a:lstStyle/>
        <a:p>
          <a:endParaRPr lang="de-DE"/>
        </a:p>
      </dgm:t>
    </dgm:pt>
    <dgm:pt modelId="{BA15864C-6DB7-46C3-8034-FBB96C7E3300}">
      <dgm:prSet phldrT="[Text]" phldr="0"/>
      <dgm:spPr/>
      <dgm:t>
        <a:bodyPr/>
        <a:lstStyle/>
        <a:p>
          <a:pPr>
            <a:defRPr b="1"/>
          </a:pPr>
          <a:r>
            <a:rPr lang="de-DE" dirty="0"/>
            <a:t>Konvertieren</a:t>
          </a:r>
        </a:p>
      </dgm:t>
    </dgm:pt>
    <dgm:pt modelId="{EE08E435-7667-475E-B18A-CD4D14BA56E1}" type="parTrans" cxnId="{6E7C1C74-CF6B-4300-BB32-FA35266195DB}">
      <dgm:prSet/>
      <dgm:spPr/>
      <dgm:t>
        <a:bodyPr/>
        <a:lstStyle/>
        <a:p>
          <a:endParaRPr lang="de-DE"/>
        </a:p>
      </dgm:t>
    </dgm:pt>
    <dgm:pt modelId="{674B534B-828B-4057-9987-511C77EF5F21}" type="sibTrans" cxnId="{6E7C1C74-CF6B-4300-BB32-FA35266195DB}">
      <dgm:prSet/>
      <dgm:spPr/>
      <dgm:t>
        <a:bodyPr/>
        <a:lstStyle/>
        <a:p>
          <a:endParaRPr lang="de-DE"/>
        </a:p>
      </dgm:t>
    </dgm:pt>
    <dgm:pt modelId="{47F7457D-9F87-47B2-985B-87B8ECEC62FD}">
      <dgm:prSet phldrT="[Text]"/>
      <dgm:spPr/>
      <dgm:t>
        <a:bodyPr/>
        <a:lstStyle/>
        <a:p>
          <a:r>
            <a:rPr lang="de-DE" dirty="0"/>
            <a:t>Darstellungsformat ändern</a:t>
          </a:r>
        </a:p>
      </dgm:t>
    </dgm:pt>
    <dgm:pt modelId="{BDFDEF7D-FD96-4A57-B9A9-84A1A30B3601}" type="parTrans" cxnId="{EE401CF5-8EB4-433B-A8D5-5BA72FFEA8CD}">
      <dgm:prSet/>
      <dgm:spPr/>
      <dgm:t>
        <a:bodyPr/>
        <a:lstStyle/>
        <a:p>
          <a:endParaRPr lang="de-DE"/>
        </a:p>
      </dgm:t>
    </dgm:pt>
    <dgm:pt modelId="{8EF0D047-BE46-4233-8E50-2CD7878348AE}" type="sibTrans" cxnId="{EE401CF5-8EB4-433B-A8D5-5BA72FFEA8CD}">
      <dgm:prSet/>
      <dgm:spPr/>
      <dgm:t>
        <a:bodyPr/>
        <a:lstStyle/>
        <a:p>
          <a:endParaRPr lang="de-DE"/>
        </a:p>
      </dgm:t>
    </dgm:pt>
    <dgm:pt modelId="{455C218B-9EEC-467B-AA29-593CE9B0E5C5}">
      <dgm:prSet phldrT="[Text]" phldr="0"/>
      <dgm:spPr/>
      <dgm:t>
        <a:bodyPr/>
        <a:lstStyle/>
        <a:p>
          <a:pPr>
            <a:defRPr b="1"/>
          </a:pPr>
          <a:r>
            <a:rPr lang="de-DE" dirty="0"/>
            <a:t>Validieren</a:t>
          </a:r>
        </a:p>
      </dgm:t>
    </dgm:pt>
    <dgm:pt modelId="{46BDDC00-DD31-47E6-8A44-9E57DF4D5AFB}" type="parTrans" cxnId="{840C3C9E-5338-4BD0-A6F7-B69EEB8B24CC}">
      <dgm:prSet/>
      <dgm:spPr/>
      <dgm:t>
        <a:bodyPr/>
        <a:lstStyle/>
        <a:p>
          <a:endParaRPr lang="de-DE"/>
        </a:p>
      </dgm:t>
    </dgm:pt>
    <dgm:pt modelId="{C30981DE-4008-4F9C-BA6F-85F73F44ADEB}" type="sibTrans" cxnId="{840C3C9E-5338-4BD0-A6F7-B69EEB8B24CC}">
      <dgm:prSet/>
      <dgm:spPr/>
      <dgm:t>
        <a:bodyPr/>
        <a:lstStyle/>
        <a:p>
          <a:endParaRPr lang="de-DE"/>
        </a:p>
      </dgm:t>
    </dgm:pt>
    <dgm:pt modelId="{67B83C23-F4F3-4E5B-97DF-E00267DD5DC6}">
      <dgm:prSet phldrT="[Text]"/>
      <dgm:spPr/>
      <dgm:t>
        <a:bodyPr/>
        <a:lstStyle/>
        <a:p>
          <a:r>
            <a:rPr lang="de-DE" dirty="0"/>
            <a:t>Struktur und Pflichtfelder prüfen</a:t>
          </a:r>
        </a:p>
      </dgm:t>
    </dgm:pt>
    <dgm:pt modelId="{28A1E5F9-0775-4705-9BC2-04F856E9E41C}" type="parTrans" cxnId="{A3558954-7C82-4768-9401-AB4A8130BFE7}">
      <dgm:prSet/>
      <dgm:spPr/>
      <dgm:t>
        <a:bodyPr/>
        <a:lstStyle/>
        <a:p>
          <a:endParaRPr lang="de-DE"/>
        </a:p>
      </dgm:t>
    </dgm:pt>
    <dgm:pt modelId="{F767D1C4-4E29-4ABD-B4F6-7570FC0F2387}" type="sibTrans" cxnId="{A3558954-7C82-4768-9401-AB4A8130BFE7}">
      <dgm:prSet/>
      <dgm:spPr/>
      <dgm:t>
        <a:bodyPr/>
        <a:lstStyle/>
        <a:p>
          <a:endParaRPr lang="de-DE"/>
        </a:p>
      </dgm:t>
    </dgm:pt>
    <dgm:pt modelId="{D41344F9-D228-4DC2-B730-73A64690FEF0}">
      <dgm:prSet phldrT="[Text]" phldr="0"/>
      <dgm:spPr/>
      <dgm:t>
        <a:bodyPr/>
        <a:lstStyle/>
        <a:p>
          <a:pPr>
            <a:defRPr b="1"/>
          </a:pPr>
          <a:r>
            <a:rPr lang="de-DE" dirty="0"/>
            <a:t>Anreichern</a:t>
          </a:r>
        </a:p>
      </dgm:t>
    </dgm:pt>
    <dgm:pt modelId="{249B4643-DE68-4DD0-94C1-2D937709CCB8}" type="parTrans" cxnId="{920C6800-65F0-4996-9B1E-10A87DF2344B}">
      <dgm:prSet/>
      <dgm:spPr/>
      <dgm:t>
        <a:bodyPr/>
        <a:lstStyle/>
        <a:p>
          <a:endParaRPr lang="de-DE"/>
        </a:p>
      </dgm:t>
    </dgm:pt>
    <dgm:pt modelId="{D9C82328-A875-4C65-B374-A491099BC7F5}" type="sibTrans" cxnId="{920C6800-65F0-4996-9B1E-10A87DF2344B}">
      <dgm:prSet/>
      <dgm:spPr/>
      <dgm:t>
        <a:bodyPr/>
        <a:lstStyle/>
        <a:p>
          <a:endParaRPr lang="de-DE"/>
        </a:p>
      </dgm:t>
    </dgm:pt>
    <dgm:pt modelId="{1CCEB79B-6241-4D4C-A239-4F2EF1025872}">
      <dgm:prSet phldrT="[Text]" phldr="0"/>
      <dgm:spPr/>
      <dgm:t>
        <a:bodyPr/>
        <a:lstStyle/>
        <a:p>
          <a:pPr>
            <a:defRPr b="1"/>
          </a:pPr>
          <a:r>
            <a:rPr lang="de-DE" dirty="0"/>
            <a:t>Transformieren</a:t>
          </a:r>
        </a:p>
      </dgm:t>
    </dgm:pt>
    <dgm:pt modelId="{574C63FA-DE66-454E-AB2B-44DFC7C774DA}" type="parTrans" cxnId="{1E38E4E4-938D-4BC1-8F79-54C7225D37B3}">
      <dgm:prSet/>
      <dgm:spPr/>
      <dgm:t>
        <a:bodyPr/>
        <a:lstStyle/>
        <a:p>
          <a:endParaRPr lang="de-DE"/>
        </a:p>
      </dgm:t>
    </dgm:pt>
    <dgm:pt modelId="{A01DBFDF-EC64-421C-9610-E85C4A756D31}" type="sibTrans" cxnId="{1E38E4E4-938D-4BC1-8F79-54C7225D37B3}">
      <dgm:prSet/>
      <dgm:spPr/>
      <dgm:t>
        <a:bodyPr/>
        <a:lstStyle/>
        <a:p>
          <a:endParaRPr lang="de-DE"/>
        </a:p>
      </dgm:t>
    </dgm:pt>
    <dgm:pt modelId="{43ABFE26-9990-44F1-8963-BE5DAE49D7B4}">
      <dgm:prSet phldrT="[Text]" phldr="0"/>
      <dgm:spPr/>
      <dgm:t>
        <a:bodyPr/>
        <a:lstStyle/>
        <a:p>
          <a:pPr>
            <a:defRPr b="1"/>
          </a:pPr>
          <a:r>
            <a:rPr lang="de-DE" dirty="0"/>
            <a:t>Senden</a:t>
          </a:r>
        </a:p>
      </dgm:t>
    </dgm:pt>
    <dgm:pt modelId="{1E191248-4371-425C-8205-2F186D5782FA}" type="parTrans" cxnId="{0F3C5115-CE9E-4E04-8A93-31FC4CD3584E}">
      <dgm:prSet/>
      <dgm:spPr/>
      <dgm:t>
        <a:bodyPr/>
        <a:lstStyle/>
        <a:p>
          <a:endParaRPr lang="de-DE"/>
        </a:p>
      </dgm:t>
    </dgm:pt>
    <dgm:pt modelId="{F346C049-6917-47B1-9F14-9B2A07CDEBB2}" type="sibTrans" cxnId="{0F3C5115-CE9E-4E04-8A93-31FC4CD3584E}">
      <dgm:prSet/>
      <dgm:spPr/>
      <dgm:t>
        <a:bodyPr/>
        <a:lstStyle/>
        <a:p>
          <a:endParaRPr lang="de-DE"/>
        </a:p>
      </dgm:t>
    </dgm:pt>
    <dgm:pt modelId="{E7FD243B-24B6-439A-9E1A-7E1FA0FC284B}">
      <dgm:prSet phldrT="[Text]" phldr="0"/>
      <dgm:spPr/>
      <dgm:t>
        <a:bodyPr/>
        <a:lstStyle/>
        <a:p>
          <a:r>
            <a:rPr lang="de-DE" dirty="0"/>
            <a:t>zusätzliche Informationen ergänzen</a:t>
          </a:r>
        </a:p>
      </dgm:t>
    </dgm:pt>
    <dgm:pt modelId="{4DA7A911-031C-4E32-AE3F-EA731B4DAE3E}" type="parTrans" cxnId="{7F7C1085-94EA-49AE-B5C8-FBF73B09B3A7}">
      <dgm:prSet/>
      <dgm:spPr/>
      <dgm:t>
        <a:bodyPr/>
        <a:lstStyle/>
        <a:p>
          <a:endParaRPr lang="de-DE"/>
        </a:p>
      </dgm:t>
    </dgm:pt>
    <dgm:pt modelId="{57891561-8861-4E52-8A0E-431065A11F17}" type="sibTrans" cxnId="{7F7C1085-94EA-49AE-B5C8-FBF73B09B3A7}">
      <dgm:prSet/>
      <dgm:spPr/>
      <dgm:t>
        <a:bodyPr/>
        <a:lstStyle/>
        <a:p>
          <a:endParaRPr lang="de-DE"/>
        </a:p>
      </dgm:t>
    </dgm:pt>
    <dgm:pt modelId="{184CAE31-5263-46EE-ADFC-7682B4B69ACF}">
      <dgm:prSet phldrT="[Text]" phldr="0"/>
      <dgm:spPr/>
      <dgm:t>
        <a:bodyPr/>
        <a:lstStyle/>
        <a:p>
          <a:r>
            <a:rPr lang="de-DE"/>
            <a:t>Struktur und Werte abbilden</a:t>
          </a:r>
          <a:endParaRPr lang="de-DE" dirty="0"/>
        </a:p>
      </dgm:t>
    </dgm:pt>
    <dgm:pt modelId="{B957AE2E-7C0E-4BD7-B434-E0D3F5A1D07D}" type="parTrans" cxnId="{57CEBF7B-6AD4-46C6-A0A1-D928F909AEB4}">
      <dgm:prSet/>
      <dgm:spPr/>
      <dgm:t>
        <a:bodyPr/>
        <a:lstStyle/>
        <a:p>
          <a:endParaRPr lang="de-DE"/>
        </a:p>
      </dgm:t>
    </dgm:pt>
    <dgm:pt modelId="{FF0D8B2A-7756-490D-BC92-865C527235DB}" type="sibTrans" cxnId="{57CEBF7B-6AD4-46C6-A0A1-D928F909AEB4}">
      <dgm:prSet/>
      <dgm:spPr/>
      <dgm:t>
        <a:bodyPr/>
        <a:lstStyle/>
        <a:p>
          <a:endParaRPr lang="de-DE"/>
        </a:p>
      </dgm:t>
    </dgm:pt>
    <dgm:pt modelId="{B76DDDF6-AAB1-4827-A267-464F7CB86CCA}">
      <dgm:prSet phldrT="[Text]" phldr="0"/>
      <dgm:spPr/>
      <dgm:t>
        <a:bodyPr/>
        <a:lstStyle/>
        <a:p>
          <a:r>
            <a:rPr lang="de-DE"/>
            <a:t>Nachricht an den Empfänger übergeben</a:t>
          </a:r>
          <a:endParaRPr lang="de-DE" dirty="0"/>
        </a:p>
      </dgm:t>
    </dgm:pt>
    <dgm:pt modelId="{F4B0C1B3-C980-4263-8D72-9EC20FFBC37A}" type="parTrans" cxnId="{4BBB57E4-8513-4F4B-B1C9-AD541936D0E6}">
      <dgm:prSet/>
      <dgm:spPr/>
      <dgm:t>
        <a:bodyPr/>
        <a:lstStyle/>
        <a:p>
          <a:endParaRPr lang="de-DE"/>
        </a:p>
      </dgm:t>
    </dgm:pt>
    <dgm:pt modelId="{406F255B-27AB-463B-9651-884C2A8B485E}" type="sibTrans" cxnId="{4BBB57E4-8513-4F4B-B1C9-AD541936D0E6}">
      <dgm:prSet/>
      <dgm:spPr/>
      <dgm:t>
        <a:bodyPr/>
        <a:lstStyle/>
        <a:p>
          <a:endParaRPr lang="de-DE"/>
        </a:p>
      </dgm:t>
    </dgm:pt>
    <dgm:pt modelId="{202C0B0C-CA53-44B4-B75C-A67419D7F810}" type="pres">
      <dgm:prSet presAssocID="{EC72F83C-6656-4653-BD4F-8D656BC77D0B}" presName="root" presStyleCnt="0">
        <dgm:presLayoutVars>
          <dgm:dir/>
          <dgm:animLvl val="lvl"/>
        </dgm:presLayoutVars>
      </dgm:prSet>
      <dgm:spPr/>
    </dgm:pt>
    <dgm:pt modelId="{FE1B5D3D-6422-46F4-B665-CD2F4E1C8786}" type="pres">
      <dgm:prSet presAssocID="{EC72F83C-6656-4653-BD4F-8D656BC77D0B}" presName="divider" presStyleCnt="0"/>
      <dgm:spPr/>
    </dgm:pt>
    <dgm:pt modelId="{3C0A4936-6946-46EB-912C-329F04A9D533}" type="pres">
      <dgm:prSet presAssocID="{EC72F83C-6656-4653-BD4F-8D656BC77D0B}" presName="rectBar" presStyleLbl="dkBgShp" presStyleIdx="0" presStyleCnt="8"/>
      <dgm:spPr>
        <a:gradFill rotWithShape="0">
          <a:gsLst>
            <a:gs pos="0">
              <a:schemeClr val="accent1">
                <a:tint val="76000"/>
              </a:schemeClr>
            </a:gs>
            <a:gs pos="100000">
              <a:schemeClr val="accent1">
                <a:tint val="76000"/>
              </a:schemeClr>
            </a:gs>
          </a:gsLst>
          <a:lin ang="0" scaled="0"/>
        </a:gradFill>
        <a:ln>
          <a:noFill/>
        </a:ln>
        <a:effectLst/>
      </dgm:spPr>
    </dgm:pt>
    <dgm:pt modelId="{2DF6CDC9-DBAF-4DD0-9DBB-DE49EC3C6908}" type="pres">
      <dgm:prSet presAssocID="{EC72F83C-6656-4653-BD4F-8D656BC77D0B}" presName="chevronArrow" presStyleLbl="dkBgShp" presStyleIdx="1" presStyleCnt="8"/>
      <dgm:spPr>
        <a:gradFill rotWithShape="0">
          <a:gsLst>
            <a:gs pos="0">
              <a:schemeClr val="accent1">
                <a:tint val="76000"/>
              </a:schemeClr>
            </a:gs>
            <a:gs pos="100000">
              <a:schemeClr val="accent1">
                <a:tint val="76000"/>
              </a:schemeClr>
            </a:gs>
          </a:gsLst>
          <a:lin ang="0" scaled="0"/>
        </a:gradFill>
        <a:ln>
          <a:noFill/>
        </a:ln>
        <a:effectLst/>
      </dgm:spPr>
    </dgm:pt>
    <dgm:pt modelId="{F5E0ECD0-86B6-4D94-9049-167ADE589F32}" type="pres">
      <dgm:prSet presAssocID="{EC72F83C-6656-4653-BD4F-8D656BC77D0B}" presName="nodes" presStyleCnt="0">
        <dgm:presLayoutVars>
          <dgm:chMax/>
          <dgm:chPref/>
          <dgm:animLvl val="lvl"/>
        </dgm:presLayoutVars>
      </dgm:prSet>
      <dgm:spPr/>
    </dgm:pt>
    <dgm:pt modelId="{D95F9802-42E9-46B3-9BE1-9E7BB8EE1C57}" type="pres">
      <dgm:prSet presAssocID="{80DAD76A-E769-4443-BAFA-FEE48DC03EB1}" presName="composite" presStyleCnt="0"/>
      <dgm:spPr/>
    </dgm:pt>
    <dgm:pt modelId="{6B3B9659-C3B7-4069-911D-89AEFD746E6E}" type="pres">
      <dgm:prSet presAssocID="{80DAD76A-E769-4443-BAFA-FEE48DC03EB1}" presName="DropPinPlaceHolder" presStyleCnt="0"/>
      <dgm:spPr/>
    </dgm:pt>
    <dgm:pt modelId="{11FD3438-D41C-4DF7-8A35-81EDB8C6E516}" type="pres">
      <dgm:prSet presAssocID="{80DAD76A-E769-4443-BAFA-FEE48DC03EB1}" presName="DropPin" presStyleLbl="alignNode1" presStyleIdx="0" presStyleCnt="6"/>
      <dgm:spPr/>
    </dgm:pt>
    <dgm:pt modelId="{0687565A-27F8-49F4-A5F5-338F40D1CE9C}" type="pres">
      <dgm:prSet presAssocID="{80DAD76A-E769-4443-BAFA-FEE48DC03EB1}" presName="Ellipse" presStyleLbl="fgAcc1" presStyleIdx="0" presStyleCnt="6"/>
      <dgm:spPr/>
    </dgm:pt>
    <dgm:pt modelId="{3D1D48C7-CE46-4992-9AD2-F7B3D27725F8}" type="pres">
      <dgm:prSet presAssocID="{80DAD76A-E769-4443-BAFA-FEE48DC03EB1}" presName="L2TextContainer" presStyleLbl="revTx" presStyleIdx="0" presStyleCnt="12">
        <dgm:presLayoutVars>
          <dgm:bulletEnabled val="1"/>
        </dgm:presLayoutVars>
      </dgm:prSet>
      <dgm:spPr/>
    </dgm:pt>
    <dgm:pt modelId="{5B4E92FA-86E9-4FD8-9CD0-F21321C9073E}" type="pres">
      <dgm:prSet presAssocID="{80DAD76A-E769-4443-BAFA-FEE48DC03EB1}" presName="L1TextContainer" presStyleLbl="revTx" presStyleIdx="1" presStyleCnt="12">
        <dgm:presLayoutVars>
          <dgm:chMax val="1"/>
          <dgm:chPref val="1"/>
          <dgm:bulletEnabled val="1"/>
        </dgm:presLayoutVars>
      </dgm:prSet>
      <dgm:spPr/>
    </dgm:pt>
    <dgm:pt modelId="{75FEBEAE-E13F-4E06-85F2-9A5CDF871C32}" type="pres">
      <dgm:prSet presAssocID="{80DAD76A-E769-4443-BAFA-FEE48DC03EB1}" presName="ConnectLine" presStyleLbl="dkBgShp" presStyleIdx="2" presStyleCnt="8"/>
      <dgm:spPr/>
    </dgm:pt>
    <dgm:pt modelId="{4AB9EA83-5FF9-42BE-8466-B57ED30EB28A}" type="pres">
      <dgm:prSet presAssocID="{80DAD76A-E769-4443-BAFA-FEE48DC03EB1}" presName="ConnectorPoint" presStyleCnt="0"/>
      <dgm:spPr/>
    </dgm:pt>
    <dgm:pt modelId="{5C5AEB3D-046B-4812-9367-605B3A507085}" type="pres">
      <dgm:prSet presAssocID="{80DAD76A-E769-4443-BAFA-FEE48DC03EB1}" presName="Bullet" presStyleLbl="lnNode1" presStyleIdx="0" presStyleCnt="6"/>
      <dgm:spPr/>
    </dgm:pt>
    <dgm:pt modelId="{72120C1C-0A11-41DA-9773-84F498061CA0}" type="pres">
      <dgm:prSet presAssocID="{80DAD76A-E769-4443-BAFA-FEE48DC03EB1}" presName="EmptyPlaceHolder" presStyleCnt="0"/>
      <dgm:spPr/>
    </dgm:pt>
    <dgm:pt modelId="{6F7792E7-AC80-4EE8-A0B0-D57F52AC43D6}" type="pres">
      <dgm:prSet presAssocID="{67A75A03-EA3C-49F2-AC50-A169F426F71F}" presName="spaceBetweenRectangles" presStyleCnt="0"/>
      <dgm:spPr/>
    </dgm:pt>
    <dgm:pt modelId="{2FCD6124-1A0C-4930-8C6B-87CBAEA6BACF}" type="pres">
      <dgm:prSet presAssocID="{BA15864C-6DB7-46C3-8034-FBB96C7E3300}" presName="composite" presStyleCnt="0"/>
      <dgm:spPr/>
    </dgm:pt>
    <dgm:pt modelId="{C1C10EF8-F859-405E-8E2A-38D65EF072EF}" type="pres">
      <dgm:prSet presAssocID="{BA15864C-6DB7-46C3-8034-FBB96C7E3300}" presName="DropPinPlaceHolder" presStyleCnt="0"/>
      <dgm:spPr/>
    </dgm:pt>
    <dgm:pt modelId="{916EBF01-E089-4F13-B942-D859016ECDD2}" type="pres">
      <dgm:prSet presAssocID="{BA15864C-6DB7-46C3-8034-FBB96C7E3300}" presName="DropPin" presStyleLbl="alignNode1" presStyleIdx="1" presStyleCnt="6"/>
      <dgm:spPr/>
    </dgm:pt>
    <dgm:pt modelId="{95D805C0-67F2-4D6A-B1E1-55F771FBA32C}" type="pres">
      <dgm:prSet presAssocID="{BA15864C-6DB7-46C3-8034-FBB96C7E3300}" presName="Ellipse" presStyleLbl="fgAcc1" presStyleIdx="1" presStyleCnt="6"/>
      <dgm:spPr/>
    </dgm:pt>
    <dgm:pt modelId="{F521F78A-8243-45CB-A65C-BD22AAADCCBB}" type="pres">
      <dgm:prSet presAssocID="{BA15864C-6DB7-46C3-8034-FBB96C7E3300}" presName="L2TextContainer" presStyleLbl="revTx" presStyleIdx="2" presStyleCnt="12">
        <dgm:presLayoutVars>
          <dgm:bulletEnabled val="1"/>
        </dgm:presLayoutVars>
      </dgm:prSet>
      <dgm:spPr/>
    </dgm:pt>
    <dgm:pt modelId="{AEFD160E-E46C-4281-B821-335FCFA315A5}" type="pres">
      <dgm:prSet presAssocID="{BA15864C-6DB7-46C3-8034-FBB96C7E3300}" presName="L1TextContainer" presStyleLbl="revTx" presStyleIdx="3" presStyleCnt="12">
        <dgm:presLayoutVars>
          <dgm:chMax val="1"/>
          <dgm:chPref val="1"/>
          <dgm:bulletEnabled val="1"/>
        </dgm:presLayoutVars>
      </dgm:prSet>
      <dgm:spPr/>
    </dgm:pt>
    <dgm:pt modelId="{883C9AF0-94A0-487F-99CE-1C38BF86966B}" type="pres">
      <dgm:prSet presAssocID="{BA15864C-6DB7-46C3-8034-FBB96C7E3300}" presName="ConnectLine" presStyleLbl="dkBgShp" presStyleIdx="3" presStyleCnt="8"/>
      <dgm:spPr/>
    </dgm:pt>
    <dgm:pt modelId="{4F9F8036-F156-45E2-90C4-50B98E7830D1}" type="pres">
      <dgm:prSet presAssocID="{BA15864C-6DB7-46C3-8034-FBB96C7E3300}" presName="ConnectorPoint" presStyleCnt="0"/>
      <dgm:spPr/>
    </dgm:pt>
    <dgm:pt modelId="{F1AB7510-51D2-4B3C-868C-2AE313201ED2}" type="pres">
      <dgm:prSet presAssocID="{BA15864C-6DB7-46C3-8034-FBB96C7E3300}" presName="Bullet" presStyleLbl="lnNode1" presStyleIdx="1" presStyleCnt="6"/>
      <dgm:spPr/>
    </dgm:pt>
    <dgm:pt modelId="{EBBF64CE-4908-43D8-B827-036096735736}" type="pres">
      <dgm:prSet presAssocID="{BA15864C-6DB7-46C3-8034-FBB96C7E3300}" presName="EmptyPlaceHolder" presStyleCnt="0"/>
      <dgm:spPr/>
    </dgm:pt>
    <dgm:pt modelId="{28A9064B-AE60-43A9-B51D-FBAB85E22C13}" type="pres">
      <dgm:prSet presAssocID="{674B534B-828B-4057-9987-511C77EF5F21}" presName="spaceBetweenRectangles" presStyleCnt="0"/>
      <dgm:spPr/>
    </dgm:pt>
    <dgm:pt modelId="{22B35CFC-0EA1-42C8-AD3A-283BA830560F}" type="pres">
      <dgm:prSet presAssocID="{455C218B-9EEC-467B-AA29-593CE9B0E5C5}" presName="composite" presStyleCnt="0"/>
      <dgm:spPr/>
    </dgm:pt>
    <dgm:pt modelId="{3C737E3F-ABC2-4240-BE84-08F546AB3BC5}" type="pres">
      <dgm:prSet presAssocID="{455C218B-9EEC-467B-AA29-593CE9B0E5C5}" presName="DropPinPlaceHolder" presStyleCnt="0"/>
      <dgm:spPr/>
    </dgm:pt>
    <dgm:pt modelId="{19688B04-4070-49D2-8DB3-DC89D8DCF936}" type="pres">
      <dgm:prSet presAssocID="{455C218B-9EEC-467B-AA29-593CE9B0E5C5}" presName="DropPin" presStyleLbl="alignNode1" presStyleIdx="2" presStyleCnt="6"/>
      <dgm:spPr/>
    </dgm:pt>
    <dgm:pt modelId="{BE84472F-8676-4F8A-8404-BD0FDD4E4E33}" type="pres">
      <dgm:prSet presAssocID="{455C218B-9EEC-467B-AA29-593CE9B0E5C5}" presName="Ellipse" presStyleLbl="fgAcc1" presStyleIdx="2" presStyleCnt="6"/>
      <dgm:spPr/>
    </dgm:pt>
    <dgm:pt modelId="{C3BFB316-9DBD-45C9-B920-C9C326927957}" type="pres">
      <dgm:prSet presAssocID="{455C218B-9EEC-467B-AA29-593CE9B0E5C5}" presName="L2TextContainer" presStyleLbl="revTx" presStyleIdx="4" presStyleCnt="12">
        <dgm:presLayoutVars>
          <dgm:bulletEnabled val="1"/>
        </dgm:presLayoutVars>
      </dgm:prSet>
      <dgm:spPr/>
    </dgm:pt>
    <dgm:pt modelId="{75899467-43F6-4D64-86E3-15B3674514C8}" type="pres">
      <dgm:prSet presAssocID="{455C218B-9EEC-467B-AA29-593CE9B0E5C5}" presName="L1TextContainer" presStyleLbl="revTx" presStyleIdx="5" presStyleCnt="12">
        <dgm:presLayoutVars>
          <dgm:chMax val="1"/>
          <dgm:chPref val="1"/>
          <dgm:bulletEnabled val="1"/>
        </dgm:presLayoutVars>
      </dgm:prSet>
      <dgm:spPr/>
    </dgm:pt>
    <dgm:pt modelId="{BBA8320C-3A5E-4C61-A93D-F72795C9ADC5}" type="pres">
      <dgm:prSet presAssocID="{455C218B-9EEC-467B-AA29-593CE9B0E5C5}" presName="ConnectLine" presStyleLbl="dkBgShp" presStyleIdx="4" presStyleCnt="8"/>
      <dgm:spPr/>
    </dgm:pt>
    <dgm:pt modelId="{15D7A633-0D40-46B6-A485-0B397A60059E}" type="pres">
      <dgm:prSet presAssocID="{455C218B-9EEC-467B-AA29-593CE9B0E5C5}" presName="ConnectorPoint" presStyleCnt="0"/>
      <dgm:spPr/>
    </dgm:pt>
    <dgm:pt modelId="{4D76AEC3-D2ED-4319-A941-08C6BDC33B9C}" type="pres">
      <dgm:prSet presAssocID="{455C218B-9EEC-467B-AA29-593CE9B0E5C5}" presName="Bullet" presStyleLbl="lnNode1" presStyleIdx="2" presStyleCnt="6"/>
      <dgm:spPr/>
    </dgm:pt>
    <dgm:pt modelId="{D4026A41-76F8-4021-98C4-DC54BF28C6C6}" type="pres">
      <dgm:prSet presAssocID="{455C218B-9EEC-467B-AA29-593CE9B0E5C5}" presName="EmptyPlaceHolder" presStyleCnt="0"/>
      <dgm:spPr/>
    </dgm:pt>
    <dgm:pt modelId="{02648F7F-0098-4D2C-BB9D-685ECEAC0FF3}" type="pres">
      <dgm:prSet presAssocID="{C30981DE-4008-4F9C-BA6F-85F73F44ADEB}" presName="spaceBetweenRectangles" presStyleCnt="0"/>
      <dgm:spPr/>
    </dgm:pt>
    <dgm:pt modelId="{431B8123-22F9-4B33-A5AC-BD9639C3543B}" type="pres">
      <dgm:prSet presAssocID="{D41344F9-D228-4DC2-B730-73A64690FEF0}" presName="composite" presStyleCnt="0"/>
      <dgm:spPr/>
    </dgm:pt>
    <dgm:pt modelId="{AE77D10F-F96F-467F-AC33-14532E44BD65}" type="pres">
      <dgm:prSet presAssocID="{D41344F9-D228-4DC2-B730-73A64690FEF0}" presName="DropPinPlaceHolder" presStyleCnt="0"/>
      <dgm:spPr/>
    </dgm:pt>
    <dgm:pt modelId="{8D5BB7AB-051F-47CF-A634-873164F7E576}" type="pres">
      <dgm:prSet presAssocID="{D41344F9-D228-4DC2-B730-73A64690FEF0}" presName="DropPin" presStyleLbl="alignNode1" presStyleIdx="3" presStyleCnt="6"/>
      <dgm:spPr/>
    </dgm:pt>
    <dgm:pt modelId="{7239CF33-EC65-4913-B4D3-4B2D6784D1EC}" type="pres">
      <dgm:prSet presAssocID="{D41344F9-D228-4DC2-B730-73A64690FEF0}" presName="Ellipse" presStyleLbl="fgAcc1" presStyleIdx="3" presStyleCnt="6"/>
      <dgm:spPr/>
    </dgm:pt>
    <dgm:pt modelId="{DBCD6323-67B4-4C23-8985-7A049BC45B44}" type="pres">
      <dgm:prSet presAssocID="{D41344F9-D228-4DC2-B730-73A64690FEF0}" presName="L2TextContainer" presStyleLbl="revTx" presStyleIdx="6" presStyleCnt="12">
        <dgm:presLayoutVars>
          <dgm:bulletEnabled val="1"/>
        </dgm:presLayoutVars>
      </dgm:prSet>
      <dgm:spPr/>
    </dgm:pt>
    <dgm:pt modelId="{9F945332-7187-47E7-BADC-EC374B78785D}" type="pres">
      <dgm:prSet presAssocID="{D41344F9-D228-4DC2-B730-73A64690FEF0}" presName="L1TextContainer" presStyleLbl="revTx" presStyleIdx="7" presStyleCnt="12">
        <dgm:presLayoutVars>
          <dgm:chMax val="1"/>
          <dgm:chPref val="1"/>
          <dgm:bulletEnabled val="1"/>
        </dgm:presLayoutVars>
      </dgm:prSet>
      <dgm:spPr/>
    </dgm:pt>
    <dgm:pt modelId="{59AF324F-CDEB-4C57-9265-91E5936956B4}" type="pres">
      <dgm:prSet presAssocID="{D41344F9-D228-4DC2-B730-73A64690FEF0}" presName="ConnectLine" presStyleLbl="dkBgShp" presStyleIdx="5" presStyleCnt="8"/>
      <dgm:spPr/>
    </dgm:pt>
    <dgm:pt modelId="{D7F077A1-1778-40B1-861F-BA4053EA8249}" type="pres">
      <dgm:prSet presAssocID="{D41344F9-D228-4DC2-B730-73A64690FEF0}" presName="ConnectorPoint" presStyleCnt="0"/>
      <dgm:spPr/>
    </dgm:pt>
    <dgm:pt modelId="{BD22E40F-4B6E-466F-8248-38F88E2B8591}" type="pres">
      <dgm:prSet presAssocID="{D41344F9-D228-4DC2-B730-73A64690FEF0}" presName="Bullet" presStyleLbl="lnNode1" presStyleIdx="3" presStyleCnt="6"/>
      <dgm:spPr/>
    </dgm:pt>
    <dgm:pt modelId="{9FA9BE06-202B-45B9-85B5-A5B00D8F2231}" type="pres">
      <dgm:prSet presAssocID="{D41344F9-D228-4DC2-B730-73A64690FEF0}" presName="EmptyPlaceHolder" presStyleCnt="0"/>
      <dgm:spPr/>
    </dgm:pt>
    <dgm:pt modelId="{B2F53CAA-F617-4426-8876-F217AB806582}" type="pres">
      <dgm:prSet presAssocID="{D9C82328-A875-4C65-B374-A491099BC7F5}" presName="spaceBetweenRectangles" presStyleCnt="0"/>
      <dgm:spPr/>
    </dgm:pt>
    <dgm:pt modelId="{56E48F09-C39D-4083-9FA5-F3396062FB09}" type="pres">
      <dgm:prSet presAssocID="{1CCEB79B-6241-4D4C-A239-4F2EF1025872}" presName="composite" presStyleCnt="0"/>
      <dgm:spPr/>
    </dgm:pt>
    <dgm:pt modelId="{223728E5-4A51-4F69-8FE4-5A3E90DA73C7}" type="pres">
      <dgm:prSet presAssocID="{1CCEB79B-6241-4D4C-A239-4F2EF1025872}" presName="DropPinPlaceHolder" presStyleCnt="0"/>
      <dgm:spPr/>
    </dgm:pt>
    <dgm:pt modelId="{28EA777F-C126-49D6-8A04-3EFC16B93DF6}" type="pres">
      <dgm:prSet presAssocID="{1CCEB79B-6241-4D4C-A239-4F2EF1025872}" presName="DropPin" presStyleLbl="alignNode1" presStyleIdx="4" presStyleCnt="6"/>
      <dgm:spPr/>
    </dgm:pt>
    <dgm:pt modelId="{6A852917-EFDE-4885-9397-448225CFA16A}" type="pres">
      <dgm:prSet presAssocID="{1CCEB79B-6241-4D4C-A239-4F2EF1025872}" presName="Ellipse" presStyleLbl="fgAcc1" presStyleIdx="4" presStyleCnt="6"/>
      <dgm:spPr/>
    </dgm:pt>
    <dgm:pt modelId="{BDB5290E-F6D1-4E17-83DC-0C9CF934D23D}" type="pres">
      <dgm:prSet presAssocID="{1CCEB79B-6241-4D4C-A239-4F2EF1025872}" presName="L2TextContainer" presStyleLbl="revTx" presStyleIdx="8" presStyleCnt="12">
        <dgm:presLayoutVars>
          <dgm:bulletEnabled val="1"/>
        </dgm:presLayoutVars>
      </dgm:prSet>
      <dgm:spPr/>
    </dgm:pt>
    <dgm:pt modelId="{5883FFE8-0CCB-4713-9DB7-490DF85D1901}" type="pres">
      <dgm:prSet presAssocID="{1CCEB79B-6241-4D4C-A239-4F2EF1025872}" presName="L1TextContainer" presStyleLbl="revTx" presStyleIdx="9" presStyleCnt="12">
        <dgm:presLayoutVars>
          <dgm:chMax val="1"/>
          <dgm:chPref val="1"/>
          <dgm:bulletEnabled val="1"/>
        </dgm:presLayoutVars>
      </dgm:prSet>
      <dgm:spPr/>
    </dgm:pt>
    <dgm:pt modelId="{AF4EAF5F-63C4-433D-8D2A-CE3E54F57E11}" type="pres">
      <dgm:prSet presAssocID="{1CCEB79B-6241-4D4C-A239-4F2EF1025872}" presName="ConnectLine" presStyleLbl="dkBgShp" presStyleIdx="6" presStyleCnt="8"/>
      <dgm:spPr/>
    </dgm:pt>
    <dgm:pt modelId="{A8AADAB1-FB76-4689-BF59-8DFA7A882526}" type="pres">
      <dgm:prSet presAssocID="{1CCEB79B-6241-4D4C-A239-4F2EF1025872}" presName="ConnectorPoint" presStyleCnt="0"/>
      <dgm:spPr/>
    </dgm:pt>
    <dgm:pt modelId="{A4239C76-BFA2-406E-8744-7951F6865DAD}" type="pres">
      <dgm:prSet presAssocID="{1CCEB79B-6241-4D4C-A239-4F2EF1025872}" presName="Bullet" presStyleLbl="lnNode1" presStyleIdx="4" presStyleCnt="6"/>
      <dgm:spPr/>
    </dgm:pt>
    <dgm:pt modelId="{BBC4E020-138F-4092-8037-D3D1005D85BC}" type="pres">
      <dgm:prSet presAssocID="{1CCEB79B-6241-4D4C-A239-4F2EF1025872}" presName="EmptyPlaceHolder" presStyleCnt="0"/>
      <dgm:spPr/>
    </dgm:pt>
    <dgm:pt modelId="{4F5F6F66-028B-47A2-8932-BA456E7CE25E}" type="pres">
      <dgm:prSet presAssocID="{A01DBFDF-EC64-421C-9610-E85C4A756D31}" presName="spaceBetweenRectangles" presStyleCnt="0"/>
      <dgm:spPr/>
    </dgm:pt>
    <dgm:pt modelId="{A95C2A73-198A-4471-8CA1-C5ECD38BFA14}" type="pres">
      <dgm:prSet presAssocID="{43ABFE26-9990-44F1-8963-BE5DAE49D7B4}" presName="composite" presStyleCnt="0"/>
      <dgm:spPr/>
    </dgm:pt>
    <dgm:pt modelId="{6B53CF53-2779-415D-8D77-54116F8BB32B}" type="pres">
      <dgm:prSet presAssocID="{43ABFE26-9990-44F1-8963-BE5DAE49D7B4}" presName="DropPinPlaceHolder" presStyleCnt="0"/>
      <dgm:spPr/>
    </dgm:pt>
    <dgm:pt modelId="{80D76F21-D4EA-4C0D-94FC-9BDED7F01CD0}" type="pres">
      <dgm:prSet presAssocID="{43ABFE26-9990-44F1-8963-BE5DAE49D7B4}" presName="DropPin" presStyleLbl="alignNode1" presStyleIdx="5" presStyleCnt="6"/>
      <dgm:spPr/>
    </dgm:pt>
    <dgm:pt modelId="{B410EC0B-976F-4AEB-85DC-B0BBA34E1390}" type="pres">
      <dgm:prSet presAssocID="{43ABFE26-9990-44F1-8963-BE5DAE49D7B4}" presName="Ellipse" presStyleLbl="fgAcc1" presStyleIdx="5" presStyleCnt="6"/>
      <dgm:spPr/>
    </dgm:pt>
    <dgm:pt modelId="{201918A3-F966-457D-AAE5-A3C5FD557B9F}" type="pres">
      <dgm:prSet presAssocID="{43ABFE26-9990-44F1-8963-BE5DAE49D7B4}" presName="L2TextContainer" presStyleLbl="revTx" presStyleIdx="10" presStyleCnt="12">
        <dgm:presLayoutVars>
          <dgm:bulletEnabled val="1"/>
        </dgm:presLayoutVars>
      </dgm:prSet>
      <dgm:spPr/>
    </dgm:pt>
    <dgm:pt modelId="{EBF5FC66-EF34-4EB9-980E-F66D0E693445}" type="pres">
      <dgm:prSet presAssocID="{43ABFE26-9990-44F1-8963-BE5DAE49D7B4}" presName="L1TextContainer" presStyleLbl="revTx" presStyleIdx="11" presStyleCnt="12">
        <dgm:presLayoutVars>
          <dgm:chMax val="1"/>
          <dgm:chPref val="1"/>
          <dgm:bulletEnabled val="1"/>
        </dgm:presLayoutVars>
      </dgm:prSet>
      <dgm:spPr/>
    </dgm:pt>
    <dgm:pt modelId="{D880F313-1E33-4AF8-B3FA-6B5CA9D0E320}" type="pres">
      <dgm:prSet presAssocID="{43ABFE26-9990-44F1-8963-BE5DAE49D7B4}" presName="ConnectLine" presStyleLbl="dkBgShp" presStyleIdx="7" presStyleCnt="8"/>
      <dgm:spPr/>
    </dgm:pt>
    <dgm:pt modelId="{DE3B8213-97F0-4C28-8E25-1256D4667EF0}" type="pres">
      <dgm:prSet presAssocID="{43ABFE26-9990-44F1-8963-BE5DAE49D7B4}" presName="ConnectorPoint" presStyleCnt="0"/>
      <dgm:spPr/>
    </dgm:pt>
    <dgm:pt modelId="{0B53AF57-F086-477A-B01E-9EF7F146AA0A}" type="pres">
      <dgm:prSet presAssocID="{43ABFE26-9990-44F1-8963-BE5DAE49D7B4}" presName="Bullet" presStyleLbl="lnNode1" presStyleIdx="5" presStyleCnt="6"/>
      <dgm:spPr/>
    </dgm:pt>
    <dgm:pt modelId="{DA7AC669-7657-46CE-9F39-876032F70E74}" type="pres">
      <dgm:prSet presAssocID="{43ABFE26-9990-44F1-8963-BE5DAE49D7B4}" presName="EmptyPlaceHolder" presStyleCnt="0"/>
      <dgm:spPr/>
    </dgm:pt>
  </dgm:ptLst>
  <dgm:cxnLst>
    <dgm:cxn modelId="{920C6800-65F0-4996-9B1E-10A87DF2344B}" srcId="{EC72F83C-6656-4653-BD4F-8D656BC77D0B}" destId="{D41344F9-D228-4DC2-B730-73A64690FEF0}" srcOrd="3" destOrd="0" parTransId="{249B4643-DE68-4DD0-94C1-2D937709CCB8}" sibTransId="{D9C82328-A875-4C65-B374-A491099BC7F5}"/>
    <dgm:cxn modelId="{864F8107-DF74-49C6-8CDD-6CC3FFE123BC}" type="presOf" srcId="{455C218B-9EEC-467B-AA29-593CE9B0E5C5}" destId="{75899467-43F6-4D64-86E3-15B3674514C8}" srcOrd="0" destOrd="0" presId="urn:microsoft.com/office/officeart/2024/layout/BulletTimelineInverted"/>
    <dgm:cxn modelId="{0F3C5115-CE9E-4E04-8A93-31FC4CD3584E}" srcId="{EC72F83C-6656-4653-BD4F-8D656BC77D0B}" destId="{43ABFE26-9990-44F1-8963-BE5DAE49D7B4}" srcOrd="5" destOrd="0" parTransId="{1E191248-4371-425C-8205-2F186D5782FA}" sibTransId="{F346C049-6917-47B1-9F14-9B2A07CDEBB2}"/>
    <dgm:cxn modelId="{6A77E21D-C3E5-477B-8801-7770C597E21F}" srcId="{EC72F83C-6656-4653-BD4F-8D656BC77D0B}" destId="{80DAD76A-E769-4443-BAFA-FEE48DC03EB1}" srcOrd="0" destOrd="0" parTransId="{8461070B-A007-4CFC-BB23-B7B0B3AD46AF}" sibTransId="{67A75A03-EA3C-49F2-AC50-A169F426F71F}"/>
    <dgm:cxn modelId="{F0D3F21F-D701-4FD8-8573-708E17547E4F}" type="presOf" srcId="{EC72F83C-6656-4653-BD4F-8D656BC77D0B}" destId="{202C0B0C-CA53-44B4-B75C-A67419D7F810}" srcOrd="0" destOrd="0" presId="urn:microsoft.com/office/officeart/2024/layout/BulletTimelineInverted"/>
    <dgm:cxn modelId="{3DE4BD2C-605A-409B-8217-BBF2C78B2879}" srcId="{80DAD76A-E769-4443-BAFA-FEE48DC03EB1}" destId="{23F4D1B5-858C-499A-B526-B6073CFB94C4}" srcOrd="0" destOrd="0" parTransId="{E298BDDF-4CD3-49F8-A368-F0D84AA4B9C8}" sibTransId="{491FBDA7-CE9F-4866-9481-BA7C288D97E3}"/>
    <dgm:cxn modelId="{230A0F68-A508-4808-B667-F5A724BCB46D}" type="presOf" srcId="{D41344F9-D228-4DC2-B730-73A64690FEF0}" destId="{9F945332-7187-47E7-BADC-EC374B78785D}" srcOrd="0" destOrd="0" presId="urn:microsoft.com/office/officeart/2024/layout/BulletTimelineInverted"/>
    <dgm:cxn modelId="{CD735D4D-BEC6-4FFC-9E2E-81574878889D}" type="presOf" srcId="{E7FD243B-24B6-439A-9E1A-7E1FA0FC284B}" destId="{DBCD6323-67B4-4C23-8985-7A049BC45B44}" srcOrd="0" destOrd="0" presId="urn:microsoft.com/office/officeart/2024/layout/BulletTimelineInverted"/>
    <dgm:cxn modelId="{9BA97E4D-D357-430C-9817-99BD9A565C9C}" type="presOf" srcId="{67B83C23-F4F3-4E5B-97DF-E00267DD5DC6}" destId="{C3BFB316-9DBD-45C9-B920-C9C326927957}" srcOrd="0" destOrd="0" presId="urn:microsoft.com/office/officeart/2024/layout/BulletTimelineInverted"/>
    <dgm:cxn modelId="{6E7C1C74-CF6B-4300-BB32-FA35266195DB}" srcId="{EC72F83C-6656-4653-BD4F-8D656BC77D0B}" destId="{BA15864C-6DB7-46C3-8034-FBB96C7E3300}" srcOrd="1" destOrd="0" parTransId="{EE08E435-7667-475E-B18A-CD4D14BA56E1}" sibTransId="{674B534B-828B-4057-9987-511C77EF5F21}"/>
    <dgm:cxn modelId="{A3558954-7C82-4768-9401-AB4A8130BFE7}" srcId="{455C218B-9EEC-467B-AA29-593CE9B0E5C5}" destId="{67B83C23-F4F3-4E5B-97DF-E00267DD5DC6}" srcOrd="0" destOrd="0" parTransId="{28A1E5F9-0775-4705-9BC2-04F856E9E41C}" sibTransId="{F767D1C4-4E29-4ABD-B4F6-7570FC0F2387}"/>
    <dgm:cxn modelId="{68F62D55-7C2C-4084-A27E-DDF1F040F993}" type="presOf" srcId="{184CAE31-5263-46EE-ADFC-7682B4B69ACF}" destId="{BDB5290E-F6D1-4E17-83DC-0C9CF934D23D}" srcOrd="0" destOrd="0" presId="urn:microsoft.com/office/officeart/2024/layout/BulletTimelineInverted"/>
    <dgm:cxn modelId="{57CEBF7B-6AD4-46C6-A0A1-D928F909AEB4}" srcId="{1CCEB79B-6241-4D4C-A239-4F2EF1025872}" destId="{184CAE31-5263-46EE-ADFC-7682B4B69ACF}" srcOrd="0" destOrd="0" parTransId="{B957AE2E-7C0E-4BD7-B434-E0D3F5A1D07D}" sibTransId="{FF0D8B2A-7756-490D-BC92-865C527235DB}"/>
    <dgm:cxn modelId="{7F7C1085-94EA-49AE-B5C8-FBF73B09B3A7}" srcId="{D41344F9-D228-4DC2-B730-73A64690FEF0}" destId="{E7FD243B-24B6-439A-9E1A-7E1FA0FC284B}" srcOrd="0" destOrd="0" parTransId="{4DA7A911-031C-4E32-AE3F-EA731B4DAE3E}" sibTransId="{57891561-8861-4E52-8A0E-431065A11F17}"/>
    <dgm:cxn modelId="{840C3C9E-5338-4BD0-A6F7-B69EEB8B24CC}" srcId="{EC72F83C-6656-4653-BD4F-8D656BC77D0B}" destId="{455C218B-9EEC-467B-AA29-593CE9B0E5C5}" srcOrd="2" destOrd="0" parTransId="{46BDDC00-DD31-47E6-8A44-9E57DF4D5AFB}" sibTransId="{C30981DE-4008-4F9C-BA6F-85F73F44ADEB}"/>
    <dgm:cxn modelId="{5BD29CAA-61B1-430E-AC8D-CC1A9475050E}" type="presOf" srcId="{B76DDDF6-AAB1-4827-A267-464F7CB86CCA}" destId="{201918A3-F966-457D-AAE5-A3C5FD557B9F}" srcOrd="0" destOrd="0" presId="urn:microsoft.com/office/officeart/2024/layout/BulletTimelineInverted"/>
    <dgm:cxn modelId="{AD32E8AB-39BB-4E28-8685-728BAEE98B2C}" type="presOf" srcId="{43ABFE26-9990-44F1-8963-BE5DAE49D7B4}" destId="{EBF5FC66-EF34-4EB9-980E-F66D0E693445}" srcOrd="0" destOrd="0" presId="urn:microsoft.com/office/officeart/2024/layout/BulletTimelineInverted"/>
    <dgm:cxn modelId="{6B2C1EB4-ADC2-4A5E-A072-B06B4E41D4B2}" type="presOf" srcId="{80DAD76A-E769-4443-BAFA-FEE48DC03EB1}" destId="{5B4E92FA-86E9-4FD8-9CD0-F21321C9073E}" srcOrd="0" destOrd="0" presId="urn:microsoft.com/office/officeart/2024/layout/BulletTimelineInverted"/>
    <dgm:cxn modelId="{3599E3B4-D820-4E24-8A60-A8CFA0B432DF}" type="presOf" srcId="{47F7457D-9F87-47B2-985B-87B8ECEC62FD}" destId="{F521F78A-8243-45CB-A65C-BD22AAADCCBB}" srcOrd="0" destOrd="0" presId="urn:microsoft.com/office/officeart/2024/layout/BulletTimelineInverted"/>
    <dgm:cxn modelId="{3D9687DA-5252-4D34-99E1-A7663BBEB908}" type="presOf" srcId="{BA15864C-6DB7-46C3-8034-FBB96C7E3300}" destId="{AEFD160E-E46C-4281-B821-335FCFA315A5}" srcOrd="0" destOrd="0" presId="urn:microsoft.com/office/officeart/2024/layout/BulletTimelineInverted"/>
    <dgm:cxn modelId="{B36A3CE1-1FB6-4929-9ADC-5836C344C1DA}" type="presOf" srcId="{1CCEB79B-6241-4D4C-A239-4F2EF1025872}" destId="{5883FFE8-0CCB-4713-9DB7-490DF85D1901}" srcOrd="0" destOrd="0" presId="urn:microsoft.com/office/officeart/2024/layout/BulletTimelineInverted"/>
    <dgm:cxn modelId="{4BBB57E4-8513-4F4B-B1C9-AD541936D0E6}" srcId="{43ABFE26-9990-44F1-8963-BE5DAE49D7B4}" destId="{B76DDDF6-AAB1-4827-A267-464F7CB86CCA}" srcOrd="0" destOrd="0" parTransId="{F4B0C1B3-C980-4263-8D72-9EC20FFBC37A}" sibTransId="{406F255B-27AB-463B-9651-884C2A8B485E}"/>
    <dgm:cxn modelId="{1E38E4E4-938D-4BC1-8F79-54C7225D37B3}" srcId="{EC72F83C-6656-4653-BD4F-8D656BC77D0B}" destId="{1CCEB79B-6241-4D4C-A239-4F2EF1025872}" srcOrd="4" destOrd="0" parTransId="{574C63FA-DE66-454E-AB2B-44DFC7C774DA}" sibTransId="{A01DBFDF-EC64-421C-9610-E85C4A756D31}"/>
    <dgm:cxn modelId="{EE401CF5-8EB4-433B-A8D5-5BA72FFEA8CD}" srcId="{BA15864C-6DB7-46C3-8034-FBB96C7E3300}" destId="{47F7457D-9F87-47B2-985B-87B8ECEC62FD}" srcOrd="0" destOrd="0" parTransId="{BDFDEF7D-FD96-4A57-B9A9-84A1A30B3601}" sibTransId="{8EF0D047-BE46-4233-8E50-2CD7878348AE}"/>
    <dgm:cxn modelId="{6037CAFB-9432-49E2-A0BC-FF9CC0DD84AC}" type="presOf" srcId="{23F4D1B5-858C-499A-B526-B6073CFB94C4}" destId="{3D1D48C7-CE46-4992-9AD2-F7B3D27725F8}" srcOrd="0" destOrd="0" presId="urn:microsoft.com/office/officeart/2024/layout/BulletTimelineInverted"/>
    <dgm:cxn modelId="{27BFB1C4-C940-48B2-9D4E-437162EA9AAB}" type="presParOf" srcId="{202C0B0C-CA53-44B4-B75C-A67419D7F810}" destId="{FE1B5D3D-6422-46F4-B665-CD2F4E1C8786}" srcOrd="0" destOrd="0" presId="urn:microsoft.com/office/officeart/2024/layout/BulletTimelineInverted"/>
    <dgm:cxn modelId="{D79DE123-9F07-4EBA-8D44-3094CF7A5D19}" type="presParOf" srcId="{FE1B5D3D-6422-46F4-B665-CD2F4E1C8786}" destId="{3C0A4936-6946-46EB-912C-329F04A9D533}" srcOrd="0" destOrd="0" presId="urn:microsoft.com/office/officeart/2024/layout/BulletTimelineInverted"/>
    <dgm:cxn modelId="{A7570760-5160-4D39-B41B-842EA8E21449}" type="presParOf" srcId="{FE1B5D3D-6422-46F4-B665-CD2F4E1C8786}" destId="{2DF6CDC9-DBAF-4DD0-9DBB-DE49EC3C6908}" srcOrd="1" destOrd="0" presId="urn:microsoft.com/office/officeart/2024/layout/BulletTimelineInverted"/>
    <dgm:cxn modelId="{6F028A1F-A051-421A-8CF9-BBC16B000E77}" type="presParOf" srcId="{202C0B0C-CA53-44B4-B75C-A67419D7F810}" destId="{F5E0ECD0-86B6-4D94-9049-167ADE589F32}" srcOrd="1" destOrd="0" presId="urn:microsoft.com/office/officeart/2024/layout/BulletTimelineInverted"/>
    <dgm:cxn modelId="{F18EE38C-A764-4AAF-9C26-AA9D6301EC0D}" type="presParOf" srcId="{F5E0ECD0-86B6-4D94-9049-167ADE589F32}" destId="{D95F9802-42E9-46B3-9BE1-9E7BB8EE1C57}" srcOrd="0" destOrd="0" presId="urn:microsoft.com/office/officeart/2024/layout/BulletTimelineInverted"/>
    <dgm:cxn modelId="{79523DFF-72F9-445E-84BB-8C4B3BFFD241}" type="presParOf" srcId="{D95F9802-42E9-46B3-9BE1-9E7BB8EE1C57}" destId="{6B3B9659-C3B7-4069-911D-89AEFD746E6E}" srcOrd="0" destOrd="0" presId="urn:microsoft.com/office/officeart/2024/layout/BulletTimelineInverted"/>
    <dgm:cxn modelId="{10A1AAB6-5D47-4F29-B224-8BADA2A9AE0B}" type="presParOf" srcId="{6B3B9659-C3B7-4069-911D-89AEFD746E6E}" destId="{11FD3438-D41C-4DF7-8A35-81EDB8C6E516}" srcOrd="0" destOrd="0" presId="urn:microsoft.com/office/officeart/2024/layout/BulletTimelineInverted"/>
    <dgm:cxn modelId="{AACFD78A-A060-4FAE-85F4-2F13EEF0A4A2}" type="presParOf" srcId="{6B3B9659-C3B7-4069-911D-89AEFD746E6E}" destId="{0687565A-27F8-49F4-A5F5-338F40D1CE9C}" srcOrd="1" destOrd="0" presId="urn:microsoft.com/office/officeart/2024/layout/BulletTimelineInverted"/>
    <dgm:cxn modelId="{2FB40F4A-DDCB-4BB5-8928-506B7CCBE517}" type="presParOf" srcId="{D95F9802-42E9-46B3-9BE1-9E7BB8EE1C57}" destId="{3D1D48C7-CE46-4992-9AD2-F7B3D27725F8}" srcOrd="1" destOrd="0" presId="urn:microsoft.com/office/officeart/2024/layout/BulletTimelineInverted"/>
    <dgm:cxn modelId="{C336905C-3985-4CCE-8FAC-9EB1FA356039}" type="presParOf" srcId="{D95F9802-42E9-46B3-9BE1-9E7BB8EE1C57}" destId="{5B4E92FA-86E9-4FD8-9CD0-F21321C9073E}" srcOrd="2" destOrd="0" presId="urn:microsoft.com/office/officeart/2024/layout/BulletTimelineInverted"/>
    <dgm:cxn modelId="{11258985-50C2-4BC5-9422-F3EECA588021}" type="presParOf" srcId="{D95F9802-42E9-46B3-9BE1-9E7BB8EE1C57}" destId="{75FEBEAE-E13F-4E06-85F2-9A5CDF871C32}" srcOrd="3" destOrd="0" presId="urn:microsoft.com/office/officeart/2024/layout/BulletTimelineInverted"/>
    <dgm:cxn modelId="{A7D6008C-59FE-4430-99C4-189EAEC7553A}" type="presParOf" srcId="{D95F9802-42E9-46B3-9BE1-9E7BB8EE1C57}" destId="{4AB9EA83-5FF9-42BE-8466-B57ED30EB28A}" srcOrd="4" destOrd="0" presId="urn:microsoft.com/office/officeart/2024/layout/BulletTimelineInverted"/>
    <dgm:cxn modelId="{39C0ECAB-36C7-44D2-ACF8-78F7F4F15920}" type="presParOf" srcId="{4AB9EA83-5FF9-42BE-8466-B57ED30EB28A}" destId="{5C5AEB3D-046B-4812-9367-605B3A507085}" srcOrd="0" destOrd="0" presId="urn:microsoft.com/office/officeart/2024/layout/BulletTimelineInverted"/>
    <dgm:cxn modelId="{94B1F315-6B2F-46A6-9D52-439B91460823}" type="presParOf" srcId="{D95F9802-42E9-46B3-9BE1-9E7BB8EE1C57}" destId="{72120C1C-0A11-41DA-9773-84F498061CA0}" srcOrd="5" destOrd="0" presId="urn:microsoft.com/office/officeart/2024/layout/BulletTimelineInverted"/>
    <dgm:cxn modelId="{FABA9B2D-452E-444C-9678-5835C7FDD683}" type="presParOf" srcId="{F5E0ECD0-86B6-4D94-9049-167ADE589F32}" destId="{6F7792E7-AC80-4EE8-A0B0-D57F52AC43D6}" srcOrd="1" destOrd="0" presId="urn:microsoft.com/office/officeart/2024/layout/BulletTimelineInverted"/>
    <dgm:cxn modelId="{BB5D9007-0026-4297-AB9E-4E85851C1062}" type="presParOf" srcId="{F5E0ECD0-86B6-4D94-9049-167ADE589F32}" destId="{2FCD6124-1A0C-4930-8C6B-87CBAEA6BACF}" srcOrd="2" destOrd="0" presId="urn:microsoft.com/office/officeart/2024/layout/BulletTimelineInverted"/>
    <dgm:cxn modelId="{FB352363-2F36-421C-9946-74B290EFD95A}" type="presParOf" srcId="{2FCD6124-1A0C-4930-8C6B-87CBAEA6BACF}" destId="{C1C10EF8-F859-405E-8E2A-38D65EF072EF}" srcOrd="0" destOrd="0" presId="urn:microsoft.com/office/officeart/2024/layout/BulletTimelineInverted"/>
    <dgm:cxn modelId="{653D41C9-2042-4278-B33D-940EF8F3FB87}" type="presParOf" srcId="{C1C10EF8-F859-405E-8E2A-38D65EF072EF}" destId="{916EBF01-E089-4F13-B942-D859016ECDD2}" srcOrd="0" destOrd="0" presId="urn:microsoft.com/office/officeart/2024/layout/BulletTimelineInverted"/>
    <dgm:cxn modelId="{C9E9E568-A498-4B75-9771-A85E640C77FF}" type="presParOf" srcId="{C1C10EF8-F859-405E-8E2A-38D65EF072EF}" destId="{95D805C0-67F2-4D6A-B1E1-55F771FBA32C}" srcOrd="1" destOrd="0" presId="urn:microsoft.com/office/officeart/2024/layout/BulletTimelineInverted"/>
    <dgm:cxn modelId="{E3380AF6-693E-4E55-99D1-96A56C936548}" type="presParOf" srcId="{2FCD6124-1A0C-4930-8C6B-87CBAEA6BACF}" destId="{F521F78A-8243-45CB-A65C-BD22AAADCCBB}" srcOrd="1" destOrd="0" presId="urn:microsoft.com/office/officeart/2024/layout/BulletTimelineInverted"/>
    <dgm:cxn modelId="{BB191EAD-16FE-43E7-97DF-F8C11A139E0C}" type="presParOf" srcId="{2FCD6124-1A0C-4930-8C6B-87CBAEA6BACF}" destId="{AEFD160E-E46C-4281-B821-335FCFA315A5}" srcOrd="2" destOrd="0" presId="urn:microsoft.com/office/officeart/2024/layout/BulletTimelineInverted"/>
    <dgm:cxn modelId="{3A2804BB-9CD6-45DD-9D8F-C39B10CB2E18}" type="presParOf" srcId="{2FCD6124-1A0C-4930-8C6B-87CBAEA6BACF}" destId="{883C9AF0-94A0-487F-99CE-1C38BF86966B}" srcOrd="3" destOrd="0" presId="urn:microsoft.com/office/officeart/2024/layout/BulletTimelineInverted"/>
    <dgm:cxn modelId="{48F9FFF4-EEC1-45FB-82AB-903E3CC5EF41}" type="presParOf" srcId="{2FCD6124-1A0C-4930-8C6B-87CBAEA6BACF}" destId="{4F9F8036-F156-45E2-90C4-50B98E7830D1}" srcOrd="4" destOrd="0" presId="urn:microsoft.com/office/officeart/2024/layout/BulletTimelineInverted"/>
    <dgm:cxn modelId="{367E71E1-92B5-4A8C-82FD-BAC485A5105A}" type="presParOf" srcId="{4F9F8036-F156-45E2-90C4-50B98E7830D1}" destId="{F1AB7510-51D2-4B3C-868C-2AE313201ED2}" srcOrd="0" destOrd="0" presId="urn:microsoft.com/office/officeart/2024/layout/BulletTimelineInverted"/>
    <dgm:cxn modelId="{1BAB42BE-28A9-4DE1-8596-CA4F72F3FFED}" type="presParOf" srcId="{2FCD6124-1A0C-4930-8C6B-87CBAEA6BACF}" destId="{EBBF64CE-4908-43D8-B827-036096735736}" srcOrd="5" destOrd="0" presId="urn:microsoft.com/office/officeart/2024/layout/BulletTimelineInverted"/>
    <dgm:cxn modelId="{E8C9EBA1-87AE-44CA-BD8A-BE00CDC869E1}" type="presParOf" srcId="{F5E0ECD0-86B6-4D94-9049-167ADE589F32}" destId="{28A9064B-AE60-43A9-B51D-FBAB85E22C13}" srcOrd="3" destOrd="0" presId="urn:microsoft.com/office/officeart/2024/layout/BulletTimelineInverted"/>
    <dgm:cxn modelId="{626AC756-94D0-4C78-93F5-2A40E8DBA54E}" type="presParOf" srcId="{F5E0ECD0-86B6-4D94-9049-167ADE589F32}" destId="{22B35CFC-0EA1-42C8-AD3A-283BA830560F}" srcOrd="4" destOrd="0" presId="urn:microsoft.com/office/officeart/2024/layout/BulletTimelineInverted"/>
    <dgm:cxn modelId="{A07B7EB3-4B6C-4E22-8204-6982C90C5978}" type="presParOf" srcId="{22B35CFC-0EA1-42C8-AD3A-283BA830560F}" destId="{3C737E3F-ABC2-4240-BE84-08F546AB3BC5}" srcOrd="0" destOrd="0" presId="urn:microsoft.com/office/officeart/2024/layout/BulletTimelineInverted"/>
    <dgm:cxn modelId="{AB39DA17-0D6B-498A-95EC-7CCE3EFB4572}" type="presParOf" srcId="{3C737E3F-ABC2-4240-BE84-08F546AB3BC5}" destId="{19688B04-4070-49D2-8DB3-DC89D8DCF936}" srcOrd="0" destOrd="0" presId="urn:microsoft.com/office/officeart/2024/layout/BulletTimelineInverted"/>
    <dgm:cxn modelId="{D42A77CC-6825-4CF9-9AF9-D4DF27C63F67}" type="presParOf" srcId="{3C737E3F-ABC2-4240-BE84-08F546AB3BC5}" destId="{BE84472F-8676-4F8A-8404-BD0FDD4E4E33}" srcOrd="1" destOrd="0" presId="urn:microsoft.com/office/officeart/2024/layout/BulletTimelineInverted"/>
    <dgm:cxn modelId="{B672EDA5-1B87-4E6F-BA5E-A95F85643BB5}" type="presParOf" srcId="{22B35CFC-0EA1-42C8-AD3A-283BA830560F}" destId="{C3BFB316-9DBD-45C9-B920-C9C326927957}" srcOrd="1" destOrd="0" presId="urn:microsoft.com/office/officeart/2024/layout/BulletTimelineInverted"/>
    <dgm:cxn modelId="{CFFCF74F-327E-42B6-AA50-DACA0E3364BC}" type="presParOf" srcId="{22B35CFC-0EA1-42C8-AD3A-283BA830560F}" destId="{75899467-43F6-4D64-86E3-15B3674514C8}" srcOrd="2" destOrd="0" presId="urn:microsoft.com/office/officeart/2024/layout/BulletTimelineInverted"/>
    <dgm:cxn modelId="{4B3AA39B-4A7D-4700-A6F7-98F3862857DC}" type="presParOf" srcId="{22B35CFC-0EA1-42C8-AD3A-283BA830560F}" destId="{BBA8320C-3A5E-4C61-A93D-F72795C9ADC5}" srcOrd="3" destOrd="0" presId="urn:microsoft.com/office/officeart/2024/layout/BulletTimelineInverted"/>
    <dgm:cxn modelId="{B33FFF82-D5C4-44E8-B191-38FDBFD56BDE}" type="presParOf" srcId="{22B35CFC-0EA1-42C8-AD3A-283BA830560F}" destId="{15D7A633-0D40-46B6-A485-0B397A60059E}" srcOrd="4" destOrd="0" presId="urn:microsoft.com/office/officeart/2024/layout/BulletTimelineInverted"/>
    <dgm:cxn modelId="{8D1FA579-024D-4BE0-AB23-A372526E92A7}" type="presParOf" srcId="{15D7A633-0D40-46B6-A485-0B397A60059E}" destId="{4D76AEC3-D2ED-4319-A941-08C6BDC33B9C}" srcOrd="0" destOrd="0" presId="urn:microsoft.com/office/officeart/2024/layout/BulletTimelineInverted"/>
    <dgm:cxn modelId="{FBB77E2F-12A5-44D5-A68A-08BC8DF19600}" type="presParOf" srcId="{22B35CFC-0EA1-42C8-AD3A-283BA830560F}" destId="{D4026A41-76F8-4021-98C4-DC54BF28C6C6}" srcOrd="5" destOrd="0" presId="urn:microsoft.com/office/officeart/2024/layout/BulletTimelineInverted"/>
    <dgm:cxn modelId="{59E50D43-4BC8-4623-B830-021259EFF8C5}" type="presParOf" srcId="{F5E0ECD0-86B6-4D94-9049-167ADE589F32}" destId="{02648F7F-0098-4D2C-BB9D-685ECEAC0FF3}" srcOrd="5" destOrd="0" presId="urn:microsoft.com/office/officeart/2024/layout/BulletTimelineInverted"/>
    <dgm:cxn modelId="{2EBC3386-BF08-498E-947D-3B677BD61E87}" type="presParOf" srcId="{F5E0ECD0-86B6-4D94-9049-167ADE589F32}" destId="{431B8123-22F9-4B33-A5AC-BD9639C3543B}" srcOrd="6" destOrd="0" presId="urn:microsoft.com/office/officeart/2024/layout/BulletTimelineInverted"/>
    <dgm:cxn modelId="{3DBB8A41-67FC-433B-BA96-1C5C9D2D0D02}" type="presParOf" srcId="{431B8123-22F9-4B33-A5AC-BD9639C3543B}" destId="{AE77D10F-F96F-467F-AC33-14532E44BD65}" srcOrd="0" destOrd="0" presId="urn:microsoft.com/office/officeart/2024/layout/BulletTimelineInverted"/>
    <dgm:cxn modelId="{170183F2-9F95-462C-A6E9-FE305977EB7B}" type="presParOf" srcId="{AE77D10F-F96F-467F-AC33-14532E44BD65}" destId="{8D5BB7AB-051F-47CF-A634-873164F7E576}" srcOrd="0" destOrd="0" presId="urn:microsoft.com/office/officeart/2024/layout/BulletTimelineInverted"/>
    <dgm:cxn modelId="{8550BA7F-19B0-4C0A-84C0-525439D252D8}" type="presParOf" srcId="{AE77D10F-F96F-467F-AC33-14532E44BD65}" destId="{7239CF33-EC65-4913-B4D3-4B2D6784D1EC}" srcOrd="1" destOrd="0" presId="urn:microsoft.com/office/officeart/2024/layout/BulletTimelineInverted"/>
    <dgm:cxn modelId="{2C143C1D-5F6A-426D-92B9-0E1B0C5E094E}" type="presParOf" srcId="{431B8123-22F9-4B33-A5AC-BD9639C3543B}" destId="{DBCD6323-67B4-4C23-8985-7A049BC45B44}" srcOrd="1" destOrd="0" presId="urn:microsoft.com/office/officeart/2024/layout/BulletTimelineInverted"/>
    <dgm:cxn modelId="{8BEA477C-9AD1-426A-B291-0CADAA61DA93}" type="presParOf" srcId="{431B8123-22F9-4B33-A5AC-BD9639C3543B}" destId="{9F945332-7187-47E7-BADC-EC374B78785D}" srcOrd="2" destOrd="0" presId="urn:microsoft.com/office/officeart/2024/layout/BulletTimelineInverted"/>
    <dgm:cxn modelId="{45EB81C6-7085-4E28-A0FD-2D4DBA4ECB63}" type="presParOf" srcId="{431B8123-22F9-4B33-A5AC-BD9639C3543B}" destId="{59AF324F-CDEB-4C57-9265-91E5936956B4}" srcOrd="3" destOrd="0" presId="urn:microsoft.com/office/officeart/2024/layout/BulletTimelineInverted"/>
    <dgm:cxn modelId="{6D75DA4F-AAB0-4D35-AA0C-388808D69C73}" type="presParOf" srcId="{431B8123-22F9-4B33-A5AC-BD9639C3543B}" destId="{D7F077A1-1778-40B1-861F-BA4053EA8249}" srcOrd="4" destOrd="0" presId="urn:microsoft.com/office/officeart/2024/layout/BulletTimelineInverted"/>
    <dgm:cxn modelId="{4162B6BB-FDFE-4161-AF67-8F322A9E01E8}" type="presParOf" srcId="{D7F077A1-1778-40B1-861F-BA4053EA8249}" destId="{BD22E40F-4B6E-466F-8248-38F88E2B8591}" srcOrd="0" destOrd="0" presId="urn:microsoft.com/office/officeart/2024/layout/BulletTimelineInverted"/>
    <dgm:cxn modelId="{2166FA51-9A10-4F40-B2F7-0202E3775C9C}" type="presParOf" srcId="{431B8123-22F9-4B33-A5AC-BD9639C3543B}" destId="{9FA9BE06-202B-45B9-85B5-A5B00D8F2231}" srcOrd="5" destOrd="0" presId="urn:microsoft.com/office/officeart/2024/layout/BulletTimelineInverted"/>
    <dgm:cxn modelId="{DD9F2E0E-1D37-4BA3-8A15-EBBF283700C4}" type="presParOf" srcId="{F5E0ECD0-86B6-4D94-9049-167ADE589F32}" destId="{B2F53CAA-F617-4426-8876-F217AB806582}" srcOrd="7" destOrd="0" presId="urn:microsoft.com/office/officeart/2024/layout/BulletTimelineInverted"/>
    <dgm:cxn modelId="{AB2C993C-5F5D-4240-842E-A104CE18B835}" type="presParOf" srcId="{F5E0ECD0-86B6-4D94-9049-167ADE589F32}" destId="{56E48F09-C39D-4083-9FA5-F3396062FB09}" srcOrd="8" destOrd="0" presId="urn:microsoft.com/office/officeart/2024/layout/BulletTimelineInverted"/>
    <dgm:cxn modelId="{DA850902-E5A3-4422-B137-88236EE38BE2}" type="presParOf" srcId="{56E48F09-C39D-4083-9FA5-F3396062FB09}" destId="{223728E5-4A51-4F69-8FE4-5A3E90DA73C7}" srcOrd="0" destOrd="0" presId="urn:microsoft.com/office/officeart/2024/layout/BulletTimelineInverted"/>
    <dgm:cxn modelId="{D08B6ABF-F115-4ACF-AFE1-C3BD5C37ABC6}" type="presParOf" srcId="{223728E5-4A51-4F69-8FE4-5A3E90DA73C7}" destId="{28EA777F-C126-49D6-8A04-3EFC16B93DF6}" srcOrd="0" destOrd="0" presId="urn:microsoft.com/office/officeart/2024/layout/BulletTimelineInverted"/>
    <dgm:cxn modelId="{1A962618-3610-4C43-8B6B-BD2B87E2AB8A}" type="presParOf" srcId="{223728E5-4A51-4F69-8FE4-5A3E90DA73C7}" destId="{6A852917-EFDE-4885-9397-448225CFA16A}" srcOrd="1" destOrd="0" presId="urn:microsoft.com/office/officeart/2024/layout/BulletTimelineInverted"/>
    <dgm:cxn modelId="{AFBD8D3C-A910-42DF-816B-7F0649574C1C}" type="presParOf" srcId="{56E48F09-C39D-4083-9FA5-F3396062FB09}" destId="{BDB5290E-F6D1-4E17-83DC-0C9CF934D23D}" srcOrd="1" destOrd="0" presId="urn:microsoft.com/office/officeart/2024/layout/BulletTimelineInverted"/>
    <dgm:cxn modelId="{326C07E5-026B-4CCB-938C-0BC41ED28A4B}" type="presParOf" srcId="{56E48F09-C39D-4083-9FA5-F3396062FB09}" destId="{5883FFE8-0CCB-4713-9DB7-490DF85D1901}" srcOrd="2" destOrd="0" presId="urn:microsoft.com/office/officeart/2024/layout/BulletTimelineInverted"/>
    <dgm:cxn modelId="{C97A5226-02BA-425A-BE7E-E5BAB39657C8}" type="presParOf" srcId="{56E48F09-C39D-4083-9FA5-F3396062FB09}" destId="{AF4EAF5F-63C4-433D-8D2A-CE3E54F57E11}" srcOrd="3" destOrd="0" presId="urn:microsoft.com/office/officeart/2024/layout/BulletTimelineInverted"/>
    <dgm:cxn modelId="{72E29D06-7895-47F5-BC90-9C916AC762CC}" type="presParOf" srcId="{56E48F09-C39D-4083-9FA5-F3396062FB09}" destId="{A8AADAB1-FB76-4689-BF59-8DFA7A882526}" srcOrd="4" destOrd="0" presId="urn:microsoft.com/office/officeart/2024/layout/BulletTimelineInverted"/>
    <dgm:cxn modelId="{EAB39977-95F8-44CC-A2C5-48605F452344}" type="presParOf" srcId="{A8AADAB1-FB76-4689-BF59-8DFA7A882526}" destId="{A4239C76-BFA2-406E-8744-7951F6865DAD}" srcOrd="0" destOrd="0" presId="urn:microsoft.com/office/officeart/2024/layout/BulletTimelineInverted"/>
    <dgm:cxn modelId="{7C1591D0-58D3-4E89-9A8F-7748CD126A60}" type="presParOf" srcId="{56E48F09-C39D-4083-9FA5-F3396062FB09}" destId="{BBC4E020-138F-4092-8037-D3D1005D85BC}" srcOrd="5" destOrd="0" presId="urn:microsoft.com/office/officeart/2024/layout/BulletTimelineInverted"/>
    <dgm:cxn modelId="{8F7D3584-EEDF-4262-8AB7-F28C1E25DC48}" type="presParOf" srcId="{F5E0ECD0-86B6-4D94-9049-167ADE589F32}" destId="{4F5F6F66-028B-47A2-8932-BA456E7CE25E}" srcOrd="9" destOrd="0" presId="urn:microsoft.com/office/officeart/2024/layout/BulletTimelineInverted"/>
    <dgm:cxn modelId="{4BFB99A6-7270-4A1D-A16C-84B5F4E4BD31}" type="presParOf" srcId="{F5E0ECD0-86B6-4D94-9049-167ADE589F32}" destId="{A95C2A73-198A-4471-8CA1-C5ECD38BFA14}" srcOrd="10" destOrd="0" presId="urn:microsoft.com/office/officeart/2024/layout/BulletTimelineInverted"/>
    <dgm:cxn modelId="{A850B3A0-1A4F-4DBE-9399-F9EECF62A826}" type="presParOf" srcId="{A95C2A73-198A-4471-8CA1-C5ECD38BFA14}" destId="{6B53CF53-2779-415D-8D77-54116F8BB32B}" srcOrd="0" destOrd="0" presId="urn:microsoft.com/office/officeart/2024/layout/BulletTimelineInverted"/>
    <dgm:cxn modelId="{C6BBDB70-44B8-463A-8C4C-A8BE91ACA6ED}" type="presParOf" srcId="{6B53CF53-2779-415D-8D77-54116F8BB32B}" destId="{80D76F21-D4EA-4C0D-94FC-9BDED7F01CD0}" srcOrd="0" destOrd="0" presId="urn:microsoft.com/office/officeart/2024/layout/BulletTimelineInverted"/>
    <dgm:cxn modelId="{BDA458C7-4ED8-41CE-9147-D87D939F581A}" type="presParOf" srcId="{6B53CF53-2779-415D-8D77-54116F8BB32B}" destId="{B410EC0B-976F-4AEB-85DC-B0BBA34E1390}" srcOrd="1" destOrd="0" presId="urn:microsoft.com/office/officeart/2024/layout/BulletTimelineInverted"/>
    <dgm:cxn modelId="{54D4A998-3474-484C-BF07-52D5795C53F8}" type="presParOf" srcId="{A95C2A73-198A-4471-8CA1-C5ECD38BFA14}" destId="{201918A3-F966-457D-AAE5-A3C5FD557B9F}" srcOrd="1" destOrd="0" presId="urn:microsoft.com/office/officeart/2024/layout/BulletTimelineInverted"/>
    <dgm:cxn modelId="{8444C410-AE60-4927-8B9C-06C60A43F7F1}" type="presParOf" srcId="{A95C2A73-198A-4471-8CA1-C5ECD38BFA14}" destId="{EBF5FC66-EF34-4EB9-980E-F66D0E693445}" srcOrd="2" destOrd="0" presId="urn:microsoft.com/office/officeart/2024/layout/BulletTimelineInverted"/>
    <dgm:cxn modelId="{1027A96C-D7D2-41B0-A1B1-B2BB320B92EB}" type="presParOf" srcId="{A95C2A73-198A-4471-8CA1-C5ECD38BFA14}" destId="{D880F313-1E33-4AF8-B3FA-6B5CA9D0E320}" srcOrd="3" destOrd="0" presId="urn:microsoft.com/office/officeart/2024/layout/BulletTimelineInverted"/>
    <dgm:cxn modelId="{A58902CD-3CD5-4536-88BF-240ADE4DAE51}" type="presParOf" srcId="{A95C2A73-198A-4471-8CA1-C5ECD38BFA14}" destId="{DE3B8213-97F0-4C28-8E25-1256D4667EF0}" srcOrd="4" destOrd="0" presId="urn:microsoft.com/office/officeart/2024/layout/BulletTimelineInverted"/>
    <dgm:cxn modelId="{E5EA0EA6-7C54-4D85-B3C1-8970294CDAC3}" type="presParOf" srcId="{DE3B8213-97F0-4C28-8E25-1256D4667EF0}" destId="{0B53AF57-F086-477A-B01E-9EF7F146AA0A}" srcOrd="0" destOrd="0" presId="urn:microsoft.com/office/officeart/2024/layout/BulletTimelineInverted"/>
    <dgm:cxn modelId="{583699E1-5E8D-4A47-85B8-7AA23D2A86AD}" type="presParOf" srcId="{A95C2A73-198A-4471-8CA1-C5ECD38BFA14}" destId="{DA7AC669-7657-46CE-9F39-876032F70E74}" srcOrd="5" destOrd="0" presId="urn:microsoft.com/office/officeart/2024/layout/BulletTimelineInvert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A3669D-DDB9-441B-B046-BB57DE7963A7}"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C4FBC04D-007D-44DC-AA9B-902A6D596505}">
      <dgm:prSet phldrT="[Text]" phldr="0"/>
      <dgm:spPr/>
      <dgm:t>
        <a:bodyPr/>
        <a:lstStyle/>
        <a:p>
          <a:r>
            <a:rPr lang="de-DE" dirty="0"/>
            <a:t>Kopieren</a:t>
          </a:r>
        </a:p>
      </dgm:t>
    </dgm:pt>
    <dgm:pt modelId="{B6E61467-BF34-417E-B0FF-EF6BCDCF81A5}" type="parTrans" cxnId="{1D292C98-4E79-439B-ACA2-C819752ECC9B}">
      <dgm:prSet/>
      <dgm:spPr/>
      <dgm:t>
        <a:bodyPr/>
        <a:lstStyle/>
        <a:p>
          <a:endParaRPr lang="de-DE"/>
        </a:p>
      </dgm:t>
    </dgm:pt>
    <dgm:pt modelId="{CDC30753-3CDC-4645-968B-E41023BCD95F}" type="sibTrans" cxnId="{1D292C98-4E79-439B-ACA2-C819752ECC9B}">
      <dgm:prSet/>
      <dgm:spPr/>
      <dgm:t>
        <a:bodyPr/>
        <a:lstStyle/>
        <a:p>
          <a:endParaRPr lang="de-DE"/>
        </a:p>
      </dgm:t>
    </dgm:pt>
    <dgm:pt modelId="{BE94ED0D-2B4F-4467-AB83-B10E7305B423}">
      <dgm:prSet phldrT="[Text]" phldr="0"/>
      <dgm:spPr/>
      <dgm:t>
        <a:bodyPr/>
        <a:lstStyle/>
        <a:p>
          <a:r>
            <a:rPr lang="de-DE" dirty="0"/>
            <a:t>Prüfen</a:t>
          </a:r>
        </a:p>
      </dgm:t>
    </dgm:pt>
    <dgm:pt modelId="{08F2AAF7-1A9F-4B8D-B831-3A58EF5BF617}" type="parTrans" cxnId="{7CC929D3-84A8-4BC6-AA5F-DE1D25BE715E}">
      <dgm:prSet/>
      <dgm:spPr/>
      <dgm:t>
        <a:bodyPr/>
        <a:lstStyle/>
        <a:p>
          <a:endParaRPr lang="de-DE"/>
        </a:p>
      </dgm:t>
    </dgm:pt>
    <dgm:pt modelId="{C3642772-DC91-4E02-BBD0-553DBAFF8A46}" type="sibTrans" cxnId="{7CC929D3-84A8-4BC6-AA5F-DE1D25BE715E}">
      <dgm:prSet/>
      <dgm:spPr/>
      <dgm:t>
        <a:bodyPr/>
        <a:lstStyle/>
        <a:p>
          <a:endParaRPr lang="de-DE"/>
        </a:p>
      </dgm:t>
    </dgm:pt>
    <dgm:pt modelId="{DB5FDCA7-6A39-4E7A-84A7-996A0321B2DF}">
      <dgm:prSet phldrT="[Text]" phldr="0"/>
      <dgm:spPr/>
      <dgm:t>
        <a:bodyPr/>
        <a:lstStyle/>
        <a:p>
          <a:r>
            <a:rPr lang="de-DE" dirty="0"/>
            <a:t>Konfigurieren</a:t>
          </a:r>
        </a:p>
      </dgm:t>
    </dgm:pt>
    <dgm:pt modelId="{907F593A-48F3-4A7A-B578-DB1E9643A491}" type="parTrans" cxnId="{6411C528-21DA-4350-AEF5-D4D6FA3DECCA}">
      <dgm:prSet/>
      <dgm:spPr/>
      <dgm:t>
        <a:bodyPr/>
        <a:lstStyle/>
        <a:p>
          <a:endParaRPr lang="de-DE"/>
        </a:p>
      </dgm:t>
    </dgm:pt>
    <dgm:pt modelId="{DE90CEF3-574D-4ADD-8673-A56ECDF962B0}" type="sibTrans" cxnId="{6411C528-21DA-4350-AEF5-D4D6FA3DECCA}">
      <dgm:prSet/>
      <dgm:spPr/>
      <dgm:t>
        <a:bodyPr/>
        <a:lstStyle/>
        <a:p>
          <a:endParaRPr lang="de-DE"/>
        </a:p>
      </dgm:t>
    </dgm:pt>
    <dgm:pt modelId="{2E6315DE-BE78-4A48-80B9-8023B1F26C6D}">
      <dgm:prSet phldrT="[Text]" phldr="0"/>
      <dgm:spPr/>
      <dgm:t>
        <a:bodyPr/>
        <a:lstStyle/>
        <a:p>
          <a:r>
            <a:rPr lang="de-DE" dirty="0"/>
            <a:t>Finden</a:t>
          </a:r>
        </a:p>
      </dgm:t>
    </dgm:pt>
    <dgm:pt modelId="{2AB39F5A-1123-41B3-A0D9-3723DA6AA557}" type="parTrans" cxnId="{445C67C4-F3FD-4792-A342-661FD08A79DC}">
      <dgm:prSet/>
      <dgm:spPr/>
      <dgm:t>
        <a:bodyPr/>
        <a:lstStyle/>
        <a:p>
          <a:endParaRPr lang="de-DE"/>
        </a:p>
      </dgm:t>
    </dgm:pt>
    <dgm:pt modelId="{399A2613-5134-47FA-9047-FD11C9906B7C}" type="sibTrans" cxnId="{445C67C4-F3FD-4792-A342-661FD08A79DC}">
      <dgm:prSet/>
      <dgm:spPr/>
      <dgm:t>
        <a:bodyPr/>
        <a:lstStyle/>
        <a:p>
          <a:endParaRPr lang="de-DE"/>
        </a:p>
      </dgm:t>
    </dgm:pt>
    <dgm:pt modelId="{11C13C90-9D54-4242-AA75-6FE8DF38E8BF}">
      <dgm:prSet phldrT="[Text]" phldr="0"/>
      <dgm:spPr/>
      <dgm:t>
        <a:bodyPr/>
        <a:lstStyle/>
        <a:p>
          <a:r>
            <a:rPr lang="de-DE" dirty="0"/>
            <a:t>Testen</a:t>
          </a:r>
        </a:p>
      </dgm:t>
    </dgm:pt>
    <dgm:pt modelId="{FBFFBA16-7B7A-4C6E-9D59-E6D713A79997}" type="parTrans" cxnId="{1886250A-04AE-4551-A984-EBA3A01935ED}">
      <dgm:prSet/>
      <dgm:spPr/>
      <dgm:t>
        <a:bodyPr/>
        <a:lstStyle/>
        <a:p>
          <a:endParaRPr lang="de-DE"/>
        </a:p>
      </dgm:t>
    </dgm:pt>
    <dgm:pt modelId="{DB3F094F-DBDF-4780-932C-EFA3F94A16F2}" type="sibTrans" cxnId="{1886250A-04AE-4551-A984-EBA3A01935ED}">
      <dgm:prSet/>
      <dgm:spPr/>
      <dgm:t>
        <a:bodyPr/>
        <a:lstStyle/>
        <a:p>
          <a:endParaRPr lang="de-DE"/>
        </a:p>
      </dgm:t>
    </dgm:pt>
    <dgm:pt modelId="{7FF93CD4-A246-47F8-B81C-1222932F7147}">
      <dgm:prSet phldrT="[Text]" phldr="0"/>
      <dgm:spPr/>
      <dgm:t>
        <a:bodyPr/>
        <a:lstStyle/>
        <a:p>
          <a:r>
            <a:rPr lang="de-DE"/>
            <a:t>Dployen</a:t>
          </a:r>
          <a:endParaRPr lang="de-DE" dirty="0"/>
        </a:p>
      </dgm:t>
    </dgm:pt>
    <dgm:pt modelId="{777A7ADA-9AFA-437C-8896-2C964CD31E18}" type="parTrans" cxnId="{0C2A4AFE-FCCD-469B-BDDF-DFF549C26301}">
      <dgm:prSet/>
      <dgm:spPr/>
      <dgm:t>
        <a:bodyPr/>
        <a:lstStyle/>
        <a:p>
          <a:endParaRPr lang="de-DE"/>
        </a:p>
      </dgm:t>
    </dgm:pt>
    <dgm:pt modelId="{EF5FEE5E-2291-441D-9538-91BDCA64CE3A}" type="sibTrans" cxnId="{0C2A4AFE-FCCD-469B-BDDF-DFF549C26301}">
      <dgm:prSet/>
      <dgm:spPr/>
      <dgm:t>
        <a:bodyPr/>
        <a:lstStyle/>
        <a:p>
          <a:endParaRPr lang="de-DE"/>
        </a:p>
      </dgm:t>
    </dgm:pt>
    <dgm:pt modelId="{716E73B9-37BE-44D9-9A67-C4FA4F96E078}" type="pres">
      <dgm:prSet presAssocID="{86A3669D-DDB9-441B-B046-BB57DE7963A7}" presName="Name0" presStyleCnt="0">
        <dgm:presLayoutVars>
          <dgm:dir/>
          <dgm:resizeHandles val="exact"/>
        </dgm:presLayoutVars>
      </dgm:prSet>
      <dgm:spPr/>
    </dgm:pt>
    <dgm:pt modelId="{AB490F01-2DAE-42C1-84EF-0A28F96D4124}" type="pres">
      <dgm:prSet presAssocID="{2E6315DE-BE78-4A48-80B9-8023B1F26C6D}" presName="parTxOnly" presStyleLbl="node1" presStyleIdx="0" presStyleCnt="6">
        <dgm:presLayoutVars>
          <dgm:bulletEnabled val="1"/>
        </dgm:presLayoutVars>
      </dgm:prSet>
      <dgm:spPr/>
    </dgm:pt>
    <dgm:pt modelId="{D85364DA-33F4-4463-A662-2AC02B60F71C}" type="pres">
      <dgm:prSet presAssocID="{399A2613-5134-47FA-9047-FD11C9906B7C}" presName="parSpace" presStyleCnt="0"/>
      <dgm:spPr/>
    </dgm:pt>
    <dgm:pt modelId="{987CB2E1-ECE0-4F48-BBFB-2AC3A3B8A7BD}" type="pres">
      <dgm:prSet presAssocID="{C4FBC04D-007D-44DC-AA9B-902A6D596505}" presName="parTxOnly" presStyleLbl="node1" presStyleIdx="1" presStyleCnt="6">
        <dgm:presLayoutVars>
          <dgm:bulletEnabled val="1"/>
        </dgm:presLayoutVars>
      </dgm:prSet>
      <dgm:spPr/>
    </dgm:pt>
    <dgm:pt modelId="{FEE86904-F883-45F3-BE47-AF68D5318ABB}" type="pres">
      <dgm:prSet presAssocID="{CDC30753-3CDC-4645-968B-E41023BCD95F}" presName="parSpace" presStyleCnt="0"/>
      <dgm:spPr/>
    </dgm:pt>
    <dgm:pt modelId="{7370FC55-5D03-4C67-91BD-1EB909A3DECC}" type="pres">
      <dgm:prSet presAssocID="{BE94ED0D-2B4F-4467-AB83-B10E7305B423}" presName="parTxOnly" presStyleLbl="node1" presStyleIdx="2" presStyleCnt="6">
        <dgm:presLayoutVars>
          <dgm:bulletEnabled val="1"/>
        </dgm:presLayoutVars>
      </dgm:prSet>
      <dgm:spPr/>
    </dgm:pt>
    <dgm:pt modelId="{21751518-92C2-46CE-8872-28349E33D07F}" type="pres">
      <dgm:prSet presAssocID="{C3642772-DC91-4E02-BBD0-553DBAFF8A46}" presName="parSpace" presStyleCnt="0"/>
      <dgm:spPr/>
    </dgm:pt>
    <dgm:pt modelId="{E39F917D-BF5D-443F-A813-FD7903313EBE}" type="pres">
      <dgm:prSet presAssocID="{DB5FDCA7-6A39-4E7A-84A7-996A0321B2DF}" presName="parTxOnly" presStyleLbl="node1" presStyleIdx="3" presStyleCnt="6">
        <dgm:presLayoutVars>
          <dgm:bulletEnabled val="1"/>
        </dgm:presLayoutVars>
      </dgm:prSet>
      <dgm:spPr/>
    </dgm:pt>
    <dgm:pt modelId="{C3CCD192-6760-488B-967E-340428D8A0ED}" type="pres">
      <dgm:prSet presAssocID="{DE90CEF3-574D-4ADD-8673-A56ECDF962B0}" presName="parSpace" presStyleCnt="0"/>
      <dgm:spPr/>
    </dgm:pt>
    <dgm:pt modelId="{4865D519-F774-40D9-B43A-A400CC488637}" type="pres">
      <dgm:prSet presAssocID="{11C13C90-9D54-4242-AA75-6FE8DF38E8BF}" presName="parTxOnly" presStyleLbl="node1" presStyleIdx="4" presStyleCnt="6">
        <dgm:presLayoutVars>
          <dgm:bulletEnabled val="1"/>
        </dgm:presLayoutVars>
      </dgm:prSet>
      <dgm:spPr/>
    </dgm:pt>
    <dgm:pt modelId="{6990A3F8-FA38-4691-9F0F-6B12DC071179}" type="pres">
      <dgm:prSet presAssocID="{DB3F094F-DBDF-4780-932C-EFA3F94A16F2}" presName="parSpace" presStyleCnt="0"/>
      <dgm:spPr/>
    </dgm:pt>
    <dgm:pt modelId="{7596C077-8637-42AA-A00B-B9EBB5CEA735}" type="pres">
      <dgm:prSet presAssocID="{7FF93CD4-A246-47F8-B81C-1222932F7147}" presName="parTxOnly" presStyleLbl="node1" presStyleIdx="5" presStyleCnt="6">
        <dgm:presLayoutVars>
          <dgm:bulletEnabled val="1"/>
        </dgm:presLayoutVars>
      </dgm:prSet>
      <dgm:spPr/>
    </dgm:pt>
  </dgm:ptLst>
  <dgm:cxnLst>
    <dgm:cxn modelId="{1886250A-04AE-4551-A984-EBA3A01935ED}" srcId="{86A3669D-DDB9-441B-B046-BB57DE7963A7}" destId="{11C13C90-9D54-4242-AA75-6FE8DF38E8BF}" srcOrd="4" destOrd="0" parTransId="{FBFFBA16-7B7A-4C6E-9D59-E6D713A79997}" sibTransId="{DB3F094F-DBDF-4780-932C-EFA3F94A16F2}"/>
    <dgm:cxn modelId="{6411C528-21DA-4350-AEF5-D4D6FA3DECCA}" srcId="{86A3669D-DDB9-441B-B046-BB57DE7963A7}" destId="{DB5FDCA7-6A39-4E7A-84A7-996A0321B2DF}" srcOrd="3" destOrd="0" parTransId="{907F593A-48F3-4A7A-B578-DB1E9643A491}" sibTransId="{DE90CEF3-574D-4ADD-8673-A56ECDF962B0}"/>
    <dgm:cxn modelId="{DD66773A-660B-45EB-A24A-C7CB5570741E}" type="presOf" srcId="{BE94ED0D-2B4F-4467-AB83-B10E7305B423}" destId="{7370FC55-5D03-4C67-91BD-1EB909A3DECC}" srcOrd="0" destOrd="0" presId="urn:microsoft.com/office/officeart/2005/8/layout/hChevron3"/>
    <dgm:cxn modelId="{F22ED66B-87F4-46B3-B2EE-BCA1CA026B1E}" type="presOf" srcId="{2E6315DE-BE78-4A48-80B9-8023B1F26C6D}" destId="{AB490F01-2DAE-42C1-84EF-0A28F96D4124}" srcOrd="0" destOrd="0" presId="urn:microsoft.com/office/officeart/2005/8/layout/hChevron3"/>
    <dgm:cxn modelId="{4C40116D-F3BB-4954-8CBD-B2A6D8E21898}" type="presOf" srcId="{DB5FDCA7-6A39-4E7A-84A7-996A0321B2DF}" destId="{E39F917D-BF5D-443F-A813-FD7903313EBE}" srcOrd="0" destOrd="0" presId="urn:microsoft.com/office/officeart/2005/8/layout/hChevron3"/>
    <dgm:cxn modelId="{5C53966E-600A-4C34-811C-3C8C383D3F33}" type="presOf" srcId="{86A3669D-DDB9-441B-B046-BB57DE7963A7}" destId="{716E73B9-37BE-44D9-9A67-C4FA4F96E078}" srcOrd="0" destOrd="0" presId="urn:microsoft.com/office/officeart/2005/8/layout/hChevron3"/>
    <dgm:cxn modelId="{C3D22E8F-CCCF-4F57-A60F-AB447543295E}" type="presOf" srcId="{C4FBC04D-007D-44DC-AA9B-902A6D596505}" destId="{987CB2E1-ECE0-4F48-BBFB-2AC3A3B8A7BD}" srcOrd="0" destOrd="0" presId="urn:microsoft.com/office/officeart/2005/8/layout/hChevron3"/>
    <dgm:cxn modelId="{1D292C98-4E79-439B-ACA2-C819752ECC9B}" srcId="{86A3669D-DDB9-441B-B046-BB57DE7963A7}" destId="{C4FBC04D-007D-44DC-AA9B-902A6D596505}" srcOrd="1" destOrd="0" parTransId="{B6E61467-BF34-417E-B0FF-EF6BCDCF81A5}" sibTransId="{CDC30753-3CDC-4645-968B-E41023BCD95F}"/>
    <dgm:cxn modelId="{9F6F87B3-B1AB-4F2A-84C5-964A06C86E4B}" type="presOf" srcId="{11C13C90-9D54-4242-AA75-6FE8DF38E8BF}" destId="{4865D519-F774-40D9-B43A-A400CC488637}" srcOrd="0" destOrd="0" presId="urn:microsoft.com/office/officeart/2005/8/layout/hChevron3"/>
    <dgm:cxn modelId="{445C67C4-F3FD-4792-A342-661FD08A79DC}" srcId="{86A3669D-DDB9-441B-B046-BB57DE7963A7}" destId="{2E6315DE-BE78-4A48-80B9-8023B1F26C6D}" srcOrd="0" destOrd="0" parTransId="{2AB39F5A-1123-41B3-A0D9-3723DA6AA557}" sibTransId="{399A2613-5134-47FA-9047-FD11C9906B7C}"/>
    <dgm:cxn modelId="{7CC929D3-84A8-4BC6-AA5F-DE1D25BE715E}" srcId="{86A3669D-DDB9-441B-B046-BB57DE7963A7}" destId="{BE94ED0D-2B4F-4467-AB83-B10E7305B423}" srcOrd="2" destOrd="0" parTransId="{08F2AAF7-1A9F-4B8D-B831-3A58EF5BF617}" sibTransId="{C3642772-DC91-4E02-BBD0-553DBAFF8A46}"/>
    <dgm:cxn modelId="{537E00DE-A7E1-4152-8A4E-62B44931C479}" type="presOf" srcId="{7FF93CD4-A246-47F8-B81C-1222932F7147}" destId="{7596C077-8637-42AA-A00B-B9EBB5CEA735}" srcOrd="0" destOrd="0" presId="urn:microsoft.com/office/officeart/2005/8/layout/hChevron3"/>
    <dgm:cxn modelId="{0C2A4AFE-FCCD-469B-BDDF-DFF549C26301}" srcId="{86A3669D-DDB9-441B-B046-BB57DE7963A7}" destId="{7FF93CD4-A246-47F8-B81C-1222932F7147}" srcOrd="5" destOrd="0" parTransId="{777A7ADA-9AFA-437C-8896-2C964CD31E18}" sibTransId="{EF5FEE5E-2291-441D-9538-91BDCA64CE3A}"/>
    <dgm:cxn modelId="{4F402693-819C-4F68-A42F-F451BC4DC519}" type="presParOf" srcId="{716E73B9-37BE-44D9-9A67-C4FA4F96E078}" destId="{AB490F01-2DAE-42C1-84EF-0A28F96D4124}" srcOrd="0" destOrd="0" presId="urn:microsoft.com/office/officeart/2005/8/layout/hChevron3"/>
    <dgm:cxn modelId="{79B9161E-19E0-43E4-B412-F4BF1037F527}" type="presParOf" srcId="{716E73B9-37BE-44D9-9A67-C4FA4F96E078}" destId="{D85364DA-33F4-4463-A662-2AC02B60F71C}" srcOrd="1" destOrd="0" presId="urn:microsoft.com/office/officeart/2005/8/layout/hChevron3"/>
    <dgm:cxn modelId="{F2B5B82C-011E-4521-9E72-F6C64C5B6FB5}" type="presParOf" srcId="{716E73B9-37BE-44D9-9A67-C4FA4F96E078}" destId="{987CB2E1-ECE0-4F48-BBFB-2AC3A3B8A7BD}" srcOrd="2" destOrd="0" presId="urn:microsoft.com/office/officeart/2005/8/layout/hChevron3"/>
    <dgm:cxn modelId="{A89082FD-5DE0-40A7-BECF-D8D21D4FE953}" type="presParOf" srcId="{716E73B9-37BE-44D9-9A67-C4FA4F96E078}" destId="{FEE86904-F883-45F3-BE47-AF68D5318ABB}" srcOrd="3" destOrd="0" presId="urn:microsoft.com/office/officeart/2005/8/layout/hChevron3"/>
    <dgm:cxn modelId="{830F2C1B-2EB6-43BF-BB8C-B84765023D86}" type="presParOf" srcId="{716E73B9-37BE-44D9-9A67-C4FA4F96E078}" destId="{7370FC55-5D03-4C67-91BD-1EB909A3DECC}" srcOrd="4" destOrd="0" presId="urn:microsoft.com/office/officeart/2005/8/layout/hChevron3"/>
    <dgm:cxn modelId="{A72DFB8E-9251-4FD3-85EB-2E5405A1071D}" type="presParOf" srcId="{716E73B9-37BE-44D9-9A67-C4FA4F96E078}" destId="{21751518-92C2-46CE-8872-28349E33D07F}" srcOrd="5" destOrd="0" presId="urn:microsoft.com/office/officeart/2005/8/layout/hChevron3"/>
    <dgm:cxn modelId="{0C596D83-F6D5-4BA9-A5EE-C8617FEE07B4}" type="presParOf" srcId="{716E73B9-37BE-44D9-9A67-C4FA4F96E078}" destId="{E39F917D-BF5D-443F-A813-FD7903313EBE}" srcOrd="6" destOrd="0" presId="urn:microsoft.com/office/officeart/2005/8/layout/hChevron3"/>
    <dgm:cxn modelId="{80E116F0-7550-41CB-B356-075184B51281}" type="presParOf" srcId="{716E73B9-37BE-44D9-9A67-C4FA4F96E078}" destId="{C3CCD192-6760-488B-967E-340428D8A0ED}" srcOrd="7" destOrd="0" presId="urn:microsoft.com/office/officeart/2005/8/layout/hChevron3"/>
    <dgm:cxn modelId="{45AE7FA2-706D-4832-A4D0-E7BE943EAAE3}" type="presParOf" srcId="{716E73B9-37BE-44D9-9A67-C4FA4F96E078}" destId="{4865D519-F774-40D9-B43A-A400CC488637}" srcOrd="8" destOrd="0" presId="urn:microsoft.com/office/officeart/2005/8/layout/hChevron3"/>
    <dgm:cxn modelId="{4D1E6857-827C-4D07-9FFB-997354687368}" type="presParOf" srcId="{716E73B9-37BE-44D9-9A67-C4FA4F96E078}" destId="{6990A3F8-FA38-4691-9F0F-6B12DC071179}" srcOrd="9" destOrd="0" presId="urn:microsoft.com/office/officeart/2005/8/layout/hChevron3"/>
    <dgm:cxn modelId="{9F46CC38-81FF-4C1B-9185-9A95BE3508A9}" type="presParOf" srcId="{716E73B9-37BE-44D9-9A67-C4FA4F96E078}" destId="{7596C077-8637-42AA-A00B-B9EBB5CEA735}"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8F6C9D-D693-4153-98E5-EE0408AD9E4E}"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1317F5EF-EC70-4584-A242-2B9D4F479E3C}">
      <dgm:prSet phldrT="[Text]" phldr="0"/>
      <dgm:spPr/>
      <dgm:t>
        <a:bodyPr/>
        <a:lstStyle/>
        <a:p>
          <a:r>
            <a:rPr lang="de-DE" dirty="0"/>
            <a:t>Adapter</a:t>
          </a:r>
        </a:p>
      </dgm:t>
    </dgm:pt>
    <dgm:pt modelId="{89602522-6FD1-499B-91B6-F8E29381EF77}" type="parTrans" cxnId="{C68C2FF4-F857-4FB1-93F3-275935888C12}">
      <dgm:prSet/>
      <dgm:spPr/>
      <dgm:t>
        <a:bodyPr/>
        <a:lstStyle/>
        <a:p>
          <a:endParaRPr lang="de-DE"/>
        </a:p>
      </dgm:t>
    </dgm:pt>
    <dgm:pt modelId="{963ABB0F-1E53-4E41-BF33-0743A3138621}" type="sibTrans" cxnId="{C68C2FF4-F857-4FB1-93F3-275935888C12}">
      <dgm:prSet/>
      <dgm:spPr/>
      <dgm:t>
        <a:bodyPr/>
        <a:lstStyle/>
        <a:p>
          <a:endParaRPr lang="de-DE"/>
        </a:p>
      </dgm:t>
    </dgm:pt>
    <dgm:pt modelId="{7D874CC8-CBA3-4619-9613-EE55D567C13D}">
      <dgm:prSet phldrT="[Text]" phldr="0"/>
      <dgm:spPr/>
      <dgm:t>
        <a:bodyPr/>
        <a:lstStyle/>
        <a:p>
          <a:r>
            <a:rPr lang="de-DE" dirty="0"/>
            <a:t>Nachrichten-verarbeitung</a:t>
          </a:r>
        </a:p>
      </dgm:t>
    </dgm:pt>
    <dgm:pt modelId="{F0BD6AE5-797A-45E9-8470-AC94F83AE0F7}" type="parTrans" cxnId="{C359D4A1-F75B-45E5-8421-18E14386FBCF}">
      <dgm:prSet/>
      <dgm:spPr/>
      <dgm:t>
        <a:bodyPr/>
        <a:lstStyle/>
        <a:p>
          <a:endParaRPr lang="de-DE"/>
        </a:p>
      </dgm:t>
    </dgm:pt>
    <dgm:pt modelId="{BE3EB281-409E-4459-8BCA-8C9C7DFC2650}" type="sibTrans" cxnId="{C359D4A1-F75B-45E5-8421-18E14386FBCF}">
      <dgm:prSet/>
      <dgm:spPr/>
      <dgm:t>
        <a:bodyPr/>
        <a:lstStyle/>
        <a:p>
          <a:endParaRPr lang="de-DE"/>
        </a:p>
      </dgm:t>
    </dgm:pt>
    <dgm:pt modelId="{29C190E9-3BF6-45F4-8C69-E2181D97089F}">
      <dgm:prSet phldrT="[Text]" phldr="0"/>
      <dgm:spPr/>
      <dgm:t>
        <a:bodyPr/>
        <a:lstStyle/>
        <a:p>
          <a:r>
            <a:rPr lang="de-DE" dirty="0"/>
            <a:t>Mapping</a:t>
          </a:r>
        </a:p>
      </dgm:t>
    </dgm:pt>
    <dgm:pt modelId="{B1096CB3-DF9E-4CDA-A904-5DE5541530BC}" type="parTrans" cxnId="{32C713C2-9DD2-46B4-B55F-A5D159B89428}">
      <dgm:prSet/>
      <dgm:spPr/>
      <dgm:t>
        <a:bodyPr/>
        <a:lstStyle/>
        <a:p>
          <a:endParaRPr lang="de-DE"/>
        </a:p>
      </dgm:t>
    </dgm:pt>
    <dgm:pt modelId="{F75A74C8-8A98-4291-84F7-A0E7B81D8B4D}" type="sibTrans" cxnId="{32C713C2-9DD2-46B4-B55F-A5D159B89428}">
      <dgm:prSet/>
      <dgm:spPr/>
      <dgm:t>
        <a:bodyPr/>
        <a:lstStyle/>
        <a:p>
          <a:endParaRPr lang="de-DE"/>
        </a:p>
      </dgm:t>
    </dgm:pt>
    <dgm:pt modelId="{646BB96D-EC5D-4057-A8FC-342264D28098}">
      <dgm:prSet phldrT="[Text]" phldr="0"/>
      <dgm:spPr/>
      <dgm:t>
        <a:bodyPr/>
        <a:lstStyle/>
        <a:p>
          <a:r>
            <a:rPr lang="de-DE"/>
            <a:t>Patterns</a:t>
          </a:r>
          <a:endParaRPr lang="de-DE" dirty="0"/>
        </a:p>
      </dgm:t>
    </dgm:pt>
    <dgm:pt modelId="{325EAC24-201A-45C0-858B-DB01D1E6103E}" type="parTrans" cxnId="{D95AE10D-3039-4D95-AE19-650C5ED8FEB9}">
      <dgm:prSet/>
      <dgm:spPr/>
      <dgm:t>
        <a:bodyPr/>
        <a:lstStyle/>
        <a:p>
          <a:endParaRPr lang="de-DE"/>
        </a:p>
      </dgm:t>
    </dgm:pt>
    <dgm:pt modelId="{6491071F-E10E-4DD7-AA8A-C327D62C300A}" type="sibTrans" cxnId="{D95AE10D-3039-4D95-AE19-650C5ED8FEB9}">
      <dgm:prSet/>
      <dgm:spPr/>
      <dgm:t>
        <a:bodyPr/>
        <a:lstStyle/>
        <a:p>
          <a:endParaRPr lang="de-DE"/>
        </a:p>
      </dgm:t>
    </dgm:pt>
    <dgm:pt modelId="{C453B9C8-EB27-4CD6-B276-8B106A9521DA}">
      <dgm:prSet phldrT="[Text]" phldr="0"/>
      <dgm:spPr/>
      <dgm:t>
        <a:bodyPr/>
        <a:lstStyle/>
        <a:p>
          <a:r>
            <a:rPr lang="de-DE"/>
            <a:t>Package</a:t>
          </a:r>
          <a:endParaRPr lang="de-DE" dirty="0"/>
        </a:p>
      </dgm:t>
    </dgm:pt>
    <dgm:pt modelId="{84E9BF93-FB78-45F1-BFC2-DADFF4122B7E}" type="parTrans" cxnId="{3A1A7764-801C-454E-9096-335175CA75BA}">
      <dgm:prSet/>
      <dgm:spPr/>
      <dgm:t>
        <a:bodyPr/>
        <a:lstStyle/>
        <a:p>
          <a:endParaRPr lang="de-DE"/>
        </a:p>
      </dgm:t>
    </dgm:pt>
    <dgm:pt modelId="{F495C9EE-B6A6-4C4E-AA10-6A2CC4747735}" type="sibTrans" cxnId="{3A1A7764-801C-454E-9096-335175CA75BA}">
      <dgm:prSet/>
      <dgm:spPr/>
      <dgm:t>
        <a:bodyPr/>
        <a:lstStyle/>
        <a:p>
          <a:endParaRPr lang="de-DE"/>
        </a:p>
      </dgm:t>
    </dgm:pt>
    <dgm:pt modelId="{EE5389E6-E902-4146-A06F-A24AB2B78FC9}">
      <dgm:prSet phldrT="[Text]" phldr="0"/>
      <dgm:spPr/>
      <dgm:t>
        <a:bodyPr/>
        <a:lstStyle/>
        <a:p>
          <a:r>
            <a:rPr lang="de-DE" dirty="0"/>
            <a:t>Monitoring</a:t>
          </a:r>
        </a:p>
      </dgm:t>
    </dgm:pt>
    <dgm:pt modelId="{43E44389-B674-44FB-AE91-2FF467D0A569}" type="parTrans" cxnId="{5AE3443C-79C8-49E3-857E-AA55D15CAC64}">
      <dgm:prSet/>
      <dgm:spPr/>
      <dgm:t>
        <a:bodyPr/>
        <a:lstStyle/>
        <a:p>
          <a:endParaRPr lang="de-DE"/>
        </a:p>
      </dgm:t>
    </dgm:pt>
    <dgm:pt modelId="{16F84350-9457-424D-84E9-E67A2BAE294E}" type="sibTrans" cxnId="{5AE3443C-79C8-49E3-857E-AA55D15CAC64}">
      <dgm:prSet/>
      <dgm:spPr/>
      <dgm:t>
        <a:bodyPr/>
        <a:lstStyle/>
        <a:p>
          <a:endParaRPr lang="de-DE"/>
        </a:p>
      </dgm:t>
    </dgm:pt>
    <dgm:pt modelId="{17535223-A4E0-4E89-AD13-1E6A0D23B572}" type="pres">
      <dgm:prSet presAssocID="{E88F6C9D-D693-4153-98E5-EE0408AD9E4E}" presName="Name0" presStyleCnt="0">
        <dgm:presLayoutVars>
          <dgm:dir/>
          <dgm:resizeHandles val="exact"/>
        </dgm:presLayoutVars>
      </dgm:prSet>
      <dgm:spPr/>
    </dgm:pt>
    <dgm:pt modelId="{59B34C41-9469-41D1-8059-D5EC7B9D4981}" type="pres">
      <dgm:prSet presAssocID="{1317F5EF-EC70-4584-A242-2B9D4F479E3C}" presName="parTxOnly" presStyleLbl="node1" presStyleIdx="0" presStyleCnt="6">
        <dgm:presLayoutVars>
          <dgm:bulletEnabled val="1"/>
        </dgm:presLayoutVars>
      </dgm:prSet>
      <dgm:spPr/>
    </dgm:pt>
    <dgm:pt modelId="{D5446583-DE98-4E9D-927D-8DAF9E48EC2B}" type="pres">
      <dgm:prSet presAssocID="{963ABB0F-1E53-4E41-BF33-0743A3138621}" presName="parSpace" presStyleCnt="0"/>
      <dgm:spPr/>
    </dgm:pt>
    <dgm:pt modelId="{D4382DB2-20EB-413B-8490-CF3152223D8A}" type="pres">
      <dgm:prSet presAssocID="{7D874CC8-CBA3-4619-9613-EE55D567C13D}" presName="parTxOnly" presStyleLbl="node1" presStyleIdx="1" presStyleCnt="6">
        <dgm:presLayoutVars>
          <dgm:bulletEnabled val="1"/>
        </dgm:presLayoutVars>
      </dgm:prSet>
      <dgm:spPr/>
    </dgm:pt>
    <dgm:pt modelId="{F0B466EB-D1C5-4A1C-B462-13BD002055B3}" type="pres">
      <dgm:prSet presAssocID="{BE3EB281-409E-4459-8BCA-8C9C7DFC2650}" presName="parSpace" presStyleCnt="0"/>
      <dgm:spPr/>
    </dgm:pt>
    <dgm:pt modelId="{BDFB4C8F-C3D5-42E6-AFE8-4A472994B1D7}" type="pres">
      <dgm:prSet presAssocID="{29C190E9-3BF6-45F4-8C69-E2181D97089F}" presName="parTxOnly" presStyleLbl="node1" presStyleIdx="2" presStyleCnt="6">
        <dgm:presLayoutVars>
          <dgm:bulletEnabled val="1"/>
        </dgm:presLayoutVars>
      </dgm:prSet>
      <dgm:spPr/>
    </dgm:pt>
    <dgm:pt modelId="{2E037124-4CB8-4062-A328-94BD1F56354F}" type="pres">
      <dgm:prSet presAssocID="{F75A74C8-8A98-4291-84F7-A0E7B81D8B4D}" presName="parSpace" presStyleCnt="0"/>
      <dgm:spPr/>
    </dgm:pt>
    <dgm:pt modelId="{7321A8B3-6490-4F1C-B5D0-AB1F4DDA7A10}" type="pres">
      <dgm:prSet presAssocID="{646BB96D-EC5D-4057-A8FC-342264D28098}" presName="parTxOnly" presStyleLbl="node1" presStyleIdx="3" presStyleCnt="6">
        <dgm:presLayoutVars>
          <dgm:bulletEnabled val="1"/>
        </dgm:presLayoutVars>
      </dgm:prSet>
      <dgm:spPr/>
    </dgm:pt>
    <dgm:pt modelId="{AA9D89AD-54E2-498E-A5C0-062BF79C11A1}" type="pres">
      <dgm:prSet presAssocID="{6491071F-E10E-4DD7-AA8A-C327D62C300A}" presName="parSpace" presStyleCnt="0"/>
      <dgm:spPr/>
    </dgm:pt>
    <dgm:pt modelId="{0156CD8E-D49A-4800-ACA3-B6DDDD0A50B3}" type="pres">
      <dgm:prSet presAssocID="{C453B9C8-EB27-4CD6-B276-8B106A9521DA}" presName="parTxOnly" presStyleLbl="node1" presStyleIdx="4" presStyleCnt="6">
        <dgm:presLayoutVars>
          <dgm:bulletEnabled val="1"/>
        </dgm:presLayoutVars>
      </dgm:prSet>
      <dgm:spPr/>
    </dgm:pt>
    <dgm:pt modelId="{8110C6D3-990D-4644-A2A9-BF92F381FC7E}" type="pres">
      <dgm:prSet presAssocID="{F495C9EE-B6A6-4C4E-AA10-6A2CC4747735}" presName="parSpace" presStyleCnt="0"/>
      <dgm:spPr/>
    </dgm:pt>
    <dgm:pt modelId="{7A03AB9E-EF37-4497-9803-5A1B8EAD4F4F}" type="pres">
      <dgm:prSet presAssocID="{EE5389E6-E902-4146-A06F-A24AB2B78FC9}" presName="parTxOnly" presStyleLbl="node1" presStyleIdx="5" presStyleCnt="6">
        <dgm:presLayoutVars>
          <dgm:bulletEnabled val="1"/>
        </dgm:presLayoutVars>
      </dgm:prSet>
      <dgm:spPr/>
    </dgm:pt>
  </dgm:ptLst>
  <dgm:cxnLst>
    <dgm:cxn modelId="{D95AE10D-3039-4D95-AE19-650C5ED8FEB9}" srcId="{E88F6C9D-D693-4153-98E5-EE0408AD9E4E}" destId="{646BB96D-EC5D-4057-A8FC-342264D28098}" srcOrd="3" destOrd="0" parTransId="{325EAC24-201A-45C0-858B-DB01D1E6103E}" sibTransId="{6491071F-E10E-4DD7-AA8A-C327D62C300A}"/>
    <dgm:cxn modelId="{9CE3C613-7A0D-4E1F-ACEC-4BD5BA728A01}" type="presOf" srcId="{E88F6C9D-D693-4153-98E5-EE0408AD9E4E}" destId="{17535223-A4E0-4E89-AD13-1E6A0D23B572}" srcOrd="0" destOrd="0" presId="urn:microsoft.com/office/officeart/2005/8/layout/hChevron3"/>
    <dgm:cxn modelId="{CD535916-CDE4-4F4B-9FF5-0C28F6F59B73}" type="presOf" srcId="{646BB96D-EC5D-4057-A8FC-342264D28098}" destId="{7321A8B3-6490-4F1C-B5D0-AB1F4DDA7A10}" srcOrd="0" destOrd="0" presId="urn:microsoft.com/office/officeart/2005/8/layout/hChevron3"/>
    <dgm:cxn modelId="{90639736-829C-4263-9BFB-3ADD2EA31C21}" type="presOf" srcId="{C453B9C8-EB27-4CD6-B276-8B106A9521DA}" destId="{0156CD8E-D49A-4800-ACA3-B6DDDD0A50B3}" srcOrd="0" destOrd="0" presId="urn:microsoft.com/office/officeart/2005/8/layout/hChevron3"/>
    <dgm:cxn modelId="{5AE3443C-79C8-49E3-857E-AA55D15CAC64}" srcId="{E88F6C9D-D693-4153-98E5-EE0408AD9E4E}" destId="{EE5389E6-E902-4146-A06F-A24AB2B78FC9}" srcOrd="5" destOrd="0" parTransId="{43E44389-B674-44FB-AE91-2FF467D0A569}" sibTransId="{16F84350-9457-424D-84E9-E67A2BAE294E}"/>
    <dgm:cxn modelId="{59441D63-7B4D-423D-8F1B-1CD7D3C4F94D}" type="presOf" srcId="{EE5389E6-E902-4146-A06F-A24AB2B78FC9}" destId="{7A03AB9E-EF37-4497-9803-5A1B8EAD4F4F}" srcOrd="0" destOrd="0" presId="urn:microsoft.com/office/officeart/2005/8/layout/hChevron3"/>
    <dgm:cxn modelId="{3A1A7764-801C-454E-9096-335175CA75BA}" srcId="{E88F6C9D-D693-4153-98E5-EE0408AD9E4E}" destId="{C453B9C8-EB27-4CD6-B276-8B106A9521DA}" srcOrd="4" destOrd="0" parTransId="{84E9BF93-FB78-45F1-BFC2-DADFF4122B7E}" sibTransId="{F495C9EE-B6A6-4C4E-AA10-6A2CC4747735}"/>
    <dgm:cxn modelId="{C359D4A1-F75B-45E5-8421-18E14386FBCF}" srcId="{E88F6C9D-D693-4153-98E5-EE0408AD9E4E}" destId="{7D874CC8-CBA3-4619-9613-EE55D567C13D}" srcOrd="1" destOrd="0" parTransId="{F0BD6AE5-797A-45E9-8470-AC94F83AE0F7}" sibTransId="{BE3EB281-409E-4459-8BCA-8C9C7DFC2650}"/>
    <dgm:cxn modelId="{92B19FB8-C381-4DE0-BF57-291C85B3840B}" type="presOf" srcId="{7D874CC8-CBA3-4619-9613-EE55D567C13D}" destId="{D4382DB2-20EB-413B-8490-CF3152223D8A}" srcOrd="0" destOrd="0" presId="urn:microsoft.com/office/officeart/2005/8/layout/hChevron3"/>
    <dgm:cxn modelId="{86499DBA-17B6-4FFF-A3EF-2068F8C77DEA}" type="presOf" srcId="{29C190E9-3BF6-45F4-8C69-E2181D97089F}" destId="{BDFB4C8F-C3D5-42E6-AFE8-4A472994B1D7}" srcOrd="0" destOrd="0" presId="urn:microsoft.com/office/officeart/2005/8/layout/hChevron3"/>
    <dgm:cxn modelId="{32C713C2-9DD2-46B4-B55F-A5D159B89428}" srcId="{E88F6C9D-D693-4153-98E5-EE0408AD9E4E}" destId="{29C190E9-3BF6-45F4-8C69-E2181D97089F}" srcOrd="2" destOrd="0" parTransId="{B1096CB3-DF9E-4CDA-A904-5DE5541530BC}" sibTransId="{F75A74C8-8A98-4291-84F7-A0E7B81D8B4D}"/>
    <dgm:cxn modelId="{A890BFE1-6163-42B3-9407-A087BD1CC179}" type="presOf" srcId="{1317F5EF-EC70-4584-A242-2B9D4F479E3C}" destId="{59B34C41-9469-41D1-8059-D5EC7B9D4981}" srcOrd="0" destOrd="0" presId="urn:microsoft.com/office/officeart/2005/8/layout/hChevron3"/>
    <dgm:cxn modelId="{C68C2FF4-F857-4FB1-93F3-275935888C12}" srcId="{E88F6C9D-D693-4153-98E5-EE0408AD9E4E}" destId="{1317F5EF-EC70-4584-A242-2B9D4F479E3C}" srcOrd="0" destOrd="0" parTransId="{89602522-6FD1-499B-91B6-F8E29381EF77}" sibTransId="{963ABB0F-1E53-4E41-BF33-0743A3138621}"/>
    <dgm:cxn modelId="{E91E71C6-D0DD-4A30-B28A-96EF34E006EE}" type="presParOf" srcId="{17535223-A4E0-4E89-AD13-1E6A0D23B572}" destId="{59B34C41-9469-41D1-8059-D5EC7B9D4981}" srcOrd="0" destOrd="0" presId="urn:microsoft.com/office/officeart/2005/8/layout/hChevron3"/>
    <dgm:cxn modelId="{3675EAF6-9C66-49B9-B1A0-3F393C58AFBD}" type="presParOf" srcId="{17535223-A4E0-4E89-AD13-1E6A0D23B572}" destId="{D5446583-DE98-4E9D-927D-8DAF9E48EC2B}" srcOrd="1" destOrd="0" presId="urn:microsoft.com/office/officeart/2005/8/layout/hChevron3"/>
    <dgm:cxn modelId="{8885F42A-12A8-4B65-90F0-37969638B34B}" type="presParOf" srcId="{17535223-A4E0-4E89-AD13-1E6A0D23B572}" destId="{D4382DB2-20EB-413B-8490-CF3152223D8A}" srcOrd="2" destOrd="0" presId="urn:microsoft.com/office/officeart/2005/8/layout/hChevron3"/>
    <dgm:cxn modelId="{34E36851-01FD-47EF-91A4-E24EE5FA6166}" type="presParOf" srcId="{17535223-A4E0-4E89-AD13-1E6A0D23B572}" destId="{F0B466EB-D1C5-4A1C-B462-13BD002055B3}" srcOrd="3" destOrd="0" presId="urn:microsoft.com/office/officeart/2005/8/layout/hChevron3"/>
    <dgm:cxn modelId="{FE406649-03A8-42F4-B702-74D99A788354}" type="presParOf" srcId="{17535223-A4E0-4E89-AD13-1E6A0D23B572}" destId="{BDFB4C8F-C3D5-42E6-AFE8-4A472994B1D7}" srcOrd="4" destOrd="0" presId="urn:microsoft.com/office/officeart/2005/8/layout/hChevron3"/>
    <dgm:cxn modelId="{3E2D8796-9FCC-4F3E-9419-A86779D719C6}" type="presParOf" srcId="{17535223-A4E0-4E89-AD13-1E6A0D23B572}" destId="{2E037124-4CB8-4062-A328-94BD1F56354F}" srcOrd="5" destOrd="0" presId="urn:microsoft.com/office/officeart/2005/8/layout/hChevron3"/>
    <dgm:cxn modelId="{DAA0B90E-C036-436E-BE5E-B3659C228843}" type="presParOf" srcId="{17535223-A4E0-4E89-AD13-1E6A0D23B572}" destId="{7321A8B3-6490-4F1C-B5D0-AB1F4DDA7A10}" srcOrd="6" destOrd="0" presId="urn:microsoft.com/office/officeart/2005/8/layout/hChevron3"/>
    <dgm:cxn modelId="{79F5DE83-4795-46E2-AF58-7BF8118659F8}" type="presParOf" srcId="{17535223-A4E0-4E89-AD13-1E6A0D23B572}" destId="{AA9D89AD-54E2-498E-A5C0-062BF79C11A1}" srcOrd="7" destOrd="0" presId="urn:microsoft.com/office/officeart/2005/8/layout/hChevron3"/>
    <dgm:cxn modelId="{33FEBB49-4549-4D13-978A-0C714B45E151}" type="presParOf" srcId="{17535223-A4E0-4E89-AD13-1E6A0D23B572}" destId="{0156CD8E-D49A-4800-ACA3-B6DDDD0A50B3}" srcOrd="8" destOrd="0" presId="urn:microsoft.com/office/officeart/2005/8/layout/hChevron3"/>
    <dgm:cxn modelId="{9B1D0AA1-357F-4CE4-8800-3F61A12B7421}" type="presParOf" srcId="{17535223-A4E0-4E89-AD13-1E6A0D23B572}" destId="{8110C6D3-990D-4644-A2A9-BF92F381FC7E}" srcOrd="9" destOrd="0" presId="urn:microsoft.com/office/officeart/2005/8/layout/hChevron3"/>
    <dgm:cxn modelId="{0129279B-ED95-4B9A-95C1-1786647F824C}" type="presParOf" srcId="{17535223-A4E0-4E89-AD13-1E6A0D23B572}" destId="{7A03AB9E-EF37-4497-9803-5A1B8EAD4F4F}"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22006DE-B1F4-4D63-AD99-5DEE12FE41BB}"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de-DE"/>
        </a:p>
      </dgm:t>
    </dgm:pt>
    <dgm:pt modelId="{90F066BA-B6E0-4EBD-8E09-DFAC00B58329}">
      <dgm:prSet phldrT="[Text]" phldr="0"/>
      <dgm:spPr/>
      <dgm:t>
        <a:bodyPr/>
        <a:lstStyle/>
        <a:p>
          <a:r>
            <a:rPr lang="de-DE" dirty="0" err="1"/>
            <a:t>Entitlements</a:t>
          </a:r>
          <a:r>
            <a:rPr lang="de-DE" dirty="0"/>
            <a:t> hinzufügen</a:t>
          </a:r>
        </a:p>
      </dgm:t>
    </dgm:pt>
    <dgm:pt modelId="{B53B8AE0-97A5-415E-9EA7-CE1C9A43BF7B}" type="parTrans" cxnId="{B5B87680-AE47-4DE0-A4B8-F8107E15D192}">
      <dgm:prSet/>
      <dgm:spPr/>
      <dgm:t>
        <a:bodyPr/>
        <a:lstStyle/>
        <a:p>
          <a:endParaRPr lang="de-DE"/>
        </a:p>
      </dgm:t>
    </dgm:pt>
    <dgm:pt modelId="{8EF69AD0-E33D-4E7A-8044-BD208E0166E9}" type="sibTrans" cxnId="{B5B87680-AE47-4DE0-A4B8-F8107E15D192}">
      <dgm:prSet/>
      <dgm:spPr/>
      <dgm:t>
        <a:bodyPr/>
        <a:lstStyle/>
        <a:p>
          <a:endParaRPr lang="de-DE"/>
        </a:p>
      </dgm:t>
    </dgm:pt>
    <dgm:pt modelId="{5A6CBB5D-17B3-40D7-818D-CE70369C7FBD}">
      <dgm:prSet phldrT="[Text]" phldr="0"/>
      <dgm:spPr/>
      <dgm:t>
        <a:bodyPr/>
        <a:lstStyle/>
        <a:p>
          <a:r>
            <a:rPr lang="de-DE" dirty="0"/>
            <a:t>Subskription anlegen</a:t>
          </a:r>
        </a:p>
      </dgm:t>
    </dgm:pt>
    <dgm:pt modelId="{A6E67417-8220-4D34-896E-612AD51657D0}" type="parTrans" cxnId="{0DA95B06-2757-446F-B885-F2771C205176}">
      <dgm:prSet/>
      <dgm:spPr/>
      <dgm:t>
        <a:bodyPr/>
        <a:lstStyle/>
        <a:p>
          <a:endParaRPr lang="de-DE"/>
        </a:p>
      </dgm:t>
    </dgm:pt>
    <dgm:pt modelId="{4EE554E1-284F-4C91-BE3E-A0CE7DB178A7}" type="sibTrans" cxnId="{0DA95B06-2757-446F-B885-F2771C205176}">
      <dgm:prSet/>
      <dgm:spPr/>
      <dgm:t>
        <a:bodyPr/>
        <a:lstStyle/>
        <a:p>
          <a:endParaRPr lang="de-DE"/>
        </a:p>
      </dgm:t>
    </dgm:pt>
    <dgm:pt modelId="{8ABCA1BF-F442-46CF-A103-C3FAC214BFB9}">
      <dgm:prSet phldrT="[Text]" phldr="0"/>
      <dgm:spPr/>
      <dgm:t>
        <a:bodyPr/>
        <a:lstStyle/>
        <a:p>
          <a:r>
            <a:rPr lang="de-DE" dirty="0" err="1"/>
            <a:t>Capabilities</a:t>
          </a:r>
          <a:r>
            <a:rPr lang="de-DE" dirty="0"/>
            <a:t> aktivieren</a:t>
          </a:r>
        </a:p>
      </dgm:t>
    </dgm:pt>
    <dgm:pt modelId="{2FECE030-4355-4533-9045-C0BA5ACDCBD1}" type="parTrans" cxnId="{CFCD6F82-A0C3-4AAA-96BA-0E8934AF6694}">
      <dgm:prSet/>
      <dgm:spPr/>
      <dgm:t>
        <a:bodyPr/>
        <a:lstStyle/>
        <a:p>
          <a:endParaRPr lang="de-DE"/>
        </a:p>
      </dgm:t>
    </dgm:pt>
    <dgm:pt modelId="{49DFC10B-C681-4146-9198-A9824726117B}" type="sibTrans" cxnId="{CFCD6F82-A0C3-4AAA-96BA-0E8934AF6694}">
      <dgm:prSet/>
      <dgm:spPr/>
      <dgm:t>
        <a:bodyPr/>
        <a:lstStyle/>
        <a:p>
          <a:endParaRPr lang="de-DE"/>
        </a:p>
      </dgm:t>
    </dgm:pt>
    <dgm:pt modelId="{2B349915-0726-4947-B530-714B23BDC7F5}">
      <dgm:prSet phldrT="[Text]" phldr="0"/>
      <dgm:spPr/>
      <dgm:t>
        <a:bodyPr/>
        <a:lstStyle/>
        <a:p>
          <a:r>
            <a:rPr lang="de-DE" dirty="0"/>
            <a:t>Benutzer berechtigen</a:t>
          </a:r>
        </a:p>
      </dgm:t>
    </dgm:pt>
    <dgm:pt modelId="{002A8B9B-421E-45D8-97F3-1F0EE4BEBF46}" type="parTrans" cxnId="{889F408E-F44D-4339-851F-28DAA40CD246}">
      <dgm:prSet/>
      <dgm:spPr/>
      <dgm:t>
        <a:bodyPr/>
        <a:lstStyle/>
        <a:p>
          <a:endParaRPr lang="de-DE"/>
        </a:p>
      </dgm:t>
    </dgm:pt>
    <dgm:pt modelId="{3EAD7799-2F7C-4FC1-AD2C-1CAA519F3023}" type="sibTrans" cxnId="{889F408E-F44D-4339-851F-28DAA40CD246}">
      <dgm:prSet/>
      <dgm:spPr/>
      <dgm:t>
        <a:bodyPr/>
        <a:lstStyle/>
        <a:p>
          <a:endParaRPr lang="de-DE"/>
        </a:p>
      </dgm:t>
    </dgm:pt>
    <dgm:pt modelId="{26C5EFC6-72C8-4A3D-A4A9-3C954798B2D1}" type="pres">
      <dgm:prSet presAssocID="{122006DE-B1F4-4D63-AD99-5DEE12FE41BB}" presName="Name0" presStyleCnt="0">
        <dgm:presLayoutVars>
          <dgm:dir/>
          <dgm:animLvl val="lvl"/>
          <dgm:resizeHandles val="exact"/>
        </dgm:presLayoutVars>
      </dgm:prSet>
      <dgm:spPr/>
    </dgm:pt>
    <dgm:pt modelId="{778FB39C-8D12-4916-A97E-D527C9385348}" type="pres">
      <dgm:prSet presAssocID="{90F066BA-B6E0-4EBD-8E09-DFAC00B58329}" presName="parTxOnly" presStyleLbl="node1" presStyleIdx="0" presStyleCnt="4" custLinFactNeighborY="-92568">
        <dgm:presLayoutVars>
          <dgm:chMax val="0"/>
          <dgm:chPref val="0"/>
          <dgm:bulletEnabled val="1"/>
        </dgm:presLayoutVars>
      </dgm:prSet>
      <dgm:spPr/>
    </dgm:pt>
    <dgm:pt modelId="{920B0E92-8CEF-406F-813D-5C6B78E4C32F}" type="pres">
      <dgm:prSet presAssocID="{8EF69AD0-E33D-4E7A-8044-BD208E0166E9}" presName="parTxOnlySpace" presStyleCnt="0"/>
      <dgm:spPr/>
    </dgm:pt>
    <dgm:pt modelId="{4119A6FA-8DC2-4AE4-96A8-29355E294AC4}" type="pres">
      <dgm:prSet presAssocID="{5A6CBB5D-17B3-40D7-818D-CE70369C7FBD}" presName="parTxOnly" presStyleLbl="node1" presStyleIdx="1" presStyleCnt="4" custLinFactNeighborY="-92568">
        <dgm:presLayoutVars>
          <dgm:chMax val="0"/>
          <dgm:chPref val="0"/>
          <dgm:bulletEnabled val="1"/>
        </dgm:presLayoutVars>
      </dgm:prSet>
      <dgm:spPr/>
    </dgm:pt>
    <dgm:pt modelId="{E44D0415-D3A4-4AF2-B8EC-9AD99E3321BF}" type="pres">
      <dgm:prSet presAssocID="{4EE554E1-284F-4C91-BE3E-A0CE7DB178A7}" presName="parTxOnlySpace" presStyleCnt="0"/>
      <dgm:spPr/>
    </dgm:pt>
    <dgm:pt modelId="{19514ED0-4BAE-490C-96AE-B4073FA1E5DC}" type="pres">
      <dgm:prSet presAssocID="{8ABCA1BF-F442-46CF-A103-C3FAC214BFB9}" presName="parTxOnly" presStyleLbl="node1" presStyleIdx="2" presStyleCnt="4" custLinFactNeighborY="-92568">
        <dgm:presLayoutVars>
          <dgm:chMax val="0"/>
          <dgm:chPref val="0"/>
          <dgm:bulletEnabled val="1"/>
        </dgm:presLayoutVars>
      </dgm:prSet>
      <dgm:spPr/>
    </dgm:pt>
    <dgm:pt modelId="{DD0144CF-BC3C-40F4-B6F1-9B6FB6B56A51}" type="pres">
      <dgm:prSet presAssocID="{49DFC10B-C681-4146-9198-A9824726117B}" presName="parTxOnlySpace" presStyleCnt="0"/>
      <dgm:spPr/>
    </dgm:pt>
    <dgm:pt modelId="{8658326F-B9A1-447B-926E-1822F01EB7D6}" type="pres">
      <dgm:prSet presAssocID="{2B349915-0726-4947-B530-714B23BDC7F5}" presName="parTxOnly" presStyleLbl="node1" presStyleIdx="3" presStyleCnt="4" custLinFactNeighborX="1718" custLinFactNeighborY="-90171">
        <dgm:presLayoutVars>
          <dgm:chMax val="0"/>
          <dgm:chPref val="0"/>
          <dgm:bulletEnabled val="1"/>
        </dgm:presLayoutVars>
      </dgm:prSet>
      <dgm:spPr/>
    </dgm:pt>
  </dgm:ptLst>
  <dgm:cxnLst>
    <dgm:cxn modelId="{0DA95B06-2757-446F-B885-F2771C205176}" srcId="{122006DE-B1F4-4D63-AD99-5DEE12FE41BB}" destId="{5A6CBB5D-17B3-40D7-818D-CE70369C7FBD}" srcOrd="1" destOrd="0" parTransId="{A6E67417-8220-4D34-896E-612AD51657D0}" sibTransId="{4EE554E1-284F-4C91-BE3E-A0CE7DB178A7}"/>
    <dgm:cxn modelId="{BDF40B14-93F4-4F78-BF77-7EAEDF444BF5}" type="presOf" srcId="{2B349915-0726-4947-B530-714B23BDC7F5}" destId="{8658326F-B9A1-447B-926E-1822F01EB7D6}" srcOrd="0" destOrd="0" presId="urn:microsoft.com/office/officeart/2005/8/layout/chevron1"/>
    <dgm:cxn modelId="{B5B87680-AE47-4DE0-A4B8-F8107E15D192}" srcId="{122006DE-B1F4-4D63-AD99-5DEE12FE41BB}" destId="{90F066BA-B6E0-4EBD-8E09-DFAC00B58329}" srcOrd="0" destOrd="0" parTransId="{B53B8AE0-97A5-415E-9EA7-CE1C9A43BF7B}" sibTransId="{8EF69AD0-E33D-4E7A-8044-BD208E0166E9}"/>
    <dgm:cxn modelId="{CFCD6F82-A0C3-4AAA-96BA-0E8934AF6694}" srcId="{122006DE-B1F4-4D63-AD99-5DEE12FE41BB}" destId="{8ABCA1BF-F442-46CF-A103-C3FAC214BFB9}" srcOrd="2" destOrd="0" parTransId="{2FECE030-4355-4533-9045-C0BA5ACDCBD1}" sibTransId="{49DFC10B-C681-4146-9198-A9824726117B}"/>
    <dgm:cxn modelId="{889F408E-F44D-4339-851F-28DAA40CD246}" srcId="{122006DE-B1F4-4D63-AD99-5DEE12FE41BB}" destId="{2B349915-0726-4947-B530-714B23BDC7F5}" srcOrd="3" destOrd="0" parTransId="{002A8B9B-421E-45D8-97F3-1F0EE4BEBF46}" sibTransId="{3EAD7799-2F7C-4FC1-AD2C-1CAA519F3023}"/>
    <dgm:cxn modelId="{89D86CB4-BED5-4392-B168-1CB52BC2392A}" type="presOf" srcId="{122006DE-B1F4-4D63-AD99-5DEE12FE41BB}" destId="{26C5EFC6-72C8-4A3D-A4A9-3C954798B2D1}" srcOrd="0" destOrd="0" presId="urn:microsoft.com/office/officeart/2005/8/layout/chevron1"/>
    <dgm:cxn modelId="{8CDD29E1-1F9D-4261-83A3-5317F2EFA204}" type="presOf" srcId="{5A6CBB5D-17B3-40D7-818D-CE70369C7FBD}" destId="{4119A6FA-8DC2-4AE4-96A8-29355E294AC4}" srcOrd="0" destOrd="0" presId="urn:microsoft.com/office/officeart/2005/8/layout/chevron1"/>
    <dgm:cxn modelId="{B37F9BE6-8D42-43A7-9B04-30CC38F915F3}" type="presOf" srcId="{90F066BA-B6E0-4EBD-8E09-DFAC00B58329}" destId="{778FB39C-8D12-4916-A97E-D527C9385348}" srcOrd="0" destOrd="0" presId="urn:microsoft.com/office/officeart/2005/8/layout/chevron1"/>
    <dgm:cxn modelId="{B56294E7-D37C-4A8F-B028-A52D5D9DD2A8}" type="presOf" srcId="{8ABCA1BF-F442-46CF-A103-C3FAC214BFB9}" destId="{19514ED0-4BAE-490C-96AE-B4073FA1E5DC}" srcOrd="0" destOrd="0" presId="urn:microsoft.com/office/officeart/2005/8/layout/chevron1"/>
    <dgm:cxn modelId="{3A0666F1-1C9D-431B-A477-A3542983B479}" type="presParOf" srcId="{26C5EFC6-72C8-4A3D-A4A9-3C954798B2D1}" destId="{778FB39C-8D12-4916-A97E-D527C9385348}" srcOrd="0" destOrd="0" presId="urn:microsoft.com/office/officeart/2005/8/layout/chevron1"/>
    <dgm:cxn modelId="{0E1F264A-E46F-4B4A-A2A7-2AEF39EB8964}" type="presParOf" srcId="{26C5EFC6-72C8-4A3D-A4A9-3C954798B2D1}" destId="{920B0E92-8CEF-406F-813D-5C6B78E4C32F}" srcOrd="1" destOrd="0" presId="urn:microsoft.com/office/officeart/2005/8/layout/chevron1"/>
    <dgm:cxn modelId="{8710CE54-BA02-4052-B2E7-16BED254D2BD}" type="presParOf" srcId="{26C5EFC6-72C8-4A3D-A4A9-3C954798B2D1}" destId="{4119A6FA-8DC2-4AE4-96A8-29355E294AC4}" srcOrd="2" destOrd="0" presId="urn:microsoft.com/office/officeart/2005/8/layout/chevron1"/>
    <dgm:cxn modelId="{0C9E34D8-3F2E-48BE-8F2C-730039E8E761}" type="presParOf" srcId="{26C5EFC6-72C8-4A3D-A4A9-3C954798B2D1}" destId="{E44D0415-D3A4-4AF2-B8EC-9AD99E3321BF}" srcOrd="3" destOrd="0" presId="urn:microsoft.com/office/officeart/2005/8/layout/chevron1"/>
    <dgm:cxn modelId="{B746F037-E9D5-4C25-B467-D7D165A40B23}" type="presParOf" srcId="{26C5EFC6-72C8-4A3D-A4A9-3C954798B2D1}" destId="{19514ED0-4BAE-490C-96AE-B4073FA1E5DC}" srcOrd="4" destOrd="0" presId="urn:microsoft.com/office/officeart/2005/8/layout/chevron1"/>
    <dgm:cxn modelId="{C3482F84-EBA7-4428-A0FF-E43E7BD300A5}" type="presParOf" srcId="{26C5EFC6-72C8-4A3D-A4A9-3C954798B2D1}" destId="{DD0144CF-BC3C-40F4-B6F1-9B6FB6B56A51}" srcOrd="5" destOrd="0" presId="urn:microsoft.com/office/officeart/2005/8/layout/chevron1"/>
    <dgm:cxn modelId="{C0CE01E6-D8E3-4A74-A335-606AE971DEFA}" type="presParOf" srcId="{26C5EFC6-72C8-4A3D-A4A9-3C954798B2D1}" destId="{8658326F-B9A1-447B-926E-1822F01EB7D6}"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40A8720-DC2C-49AC-90A9-0CCF07403999}"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de-DE"/>
        </a:p>
      </dgm:t>
    </dgm:pt>
    <dgm:pt modelId="{692D5B27-726C-4B5C-87CF-92627A806678}">
      <dgm:prSet phldrT="[Text]" phldr="0"/>
      <dgm:spPr/>
      <dgm:t>
        <a:bodyPr/>
        <a:lstStyle/>
        <a:p>
          <a:r>
            <a:rPr lang="de-DE" dirty="0"/>
            <a:t>Senderrolle festlegen</a:t>
          </a:r>
        </a:p>
      </dgm:t>
    </dgm:pt>
    <dgm:pt modelId="{58EA8B48-293B-4BAC-B890-4CA06C22341F}" type="parTrans" cxnId="{EADBB0ED-74CB-4751-B625-DFFBF73B2247}">
      <dgm:prSet/>
      <dgm:spPr/>
      <dgm:t>
        <a:bodyPr/>
        <a:lstStyle/>
        <a:p>
          <a:endParaRPr lang="de-DE"/>
        </a:p>
      </dgm:t>
    </dgm:pt>
    <dgm:pt modelId="{E2005020-61E3-4E9D-A379-733DBCBDCA9D}" type="sibTrans" cxnId="{EADBB0ED-74CB-4751-B625-DFFBF73B2247}">
      <dgm:prSet/>
      <dgm:spPr/>
      <dgm:t>
        <a:bodyPr/>
        <a:lstStyle/>
        <a:p>
          <a:endParaRPr lang="de-DE"/>
        </a:p>
      </dgm:t>
    </dgm:pt>
    <dgm:pt modelId="{4F003BA8-455C-4230-8CBE-9B159C5353FC}">
      <dgm:prSet phldrT="[Text]" phldr="0"/>
      <dgm:spPr/>
      <dgm:t>
        <a:bodyPr/>
        <a:lstStyle/>
        <a:p>
          <a:r>
            <a:rPr lang="de-DE" dirty="0"/>
            <a:t>Technische Zugangsdaten anlegen</a:t>
          </a:r>
        </a:p>
      </dgm:t>
    </dgm:pt>
    <dgm:pt modelId="{31F9AE7C-6B83-4634-8061-6920674798C3}" type="parTrans" cxnId="{68DE313C-64EE-4B28-A4D3-5C440DE49E27}">
      <dgm:prSet/>
      <dgm:spPr/>
      <dgm:t>
        <a:bodyPr/>
        <a:lstStyle/>
        <a:p>
          <a:endParaRPr lang="de-DE"/>
        </a:p>
      </dgm:t>
    </dgm:pt>
    <dgm:pt modelId="{A61C5E4F-F0EF-4B60-81B1-3F83C2FACA31}" type="sibTrans" cxnId="{68DE313C-64EE-4B28-A4D3-5C440DE49E27}">
      <dgm:prSet/>
      <dgm:spPr/>
      <dgm:t>
        <a:bodyPr/>
        <a:lstStyle/>
        <a:p>
          <a:endParaRPr lang="de-DE"/>
        </a:p>
      </dgm:t>
    </dgm:pt>
    <dgm:pt modelId="{4970D6E3-4657-4E03-A7D1-E2F3988445B7}">
      <dgm:prSet phldrT="[Text]" phldr="0"/>
      <dgm:spPr/>
      <dgm:t>
        <a:bodyPr/>
        <a:lstStyle/>
        <a:p>
          <a:r>
            <a:rPr lang="de-DE" dirty="0"/>
            <a:t>Integration Flow aufrufen</a:t>
          </a:r>
        </a:p>
      </dgm:t>
    </dgm:pt>
    <dgm:pt modelId="{66DFD384-E28C-4311-A263-CD70E9FA10E0}" type="parTrans" cxnId="{618495D0-6EE2-45F1-9E37-8A3BC2D03853}">
      <dgm:prSet/>
      <dgm:spPr/>
      <dgm:t>
        <a:bodyPr/>
        <a:lstStyle/>
        <a:p>
          <a:endParaRPr lang="de-DE"/>
        </a:p>
      </dgm:t>
    </dgm:pt>
    <dgm:pt modelId="{824FB928-5D33-4F02-BCCC-4398D9DDE353}" type="sibTrans" cxnId="{618495D0-6EE2-45F1-9E37-8A3BC2D03853}">
      <dgm:prSet/>
      <dgm:spPr/>
      <dgm:t>
        <a:bodyPr/>
        <a:lstStyle/>
        <a:p>
          <a:endParaRPr lang="de-DE"/>
        </a:p>
      </dgm:t>
    </dgm:pt>
    <dgm:pt modelId="{ABEF63B4-9BD9-458F-9B46-4661BD0EB201}" type="pres">
      <dgm:prSet presAssocID="{B40A8720-DC2C-49AC-90A9-0CCF07403999}" presName="Name0" presStyleCnt="0">
        <dgm:presLayoutVars>
          <dgm:dir/>
          <dgm:animLvl val="lvl"/>
          <dgm:resizeHandles val="exact"/>
        </dgm:presLayoutVars>
      </dgm:prSet>
      <dgm:spPr/>
    </dgm:pt>
    <dgm:pt modelId="{39F7CEEA-6C52-4219-B637-118108FEFDFB}" type="pres">
      <dgm:prSet presAssocID="{692D5B27-726C-4B5C-87CF-92627A806678}" presName="parTxOnly" presStyleLbl="node1" presStyleIdx="0" presStyleCnt="3">
        <dgm:presLayoutVars>
          <dgm:chMax val="0"/>
          <dgm:chPref val="0"/>
          <dgm:bulletEnabled val="1"/>
        </dgm:presLayoutVars>
      </dgm:prSet>
      <dgm:spPr/>
    </dgm:pt>
    <dgm:pt modelId="{DA845BCD-05FF-4DCD-9BF9-E825FD6A2959}" type="pres">
      <dgm:prSet presAssocID="{E2005020-61E3-4E9D-A379-733DBCBDCA9D}" presName="parTxOnlySpace" presStyleCnt="0"/>
      <dgm:spPr/>
    </dgm:pt>
    <dgm:pt modelId="{612B2FBF-6A1C-44A9-AFE7-0D2896B99588}" type="pres">
      <dgm:prSet presAssocID="{4F003BA8-455C-4230-8CBE-9B159C5353FC}" presName="parTxOnly" presStyleLbl="node1" presStyleIdx="1" presStyleCnt="3">
        <dgm:presLayoutVars>
          <dgm:chMax val="0"/>
          <dgm:chPref val="0"/>
          <dgm:bulletEnabled val="1"/>
        </dgm:presLayoutVars>
      </dgm:prSet>
      <dgm:spPr/>
    </dgm:pt>
    <dgm:pt modelId="{18FC03A4-EDCB-42B6-A42B-6E12AE3ED9A0}" type="pres">
      <dgm:prSet presAssocID="{A61C5E4F-F0EF-4B60-81B1-3F83C2FACA31}" presName="parTxOnlySpace" presStyleCnt="0"/>
      <dgm:spPr/>
    </dgm:pt>
    <dgm:pt modelId="{3146400C-2EB9-4E40-A43E-89AAD00979D7}" type="pres">
      <dgm:prSet presAssocID="{4970D6E3-4657-4E03-A7D1-E2F3988445B7}" presName="parTxOnly" presStyleLbl="node1" presStyleIdx="2" presStyleCnt="3">
        <dgm:presLayoutVars>
          <dgm:chMax val="0"/>
          <dgm:chPref val="0"/>
          <dgm:bulletEnabled val="1"/>
        </dgm:presLayoutVars>
      </dgm:prSet>
      <dgm:spPr/>
    </dgm:pt>
  </dgm:ptLst>
  <dgm:cxnLst>
    <dgm:cxn modelId="{68DE313C-64EE-4B28-A4D3-5C440DE49E27}" srcId="{B40A8720-DC2C-49AC-90A9-0CCF07403999}" destId="{4F003BA8-455C-4230-8CBE-9B159C5353FC}" srcOrd="1" destOrd="0" parTransId="{31F9AE7C-6B83-4634-8061-6920674798C3}" sibTransId="{A61C5E4F-F0EF-4B60-81B1-3F83C2FACA31}"/>
    <dgm:cxn modelId="{4BA14C63-6995-463C-868C-7903633C36AC}" type="presOf" srcId="{4970D6E3-4657-4E03-A7D1-E2F3988445B7}" destId="{3146400C-2EB9-4E40-A43E-89AAD00979D7}" srcOrd="0" destOrd="0" presId="urn:microsoft.com/office/officeart/2005/8/layout/chevron1"/>
    <dgm:cxn modelId="{6BD961B2-AFA0-4246-89FA-70E3112826B0}" type="presOf" srcId="{692D5B27-726C-4B5C-87CF-92627A806678}" destId="{39F7CEEA-6C52-4219-B637-118108FEFDFB}" srcOrd="0" destOrd="0" presId="urn:microsoft.com/office/officeart/2005/8/layout/chevron1"/>
    <dgm:cxn modelId="{12B4BBCF-BB41-433E-A89F-DFAB513A45F7}" type="presOf" srcId="{4F003BA8-455C-4230-8CBE-9B159C5353FC}" destId="{612B2FBF-6A1C-44A9-AFE7-0D2896B99588}" srcOrd="0" destOrd="0" presId="urn:microsoft.com/office/officeart/2005/8/layout/chevron1"/>
    <dgm:cxn modelId="{618495D0-6EE2-45F1-9E37-8A3BC2D03853}" srcId="{B40A8720-DC2C-49AC-90A9-0CCF07403999}" destId="{4970D6E3-4657-4E03-A7D1-E2F3988445B7}" srcOrd="2" destOrd="0" parTransId="{66DFD384-E28C-4311-A263-CD70E9FA10E0}" sibTransId="{824FB928-5D33-4F02-BCCC-4398D9DDE353}"/>
    <dgm:cxn modelId="{051AB0DF-3362-4406-B89D-06D62BFC10A2}" type="presOf" srcId="{B40A8720-DC2C-49AC-90A9-0CCF07403999}" destId="{ABEF63B4-9BD9-458F-9B46-4661BD0EB201}" srcOrd="0" destOrd="0" presId="urn:microsoft.com/office/officeart/2005/8/layout/chevron1"/>
    <dgm:cxn modelId="{EADBB0ED-74CB-4751-B625-DFFBF73B2247}" srcId="{B40A8720-DC2C-49AC-90A9-0CCF07403999}" destId="{692D5B27-726C-4B5C-87CF-92627A806678}" srcOrd="0" destOrd="0" parTransId="{58EA8B48-293B-4BAC-B890-4CA06C22341F}" sibTransId="{E2005020-61E3-4E9D-A379-733DBCBDCA9D}"/>
    <dgm:cxn modelId="{C3AE196F-7ABD-455B-981A-6FA446DD008C}" type="presParOf" srcId="{ABEF63B4-9BD9-458F-9B46-4661BD0EB201}" destId="{39F7CEEA-6C52-4219-B637-118108FEFDFB}" srcOrd="0" destOrd="0" presId="urn:microsoft.com/office/officeart/2005/8/layout/chevron1"/>
    <dgm:cxn modelId="{00578228-5A3E-4D91-9864-64AD0668D9A7}" type="presParOf" srcId="{ABEF63B4-9BD9-458F-9B46-4661BD0EB201}" destId="{DA845BCD-05FF-4DCD-9BF9-E825FD6A2959}" srcOrd="1" destOrd="0" presId="urn:microsoft.com/office/officeart/2005/8/layout/chevron1"/>
    <dgm:cxn modelId="{799D795D-297D-4677-A319-B5CD293C2079}" type="presParOf" srcId="{ABEF63B4-9BD9-458F-9B46-4661BD0EB201}" destId="{612B2FBF-6A1C-44A9-AFE7-0D2896B99588}" srcOrd="2" destOrd="0" presId="urn:microsoft.com/office/officeart/2005/8/layout/chevron1"/>
    <dgm:cxn modelId="{E2D090AE-546C-4CD7-82C3-0E7E7FB9CB9A}" type="presParOf" srcId="{ABEF63B4-9BD9-458F-9B46-4661BD0EB201}" destId="{18FC03A4-EDCB-42B6-A42B-6E12AE3ED9A0}" srcOrd="3" destOrd="0" presId="urn:microsoft.com/office/officeart/2005/8/layout/chevron1"/>
    <dgm:cxn modelId="{623FB9F3-CA9D-49B3-A8F8-049BCD051EB2}" type="presParOf" srcId="{ABEF63B4-9BD9-458F-9B46-4661BD0EB201}" destId="{3146400C-2EB9-4E40-A43E-89AAD00979D7}" srcOrd="4"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0A4936-6946-46EB-912C-329F04A9D533}">
      <dsp:nvSpPr>
        <dsp:cNvPr id="0" name=""/>
        <dsp:cNvSpPr/>
      </dsp:nvSpPr>
      <dsp:spPr>
        <a:xfrm>
          <a:off x="0" y="2153912"/>
          <a:ext cx="10473537" cy="43513"/>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2DF6CDC9-DBAF-4DD0-9DBB-DE49EC3C6908}">
      <dsp:nvSpPr>
        <dsp:cNvPr id="0" name=""/>
        <dsp:cNvSpPr/>
      </dsp:nvSpPr>
      <dsp:spPr>
        <a:xfrm>
          <a:off x="10254519" y="2001615"/>
          <a:ext cx="261080" cy="348107"/>
        </a:xfrm>
        <a:prstGeom prst="chevron">
          <a:avLst>
            <a:gd name="adj" fmla="val 75000"/>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3D1D48C7-CE46-4992-9AD2-F7B3D27725F8}">
      <dsp:nvSpPr>
        <dsp:cNvPr id="0" name=""/>
        <dsp:cNvSpPr/>
      </dsp:nvSpPr>
      <dsp:spPr>
        <a:xfrm>
          <a:off x="549793" y="1094002"/>
          <a:ext cx="2455214" cy="9592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de-DE" sz="1500" kern="1200" dirty="0"/>
            <a:t>Protokoll und Nachricht übernehmen</a:t>
          </a:r>
        </a:p>
      </dsp:txBody>
      <dsp:txXfrm>
        <a:off x="549793" y="1094002"/>
        <a:ext cx="2455214" cy="959275"/>
      </dsp:txXfrm>
    </dsp:sp>
    <dsp:sp modelId="{5B4E92FA-86E9-4FD8-9CD0-F21321C9073E}">
      <dsp:nvSpPr>
        <dsp:cNvPr id="0" name=""/>
        <dsp:cNvSpPr/>
      </dsp:nvSpPr>
      <dsp:spPr>
        <a:xfrm>
          <a:off x="549793" y="597825"/>
          <a:ext cx="2455214" cy="496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de-DE" sz="2000" kern="1200" dirty="0"/>
            <a:t>Empfangen</a:t>
          </a:r>
        </a:p>
      </dsp:txBody>
      <dsp:txXfrm>
        <a:off x="549793" y="597825"/>
        <a:ext cx="2455214" cy="496177"/>
      </dsp:txXfrm>
    </dsp:sp>
    <dsp:sp modelId="{75FEBEAE-E13F-4E06-85F2-9A5CDF871C32}">
      <dsp:nvSpPr>
        <dsp:cNvPr id="0" name=""/>
        <dsp:cNvSpPr/>
      </dsp:nvSpPr>
      <dsp:spPr>
        <a:xfrm>
          <a:off x="258397" y="564747"/>
          <a:ext cx="34281" cy="1620845"/>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21F78A-8243-45CB-A65C-BD22AAADCCBB}">
      <dsp:nvSpPr>
        <dsp:cNvPr id="0" name=""/>
        <dsp:cNvSpPr/>
      </dsp:nvSpPr>
      <dsp:spPr>
        <a:xfrm>
          <a:off x="2051654" y="2996740"/>
          <a:ext cx="2455214" cy="797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de-DE" sz="1500" kern="1200" dirty="0"/>
            <a:t>Darstellungsformat ändern</a:t>
          </a:r>
        </a:p>
      </dsp:txBody>
      <dsp:txXfrm>
        <a:off x="2051654" y="2996740"/>
        <a:ext cx="2455214" cy="797321"/>
      </dsp:txXfrm>
    </dsp:sp>
    <dsp:sp modelId="{AEFD160E-E46C-4281-B821-335FCFA315A5}">
      <dsp:nvSpPr>
        <dsp:cNvPr id="0" name=""/>
        <dsp:cNvSpPr/>
      </dsp:nvSpPr>
      <dsp:spPr>
        <a:xfrm>
          <a:off x="2051654" y="2470847"/>
          <a:ext cx="2455214" cy="525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de-DE" sz="2000" kern="1200" dirty="0"/>
            <a:t>Konvertieren</a:t>
          </a:r>
        </a:p>
      </dsp:txBody>
      <dsp:txXfrm>
        <a:off x="2051654" y="2470847"/>
        <a:ext cx="2455214" cy="525892"/>
      </dsp:txXfrm>
    </dsp:sp>
    <dsp:sp modelId="{883C9AF0-94A0-487F-99CE-1C38BF86966B}">
      <dsp:nvSpPr>
        <dsp:cNvPr id="0" name=""/>
        <dsp:cNvSpPr/>
      </dsp:nvSpPr>
      <dsp:spPr>
        <a:xfrm>
          <a:off x="1760259" y="2165490"/>
          <a:ext cx="34281" cy="1662499"/>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5AEB3D-046B-4812-9367-605B3A507085}">
      <dsp:nvSpPr>
        <dsp:cNvPr id="0" name=""/>
        <dsp:cNvSpPr/>
      </dsp:nvSpPr>
      <dsp:spPr>
        <a:xfrm>
          <a:off x="186405" y="478743"/>
          <a:ext cx="178265" cy="17200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AB7510-51D2-4B3C-868C-2AE313201ED2}">
      <dsp:nvSpPr>
        <dsp:cNvPr id="0" name=""/>
        <dsp:cNvSpPr/>
      </dsp:nvSpPr>
      <dsp:spPr>
        <a:xfrm>
          <a:off x="1688267" y="3739775"/>
          <a:ext cx="178265" cy="17642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BFB316-9DBD-45C9-B920-C9C326927957}">
      <dsp:nvSpPr>
        <dsp:cNvPr id="0" name=""/>
        <dsp:cNvSpPr/>
      </dsp:nvSpPr>
      <dsp:spPr>
        <a:xfrm>
          <a:off x="3553516" y="1094002"/>
          <a:ext cx="2455214" cy="9592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de-DE" sz="1500" kern="1200" dirty="0"/>
            <a:t>Struktur und Pflichtfelder prüfen</a:t>
          </a:r>
        </a:p>
      </dsp:txBody>
      <dsp:txXfrm>
        <a:off x="3553516" y="1094002"/>
        <a:ext cx="2455214" cy="959275"/>
      </dsp:txXfrm>
    </dsp:sp>
    <dsp:sp modelId="{75899467-43F6-4D64-86E3-15B3674514C8}">
      <dsp:nvSpPr>
        <dsp:cNvPr id="0" name=""/>
        <dsp:cNvSpPr/>
      </dsp:nvSpPr>
      <dsp:spPr>
        <a:xfrm>
          <a:off x="3553516" y="597825"/>
          <a:ext cx="2455214" cy="496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de-DE" sz="2000" kern="1200" dirty="0"/>
            <a:t>Validieren</a:t>
          </a:r>
        </a:p>
      </dsp:txBody>
      <dsp:txXfrm>
        <a:off x="3553516" y="597825"/>
        <a:ext cx="2455214" cy="496177"/>
      </dsp:txXfrm>
    </dsp:sp>
    <dsp:sp modelId="{BBA8320C-3A5E-4C61-A93D-F72795C9ADC5}">
      <dsp:nvSpPr>
        <dsp:cNvPr id="0" name=""/>
        <dsp:cNvSpPr/>
      </dsp:nvSpPr>
      <dsp:spPr>
        <a:xfrm>
          <a:off x="3262121" y="564747"/>
          <a:ext cx="34281" cy="1620845"/>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CD6323-67B4-4C23-8985-7A049BC45B44}">
      <dsp:nvSpPr>
        <dsp:cNvPr id="0" name=""/>
        <dsp:cNvSpPr/>
      </dsp:nvSpPr>
      <dsp:spPr>
        <a:xfrm>
          <a:off x="5055378" y="2996740"/>
          <a:ext cx="2455214" cy="797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de-DE" sz="1500" kern="1200" dirty="0"/>
            <a:t>zusätzliche Informationen ergänzen</a:t>
          </a:r>
        </a:p>
      </dsp:txBody>
      <dsp:txXfrm>
        <a:off x="5055378" y="2996740"/>
        <a:ext cx="2455214" cy="797321"/>
      </dsp:txXfrm>
    </dsp:sp>
    <dsp:sp modelId="{9F945332-7187-47E7-BADC-EC374B78785D}">
      <dsp:nvSpPr>
        <dsp:cNvPr id="0" name=""/>
        <dsp:cNvSpPr/>
      </dsp:nvSpPr>
      <dsp:spPr>
        <a:xfrm>
          <a:off x="5055378" y="2470847"/>
          <a:ext cx="2455214" cy="525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de-DE" sz="2000" kern="1200" dirty="0"/>
            <a:t>Anreichern</a:t>
          </a:r>
        </a:p>
      </dsp:txBody>
      <dsp:txXfrm>
        <a:off x="5055378" y="2470847"/>
        <a:ext cx="2455214" cy="525892"/>
      </dsp:txXfrm>
    </dsp:sp>
    <dsp:sp modelId="{59AF324F-CDEB-4C57-9265-91E5936956B4}">
      <dsp:nvSpPr>
        <dsp:cNvPr id="0" name=""/>
        <dsp:cNvSpPr/>
      </dsp:nvSpPr>
      <dsp:spPr>
        <a:xfrm>
          <a:off x="4763982" y="2165490"/>
          <a:ext cx="34281" cy="1662499"/>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76AEC3-D2ED-4319-A941-08C6BDC33B9C}">
      <dsp:nvSpPr>
        <dsp:cNvPr id="0" name=""/>
        <dsp:cNvSpPr/>
      </dsp:nvSpPr>
      <dsp:spPr>
        <a:xfrm>
          <a:off x="3190129" y="478743"/>
          <a:ext cx="178265" cy="17200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22E40F-4B6E-466F-8248-38F88E2B8591}">
      <dsp:nvSpPr>
        <dsp:cNvPr id="0" name=""/>
        <dsp:cNvSpPr/>
      </dsp:nvSpPr>
      <dsp:spPr>
        <a:xfrm>
          <a:off x="4691991" y="3739775"/>
          <a:ext cx="178265" cy="17642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B5290E-F6D1-4E17-83DC-0C9CF934D23D}">
      <dsp:nvSpPr>
        <dsp:cNvPr id="0" name=""/>
        <dsp:cNvSpPr/>
      </dsp:nvSpPr>
      <dsp:spPr>
        <a:xfrm>
          <a:off x="6557240" y="1094002"/>
          <a:ext cx="2455214" cy="9592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de-DE" sz="1500" kern="1200"/>
            <a:t>Struktur und Werte abbilden</a:t>
          </a:r>
          <a:endParaRPr lang="de-DE" sz="1500" kern="1200" dirty="0"/>
        </a:p>
      </dsp:txBody>
      <dsp:txXfrm>
        <a:off x="6557240" y="1094002"/>
        <a:ext cx="2455214" cy="959275"/>
      </dsp:txXfrm>
    </dsp:sp>
    <dsp:sp modelId="{5883FFE8-0CCB-4713-9DB7-490DF85D1901}">
      <dsp:nvSpPr>
        <dsp:cNvPr id="0" name=""/>
        <dsp:cNvSpPr/>
      </dsp:nvSpPr>
      <dsp:spPr>
        <a:xfrm>
          <a:off x="6557240" y="597825"/>
          <a:ext cx="2455214" cy="4961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de-DE" sz="2000" kern="1200" dirty="0"/>
            <a:t>Transformieren</a:t>
          </a:r>
        </a:p>
      </dsp:txBody>
      <dsp:txXfrm>
        <a:off x="6557240" y="597825"/>
        <a:ext cx="2455214" cy="496177"/>
      </dsp:txXfrm>
    </dsp:sp>
    <dsp:sp modelId="{AF4EAF5F-63C4-433D-8D2A-CE3E54F57E11}">
      <dsp:nvSpPr>
        <dsp:cNvPr id="0" name=""/>
        <dsp:cNvSpPr/>
      </dsp:nvSpPr>
      <dsp:spPr>
        <a:xfrm>
          <a:off x="6265844" y="564747"/>
          <a:ext cx="34281" cy="1620845"/>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1918A3-F966-457D-AAE5-A3C5FD557B9F}">
      <dsp:nvSpPr>
        <dsp:cNvPr id="0" name=""/>
        <dsp:cNvSpPr/>
      </dsp:nvSpPr>
      <dsp:spPr>
        <a:xfrm>
          <a:off x="8059102" y="2996740"/>
          <a:ext cx="2455214" cy="7973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de-DE" sz="1500" kern="1200"/>
            <a:t>Nachricht an den Empfänger übergeben</a:t>
          </a:r>
          <a:endParaRPr lang="de-DE" sz="1500" kern="1200" dirty="0"/>
        </a:p>
      </dsp:txBody>
      <dsp:txXfrm>
        <a:off x="8059102" y="2996740"/>
        <a:ext cx="2455214" cy="797321"/>
      </dsp:txXfrm>
    </dsp:sp>
    <dsp:sp modelId="{EBF5FC66-EF34-4EB9-980E-F66D0E693445}">
      <dsp:nvSpPr>
        <dsp:cNvPr id="0" name=""/>
        <dsp:cNvSpPr/>
      </dsp:nvSpPr>
      <dsp:spPr>
        <a:xfrm>
          <a:off x="8059102" y="2470847"/>
          <a:ext cx="2455214" cy="525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de-DE" sz="2000" kern="1200" dirty="0"/>
            <a:t>Senden</a:t>
          </a:r>
        </a:p>
      </dsp:txBody>
      <dsp:txXfrm>
        <a:off x="8059102" y="2470847"/>
        <a:ext cx="2455214" cy="525892"/>
      </dsp:txXfrm>
    </dsp:sp>
    <dsp:sp modelId="{D880F313-1E33-4AF8-B3FA-6B5CA9D0E320}">
      <dsp:nvSpPr>
        <dsp:cNvPr id="0" name=""/>
        <dsp:cNvSpPr/>
      </dsp:nvSpPr>
      <dsp:spPr>
        <a:xfrm>
          <a:off x="7767706" y="2165490"/>
          <a:ext cx="34281" cy="1662499"/>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239C76-BFA2-406E-8744-7951F6865DAD}">
      <dsp:nvSpPr>
        <dsp:cNvPr id="0" name=""/>
        <dsp:cNvSpPr/>
      </dsp:nvSpPr>
      <dsp:spPr>
        <a:xfrm>
          <a:off x="6193852" y="478743"/>
          <a:ext cx="178265" cy="17200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53AF57-F086-477A-B01E-9EF7F146AA0A}">
      <dsp:nvSpPr>
        <dsp:cNvPr id="0" name=""/>
        <dsp:cNvSpPr/>
      </dsp:nvSpPr>
      <dsp:spPr>
        <a:xfrm>
          <a:off x="7695714" y="3739775"/>
          <a:ext cx="178265" cy="17642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490F01-2DAE-42C1-84EF-0A28F96D4124}">
      <dsp:nvSpPr>
        <dsp:cNvPr id="0" name=""/>
        <dsp:cNvSpPr/>
      </dsp:nvSpPr>
      <dsp:spPr>
        <a:xfrm>
          <a:off x="1283" y="594984"/>
          <a:ext cx="2102606" cy="841042"/>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dirty="0"/>
            <a:t>Finden</a:t>
          </a:r>
        </a:p>
      </dsp:txBody>
      <dsp:txXfrm>
        <a:off x="1283" y="594984"/>
        <a:ext cx="1892346" cy="841042"/>
      </dsp:txXfrm>
    </dsp:sp>
    <dsp:sp modelId="{987CB2E1-ECE0-4F48-BBFB-2AC3A3B8A7BD}">
      <dsp:nvSpPr>
        <dsp:cNvPr id="0" name=""/>
        <dsp:cNvSpPr/>
      </dsp:nvSpPr>
      <dsp:spPr>
        <a:xfrm>
          <a:off x="1683368" y="594984"/>
          <a:ext cx="2102606" cy="84104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dirty="0"/>
            <a:t>Kopieren</a:t>
          </a:r>
        </a:p>
      </dsp:txBody>
      <dsp:txXfrm>
        <a:off x="2103889" y="594984"/>
        <a:ext cx="1261564" cy="841042"/>
      </dsp:txXfrm>
    </dsp:sp>
    <dsp:sp modelId="{7370FC55-5D03-4C67-91BD-1EB909A3DECC}">
      <dsp:nvSpPr>
        <dsp:cNvPr id="0" name=""/>
        <dsp:cNvSpPr/>
      </dsp:nvSpPr>
      <dsp:spPr>
        <a:xfrm>
          <a:off x="3365454" y="594984"/>
          <a:ext cx="2102606" cy="84104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dirty="0"/>
            <a:t>Prüfen</a:t>
          </a:r>
        </a:p>
      </dsp:txBody>
      <dsp:txXfrm>
        <a:off x="3785975" y="594984"/>
        <a:ext cx="1261564" cy="841042"/>
      </dsp:txXfrm>
    </dsp:sp>
    <dsp:sp modelId="{E39F917D-BF5D-443F-A813-FD7903313EBE}">
      <dsp:nvSpPr>
        <dsp:cNvPr id="0" name=""/>
        <dsp:cNvSpPr/>
      </dsp:nvSpPr>
      <dsp:spPr>
        <a:xfrm>
          <a:off x="5047539" y="594984"/>
          <a:ext cx="2102606" cy="84104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dirty="0"/>
            <a:t>Konfigurieren</a:t>
          </a:r>
        </a:p>
      </dsp:txBody>
      <dsp:txXfrm>
        <a:off x="5468060" y="594984"/>
        <a:ext cx="1261564" cy="841042"/>
      </dsp:txXfrm>
    </dsp:sp>
    <dsp:sp modelId="{4865D519-F774-40D9-B43A-A400CC488637}">
      <dsp:nvSpPr>
        <dsp:cNvPr id="0" name=""/>
        <dsp:cNvSpPr/>
      </dsp:nvSpPr>
      <dsp:spPr>
        <a:xfrm>
          <a:off x="6729624" y="594984"/>
          <a:ext cx="2102606" cy="84104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dirty="0"/>
            <a:t>Testen</a:t>
          </a:r>
        </a:p>
      </dsp:txBody>
      <dsp:txXfrm>
        <a:off x="7150145" y="594984"/>
        <a:ext cx="1261564" cy="841042"/>
      </dsp:txXfrm>
    </dsp:sp>
    <dsp:sp modelId="{7596C077-8637-42AA-A00B-B9EBB5CEA735}">
      <dsp:nvSpPr>
        <dsp:cNvPr id="0" name=""/>
        <dsp:cNvSpPr/>
      </dsp:nvSpPr>
      <dsp:spPr>
        <a:xfrm>
          <a:off x="8411709" y="594984"/>
          <a:ext cx="2102606" cy="84104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a:t>Dployen</a:t>
          </a:r>
          <a:endParaRPr lang="de-DE" sz="1600" kern="1200" dirty="0"/>
        </a:p>
      </dsp:txBody>
      <dsp:txXfrm>
        <a:off x="8832230" y="594984"/>
        <a:ext cx="1261564" cy="8410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B34C41-9469-41D1-8059-D5EC7B9D4981}">
      <dsp:nvSpPr>
        <dsp:cNvPr id="0" name=""/>
        <dsp:cNvSpPr/>
      </dsp:nvSpPr>
      <dsp:spPr>
        <a:xfrm>
          <a:off x="1283" y="242260"/>
          <a:ext cx="2102606" cy="841042"/>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dirty="0"/>
            <a:t>Adapter</a:t>
          </a:r>
        </a:p>
      </dsp:txBody>
      <dsp:txXfrm>
        <a:off x="1283" y="242260"/>
        <a:ext cx="1892346" cy="841042"/>
      </dsp:txXfrm>
    </dsp:sp>
    <dsp:sp modelId="{D4382DB2-20EB-413B-8490-CF3152223D8A}">
      <dsp:nvSpPr>
        <dsp:cNvPr id="0" name=""/>
        <dsp:cNvSpPr/>
      </dsp:nvSpPr>
      <dsp:spPr>
        <a:xfrm>
          <a:off x="1683368" y="242260"/>
          <a:ext cx="2102606" cy="84104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dirty="0"/>
            <a:t>Nachrichten-verarbeitung</a:t>
          </a:r>
        </a:p>
      </dsp:txBody>
      <dsp:txXfrm>
        <a:off x="2103889" y="242260"/>
        <a:ext cx="1261564" cy="841042"/>
      </dsp:txXfrm>
    </dsp:sp>
    <dsp:sp modelId="{BDFB4C8F-C3D5-42E6-AFE8-4A472994B1D7}">
      <dsp:nvSpPr>
        <dsp:cNvPr id="0" name=""/>
        <dsp:cNvSpPr/>
      </dsp:nvSpPr>
      <dsp:spPr>
        <a:xfrm>
          <a:off x="3365453" y="242260"/>
          <a:ext cx="2102606" cy="84104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dirty="0"/>
            <a:t>Mapping</a:t>
          </a:r>
        </a:p>
      </dsp:txBody>
      <dsp:txXfrm>
        <a:off x="3785974" y="242260"/>
        <a:ext cx="1261564" cy="841042"/>
      </dsp:txXfrm>
    </dsp:sp>
    <dsp:sp modelId="{7321A8B3-6490-4F1C-B5D0-AB1F4DDA7A10}">
      <dsp:nvSpPr>
        <dsp:cNvPr id="0" name=""/>
        <dsp:cNvSpPr/>
      </dsp:nvSpPr>
      <dsp:spPr>
        <a:xfrm>
          <a:off x="5047538" y="242260"/>
          <a:ext cx="2102606" cy="84104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a:t>Patterns</a:t>
          </a:r>
          <a:endParaRPr lang="de-DE" sz="1600" kern="1200" dirty="0"/>
        </a:p>
      </dsp:txBody>
      <dsp:txXfrm>
        <a:off x="5468059" y="242260"/>
        <a:ext cx="1261564" cy="841042"/>
      </dsp:txXfrm>
    </dsp:sp>
    <dsp:sp modelId="{0156CD8E-D49A-4800-ACA3-B6DDDD0A50B3}">
      <dsp:nvSpPr>
        <dsp:cNvPr id="0" name=""/>
        <dsp:cNvSpPr/>
      </dsp:nvSpPr>
      <dsp:spPr>
        <a:xfrm>
          <a:off x="6729623" y="242260"/>
          <a:ext cx="2102606" cy="84104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a:t>Package</a:t>
          </a:r>
          <a:endParaRPr lang="de-DE" sz="1600" kern="1200" dirty="0"/>
        </a:p>
      </dsp:txBody>
      <dsp:txXfrm>
        <a:off x="7150144" y="242260"/>
        <a:ext cx="1261564" cy="841042"/>
      </dsp:txXfrm>
    </dsp:sp>
    <dsp:sp modelId="{7A03AB9E-EF37-4497-9803-5A1B8EAD4F4F}">
      <dsp:nvSpPr>
        <dsp:cNvPr id="0" name=""/>
        <dsp:cNvSpPr/>
      </dsp:nvSpPr>
      <dsp:spPr>
        <a:xfrm>
          <a:off x="8411709" y="242260"/>
          <a:ext cx="2102606" cy="84104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de-DE" sz="1600" kern="1200" dirty="0"/>
            <a:t>Monitoring</a:t>
          </a:r>
        </a:p>
      </dsp:txBody>
      <dsp:txXfrm>
        <a:off x="8832230" y="242260"/>
        <a:ext cx="1261564" cy="8410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8FB39C-8D12-4916-A97E-D527C9385348}">
      <dsp:nvSpPr>
        <dsp:cNvPr id="0" name=""/>
        <dsp:cNvSpPr/>
      </dsp:nvSpPr>
      <dsp:spPr>
        <a:xfrm>
          <a:off x="4877" y="0"/>
          <a:ext cx="2839417" cy="1135766"/>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de-DE" sz="2200" kern="1200" dirty="0" err="1"/>
            <a:t>Entitlements</a:t>
          </a:r>
          <a:r>
            <a:rPr lang="de-DE" sz="2200" kern="1200" dirty="0"/>
            <a:t> hinzufügen</a:t>
          </a:r>
        </a:p>
      </dsp:txBody>
      <dsp:txXfrm>
        <a:off x="572760" y="0"/>
        <a:ext cx="1703651" cy="1135766"/>
      </dsp:txXfrm>
    </dsp:sp>
    <dsp:sp modelId="{4119A6FA-8DC2-4AE4-96A8-29355E294AC4}">
      <dsp:nvSpPr>
        <dsp:cNvPr id="0" name=""/>
        <dsp:cNvSpPr/>
      </dsp:nvSpPr>
      <dsp:spPr>
        <a:xfrm>
          <a:off x="2560353" y="0"/>
          <a:ext cx="2839417" cy="1135766"/>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de-DE" sz="2200" kern="1200" dirty="0"/>
            <a:t>Subskription anlegen</a:t>
          </a:r>
        </a:p>
      </dsp:txBody>
      <dsp:txXfrm>
        <a:off x="3128236" y="0"/>
        <a:ext cx="1703651" cy="1135766"/>
      </dsp:txXfrm>
    </dsp:sp>
    <dsp:sp modelId="{19514ED0-4BAE-490C-96AE-B4073FA1E5DC}">
      <dsp:nvSpPr>
        <dsp:cNvPr id="0" name=""/>
        <dsp:cNvSpPr/>
      </dsp:nvSpPr>
      <dsp:spPr>
        <a:xfrm>
          <a:off x="5115829" y="0"/>
          <a:ext cx="2839417" cy="1135766"/>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de-DE" sz="2200" kern="1200" dirty="0" err="1"/>
            <a:t>Capabilities</a:t>
          </a:r>
          <a:r>
            <a:rPr lang="de-DE" sz="2200" kern="1200" dirty="0"/>
            <a:t> aktivieren</a:t>
          </a:r>
        </a:p>
      </dsp:txBody>
      <dsp:txXfrm>
        <a:off x="5683712" y="0"/>
        <a:ext cx="1703651" cy="1135766"/>
      </dsp:txXfrm>
    </dsp:sp>
    <dsp:sp modelId="{8658326F-B9A1-447B-926E-1822F01EB7D6}">
      <dsp:nvSpPr>
        <dsp:cNvPr id="0" name=""/>
        <dsp:cNvSpPr/>
      </dsp:nvSpPr>
      <dsp:spPr>
        <a:xfrm>
          <a:off x="7676182" y="0"/>
          <a:ext cx="2839417" cy="1135766"/>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de-DE" sz="2200" kern="1200" dirty="0"/>
            <a:t>Benutzer berechtigen</a:t>
          </a:r>
        </a:p>
      </dsp:txBody>
      <dsp:txXfrm>
        <a:off x="8244065" y="0"/>
        <a:ext cx="1703651" cy="11357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F7CEEA-6C52-4219-B637-118108FEFDFB}">
      <dsp:nvSpPr>
        <dsp:cNvPr id="0" name=""/>
        <dsp:cNvSpPr/>
      </dsp:nvSpPr>
      <dsp:spPr>
        <a:xfrm>
          <a:off x="2381" y="431705"/>
          <a:ext cx="2901156" cy="116046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de-DE" sz="2100" kern="1200" dirty="0"/>
            <a:t>Senderrolle festlegen</a:t>
          </a:r>
        </a:p>
      </dsp:txBody>
      <dsp:txXfrm>
        <a:off x="582612" y="431705"/>
        <a:ext cx="1740694" cy="1160462"/>
      </dsp:txXfrm>
    </dsp:sp>
    <dsp:sp modelId="{612B2FBF-6A1C-44A9-AFE7-0D2896B99588}">
      <dsp:nvSpPr>
        <dsp:cNvPr id="0" name=""/>
        <dsp:cNvSpPr/>
      </dsp:nvSpPr>
      <dsp:spPr>
        <a:xfrm>
          <a:off x="2613421" y="431705"/>
          <a:ext cx="2901156" cy="116046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de-DE" sz="2100" kern="1200" dirty="0"/>
            <a:t>Technische Zugangsdaten anlegen</a:t>
          </a:r>
        </a:p>
      </dsp:txBody>
      <dsp:txXfrm>
        <a:off x="3193652" y="431705"/>
        <a:ext cx="1740694" cy="1160462"/>
      </dsp:txXfrm>
    </dsp:sp>
    <dsp:sp modelId="{3146400C-2EB9-4E40-A43E-89AAD00979D7}">
      <dsp:nvSpPr>
        <dsp:cNvPr id="0" name=""/>
        <dsp:cNvSpPr/>
      </dsp:nvSpPr>
      <dsp:spPr>
        <a:xfrm>
          <a:off x="5224462" y="431705"/>
          <a:ext cx="2901156" cy="116046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de-DE" sz="2100" kern="1200" dirty="0"/>
            <a:t>Integration Flow aufrufen</a:t>
          </a:r>
        </a:p>
      </dsp:txBody>
      <dsp:txXfrm>
        <a:off x="5804693" y="431705"/>
        <a:ext cx="1740694" cy="1160462"/>
      </dsp:txXfrm>
    </dsp:sp>
  </dsp:spTree>
</dsp:drawing>
</file>

<file path=ppt/diagrams/layout1.xml><?xml version="1.0" encoding="utf-8"?>
<dgm:layoutDef xmlns:dgm="http://schemas.openxmlformats.org/drawingml/2006/diagram" xmlns:a="http://schemas.openxmlformats.org/drawingml/2006/main" uniqueId="urn:microsoft.com/office/officeart/2024/layout/BulletTimelineInverted">
  <dgm:title val=""/>
  <dgm:desc val=""/>
  <dgm:catLst>
    <dgm:cat type="process" pri="7451"/>
    <dgm:cat type="timeline" pri="101"/>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lnNode1">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lnNode1">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631E49-3ADF-4A64-8B32-5D33D9E563E5}" type="datetimeFigureOut">
              <a:rPr lang="de-DE" smtClean="0"/>
              <a:t>18.07.2026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75E6B-8EF9-407D-AAC9-FC0EA114427C}" type="slidenum">
              <a:rPr lang="de-DE" smtClean="0"/>
              <a:t>‹Nr.›</a:t>
            </a:fld>
            <a:endParaRPr lang="de-DE" dirty="0"/>
          </a:p>
        </p:txBody>
      </p:sp>
    </p:spTree>
    <p:extLst>
      <p:ext uri="{BB962C8B-B14F-4D97-AF65-F5344CB8AC3E}">
        <p14:creationId xmlns:p14="http://schemas.microsoft.com/office/powerpoint/2010/main" val="1656646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help.sap.com/docs/cloud-integration/sap-cloud-integration/create-integration-package?utm_source=chatgpt.com"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help.sap.com/docs/integration-suite/sap-integration-suite/externalize-parameters-of-integration-flow"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help.sap.com/docs/integration-suite/sap-integration-suite/integration-flow-extension?utm_source=chatgpt.com"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help.sap.com/docs/integration-suite/sap-integration-suite/working-with-prepackaged-integration-content?utm_source=chatgpt.com"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Früher bestand eine Unternehmensanwendung oft aus einem einzigen ERP-System. Heute sieht die Realität anders aus. Neben SAP existieren Webshops, CRM-Systeme, mobile Apps, Cloud-Anwendungen, Data </a:t>
            </a:r>
            <a:r>
              <a:rPr lang="de-DE" dirty="0" err="1"/>
              <a:t>Warehouses</a:t>
            </a:r>
            <a:r>
              <a:rPr lang="de-DE" dirty="0"/>
              <a:t> und zahlreiche externe Services.</a:t>
            </a:r>
          </a:p>
          <a:p>
            <a:endParaRPr lang="de-DE" dirty="0"/>
          </a:p>
          <a:p>
            <a:r>
              <a:rPr lang="de-DE" dirty="0"/>
              <a:t>Diese Systeme müssen Informationen austauschen. Eine Bestellung aus dem Webshop soll beispielsweise im ERP angelegt werden, das CRM informieren und später im Data Warehouse ausgewertet werden.</a:t>
            </a:r>
          </a:p>
          <a:p>
            <a:endParaRPr lang="de-DE" dirty="0"/>
          </a:p>
          <a:p>
            <a:r>
              <a:rPr lang="de-DE" dirty="0"/>
              <a:t>Die eigentliche Herausforderung besteht dabei nicht in den einzelnen Anwendungen, sondern in ihrer Zusammenarbeit.</a:t>
            </a:r>
          </a:p>
          <a:p>
            <a:endParaRPr lang="de-DE" dirty="0"/>
          </a:p>
          <a:p>
            <a:r>
              <a:rPr lang="de-DE" dirty="0"/>
              <a:t>Werden alle Systeme direkt miteinander verbunden, entsteht sehr schnell ein kaum noch beherrschbares Netz von Punkt-zu-Punkt-Verbindungen. Jede Änderung an einer Schnittstelle kann mehrere andere Systeme betreffen. Wartung und Fehlersuche werden dadurch immer aufwändiger.</a:t>
            </a:r>
          </a:p>
          <a:p>
            <a:endParaRPr lang="de-DE" dirty="0"/>
          </a:p>
          <a:p>
            <a:r>
              <a:rPr lang="de-DE" dirty="0"/>
              <a:t>Ziel moderner Integrationsplattformen ist es deshalb, die Kommunikation zwischen den Anwendungen zu vereinfachen, zu standardisieren und zu entkoppeln.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a:t>
            </a:fld>
            <a:endParaRPr lang="de-DE" dirty="0"/>
          </a:p>
        </p:txBody>
      </p:sp>
    </p:spTree>
    <p:extLst>
      <p:ext uri="{BB962C8B-B14F-4D97-AF65-F5344CB8AC3E}">
        <p14:creationId xmlns:p14="http://schemas.microsoft.com/office/powerpoint/2010/main" val="2396061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Auf der vorherigen Folie haben wir gesehen, welche Probleme in modernen Systemlandschaften entstehen können. Je mehr Anwendungen miteinander kommunizieren müssen, desto unübersichtlicher werden die direkten Punkt-zu-Punkt-Verbindungen.</a:t>
            </a:r>
          </a:p>
          <a:p>
            <a:endParaRPr lang="de-DE" dirty="0"/>
          </a:p>
          <a:p>
            <a:r>
              <a:rPr lang="de-DE" dirty="0"/>
              <a:t>Genau an dieser Stelle setzt die SAP Integration Suite an. Sie bildet eine zentrale Integrationsplattform innerhalb der SAP Business Technology </a:t>
            </a:r>
            <a:r>
              <a:rPr lang="de-DE" dirty="0" err="1"/>
              <a:t>Platform</a:t>
            </a:r>
            <a:r>
              <a:rPr lang="de-DE" dirty="0"/>
              <a:t> und übernimmt die Kommunikation zwischen den beteiligten Anwendungen. Dabei spielt es keine Rolle, ob es sich um SAP-Systeme wie SAP S/4HANA oder SuccessFactors oder um externe Anwendungen wie Webshops, CRM-Systeme oder Cloud-Dienste handelt. Die Integration Suite stellt für alle diese Systeme standardisierte Kommunikationsmöglichkeiten bereit.</a:t>
            </a:r>
          </a:p>
          <a:p>
            <a:endParaRPr lang="de-DE" dirty="0"/>
          </a:p>
          <a:p>
            <a:r>
              <a:rPr lang="de-DE" dirty="0"/>
              <a:t>Gleichzeitig reduziert sie die Anzahl der direkten Schnittstellen erheblich. Änderungen an einem System müssen nicht mehr in zahlreichen anderen Anwendungen berücksichtigt werden, sondern können häufig innerhalb der Integrationsplattform abgefangen werden.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a:t>
            </a:fld>
            <a:endParaRPr lang="de-DE" dirty="0"/>
          </a:p>
        </p:txBody>
      </p:sp>
    </p:spTree>
    <p:extLst>
      <p:ext uri="{BB962C8B-B14F-4D97-AF65-F5344CB8AC3E}">
        <p14:creationId xmlns:p14="http://schemas.microsoft.com/office/powerpoint/2010/main" val="1915637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Integration Suite besteht aus mehreren spezialisierten Komponenten. In dieser Workshop-Reihe konzentrieren ich mich auf drei davon:</a:t>
            </a:r>
          </a:p>
          <a:p>
            <a:endParaRPr lang="de-DE" dirty="0"/>
          </a:p>
          <a:p>
            <a:r>
              <a:rPr lang="de-DE" b="1" dirty="0"/>
              <a:t>Integration Flows</a:t>
            </a:r>
            <a:r>
              <a:rPr lang="de-DE" dirty="0"/>
              <a:t> zur Realisierung von Integrationsprozessen, </a:t>
            </a:r>
          </a:p>
          <a:p>
            <a:endParaRPr lang="de-DE" b="1" dirty="0"/>
          </a:p>
          <a:p>
            <a:r>
              <a:rPr lang="de-DE" b="1" dirty="0"/>
              <a:t>API Management</a:t>
            </a:r>
            <a:r>
              <a:rPr lang="de-DE" dirty="0"/>
              <a:t> zur sicheren Bereitstellung und Verwaltung von APIs, </a:t>
            </a:r>
          </a:p>
          <a:p>
            <a:endParaRPr lang="de-DE" dirty="0"/>
          </a:p>
          <a:p>
            <a:r>
              <a:rPr lang="de-DE" b="1" dirty="0"/>
              <a:t>Event Mesh</a:t>
            </a:r>
            <a:r>
              <a:rPr lang="de-DE" dirty="0"/>
              <a:t> für ereignisgesteuerte Architekturen und asynchrone Kommunikation. </a:t>
            </a:r>
          </a:p>
          <a:p>
            <a:endParaRPr lang="de-DE" dirty="0"/>
          </a:p>
          <a:p>
            <a:r>
              <a:rPr lang="de-DE" dirty="0"/>
              <a:t>Diese drei Komponenten erläutern ich im Laufe der Workshop-Reihe Schritt für Schritt anhand eines durchgängigen Praxisbeispiels.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a:t>
            </a:fld>
            <a:endParaRPr lang="de-DE" dirty="0"/>
          </a:p>
        </p:txBody>
      </p:sp>
    </p:spTree>
    <p:extLst>
      <p:ext uri="{BB962C8B-B14F-4D97-AF65-F5344CB8AC3E}">
        <p14:creationId xmlns:p14="http://schemas.microsoft.com/office/powerpoint/2010/main" val="3671203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Anstatt die einzelnen Funktionen der SAP Integration Suite anhand isolierter Beispiele zu betrachten, verwende ich in diesem Workshop ein durchgängiges Praxisszenario.</a:t>
            </a:r>
          </a:p>
          <a:p>
            <a:endParaRPr lang="de-DE" dirty="0"/>
          </a:p>
          <a:p>
            <a:r>
              <a:rPr lang="de-DE" dirty="0"/>
              <a:t>Ein externer Client – in unserem Fall Postman – sendet eine Bestellung an unsere Integrationsplattform. Postman dient dabei lediglich als Testwerkzeug und simuliert beispielsweise einen Webshop oder eine andere Geschäftsanwendung.</a:t>
            </a:r>
          </a:p>
          <a:p>
            <a:endParaRPr lang="de-DE" dirty="0"/>
          </a:p>
          <a:p>
            <a:r>
              <a:rPr lang="de-DE" dirty="0"/>
              <a:t>Die Anfrage wird von einem Integration Flow entgegengenommen. Dort können wir Nachrichten transformieren, Daten konvertieren, Mappings durchführen oder Geschäftsregeln anwenden. </a:t>
            </a:r>
          </a:p>
          <a:p>
            <a:endParaRPr lang="de-DE" dirty="0"/>
          </a:p>
          <a:p>
            <a:r>
              <a:rPr lang="de-DE" dirty="0"/>
              <a:t>Anschließend leitet der Integration Flow die aufbereitete Nachricht an eine RAP-Anwendung auf der SAP Business Technology </a:t>
            </a:r>
            <a:r>
              <a:rPr lang="de-DE" dirty="0" err="1"/>
              <a:t>Platform</a:t>
            </a:r>
            <a:r>
              <a:rPr lang="de-DE" dirty="0"/>
              <a:t> weiter.</a:t>
            </a:r>
          </a:p>
          <a:p>
            <a:r>
              <a:rPr lang="de-DE" dirty="0"/>
              <a:t>Die RAP-Anwendung übernimmt die eigentliche Geschäftslogik. Sie legt eine Bestellung in der Datenbank an und bestätigt den erfolgreichen Abschluss der Verarbeitung.</a:t>
            </a:r>
          </a:p>
          <a:p>
            <a:endParaRPr lang="de-DE" dirty="0"/>
          </a:p>
          <a:p>
            <a:r>
              <a:rPr lang="de-DE" dirty="0"/>
              <a:t>Dieses Szenario begleitet uns durch die gesamte Workshop-Reihe. Im heutigen Workshop konzentriere ich mich ausschließlich auf den Integration Flow. </a:t>
            </a:r>
          </a:p>
          <a:p>
            <a:endParaRPr lang="de-DE" dirty="0"/>
          </a:p>
          <a:p>
            <a:r>
              <a:rPr lang="de-DE" dirty="0"/>
              <a:t>Im zweiten Workshop ergänze ich API Management vor den Integration Flow, um den Zugriff auf die Schnittstelle zu steuern und abzusichern. </a:t>
            </a:r>
          </a:p>
          <a:p>
            <a:endParaRPr lang="de-DE" dirty="0"/>
          </a:p>
          <a:p>
            <a:r>
              <a:rPr lang="de-DE" dirty="0"/>
              <a:t>Im dritten Workshop erweitre ich die Anwendung schließlich um Event Mesh, sodass nach dem Anlegen einer Bestellung automatisch weitere Systeme über das Ereignis informiert werden.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8</a:t>
            </a:fld>
            <a:endParaRPr lang="de-DE" dirty="0"/>
          </a:p>
        </p:txBody>
      </p:sp>
    </p:spTree>
    <p:extLst>
      <p:ext uri="{BB962C8B-B14F-4D97-AF65-F5344CB8AC3E}">
        <p14:creationId xmlns:p14="http://schemas.microsoft.com/office/powerpoint/2010/main" val="2501133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Nachdem wir nun das Gesamtszenario kennen, beginne ich mit dem ersten praktischen Schritt und entwickle den ersten Integration Flow. </a:t>
            </a:r>
          </a:p>
          <a:p>
            <a:endParaRPr lang="de-DE" dirty="0"/>
          </a:p>
          <a:p>
            <a:r>
              <a:rPr lang="de-DE" dirty="0"/>
              <a:t>Das Beispiel ist bewusst sehr einfach gehalten. Ziel ist zunächst nicht die fachliche Verarbeitung einer Bestellung, sondern das Kennenlernen der Entwicklungsumgebung und des grundsätzlichen Aufbaus eines Integration Flows.</a:t>
            </a:r>
          </a:p>
          <a:p>
            <a:endParaRPr lang="de-DE" dirty="0"/>
          </a:p>
          <a:p>
            <a:r>
              <a:rPr lang="de-DE" dirty="0"/>
              <a:t>Auf der linken Seite befindet sich unser Sender. Im Workshop wird dieser durch Postman simuliert. In einem realen Szenario könnte dies beispielsweise ein Webshop, eine mobile Anwendung oder ein externes ERP-System sein.</a:t>
            </a:r>
          </a:p>
          <a:p>
            <a:endParaRPr lang="de-DE" dirty="0"/>
          </a:p>
          <a:p>
            <a:r>
              <a:rPr lang="de-DE" dirty="0"/>
              <a:t>Der HTTPS Sender Adapter stellt einen HTTP-Endpunkt bereit, über den Nachrichten entgegengenommen werden können.</a:t>
            </a:r>
          </a:p>
          <a:p>
            <a:endParaRPr lang="de-DE" dirty="0"/>
          </a:p>
          <a:p>
            <a:r>
              <a:rPr lang="de-DE" dirty="0"/>
              <a:t>Nach dem Empfang durchläuft die Nachricht den Integration Flow. Im ersten Beispiel besteht dieser lediglich aus einem </a:t>
            </a:r>
            <a:r>
              <a:rPr lang="de-DE" b="1" dirty="0"/>
              <a:t>Content </a:t>
            </a:r>
            <a:r>
              <a:rPr lang="de-DE" b="1" dirty="0" err="1"/>
              <a:t>Modifier</a:t>
            </a:r>
            <a:r>
              <a:rPr lang="de-DE" dirty="0"/>
              <a:t>. Dieser Baustein ermöglicht es, den Nachrichteninhalt, Header oder Properties zu verändern. Ich verwende ihn zunächst, um eine einfache Antwortnachricht zu erzeugen.</a:t>
            </a:r>
          </a:p>
          <a:p>
            <a:endParaRPr lang="de-DE" dirty="0"/>
          </a:p>
          <a:p>
            <a:r>
              <a:rPr lang="de-DE" dirty="0"/>
              <a:t>Anschließend endet die Verarbeitung. Da der Aufruf synchron erfolgt, wird der Inhalt der Nachricht automatisch als HTTP-Antwort an den aufrufenden Client zurückgegeben.</a:t>
            </a:r>
          </a:p>
          <a:p>
            <a:r>
              <a:rPr lang="de-DE" dirty="0"/>
              <a:t>Mit diesem einfachen Beispiel können wir bereits den vollständigen Entwicklungszyklus kennenlernen: Modellieren, Deployen, Testen und später auch Überwachen des Integration Flows.</a:t>
            </a:r>
          </a:p>
          <a:p>
            <a:endParaRPr lang="de-DE" dirty="0"/>
          </a:p>
          <a:p>
            <a:r>
              <a:rPr lang="de-DE" dirty="0"/>
              <a:t>==================</a:t>
            </a:r>
          </a:p>
          <a:p>
            <a:r>
              <a:rPr lang="de-DE" b="1" dirty="0"/>
              <a:t>Schritt 1</a:t>
            </a:r>
          </a:p>
          <a:p>
            <a:r>
              <a:rPr lang="de-DE" dirty="0"/>
              <a:t>Package anlegen</a:t>
            </a:r>
          </a:p>
          <a:p>
            <a:pPr rtl="0"/>
            <a:r>
              <a:rPr lang="de-DE" sz="1200" kern="1200" dirty="0">
                <a:solidFill>
                  <a:schemeClr val="tx1"/>
                </a:solidFill>
                <a:latin typeface="+mn-lt"/>
                <a:ea typeface="+mn-ea"/>
                <a:cs typeface="+mn-cs"/>
              </a:rPr>
              <a:t>Workshop Integration Suite</a:t>
            </a:r>
          </a:p>
          <a:p>
            <a:endParaRPr lang="de-DE" b="1" dirty="0"/>
          </a:p>
          <a:p>
            <a:r>
              <a:rPr lang="de-DE" b="1" dirty="0"/>
              <a:t>Schritt 2</a:t>
            </a:r>
          </a:p>
          <a:p>
            <a:r>
              <a:rPr lang="de-DE" dirty="0"/>
              <a:t>Integration Flow anlegen</a:t>
            </a:r>
          </a:p>
          <a:p>
            <a:pPr rtl="0"/>
            <a:r>
              <a:rPr lang="de-DE" sz="1200" kern="1200" dirty="0">
                <a:solidFill>
                  <a:schemeClr val="tx1"/>
                </a:solidFill>
                <a:latin typeface="+mn-lt"/>
                <a:ea typeface="+mn-ea"/>
                <a:cs typeface="+mn-cs"/>
              </a:rPr>
              <a:t>Order Integration </a:t>
            </a:r>
            <a:r>
              <a:rPr lang="de-DE" sz="1200" kern="1200" dirty="0" err="1">
                <a:solidFill>
                  <a:schemeClr val="tx1"/>
                </a:solidFill>
                <a:latin typeface="+mn-lt"/>
                <a:ea typeface="+mn-ea"/>
                <a:cs typeface="+mn-cs"/>
              </a:rPr>
              <a:t>Process</a:t>
            </a:r>
            <a:endParaRPr lang="de-DE" sz="1200" kern="1200" dirty="0">
              <a:solidFill>
                <a:schemeClr val="tx1"/>
              </a:solidFill>
              <a:latin typeface="+mn-lt"/>
              <a:ea typeface="+mn-ea"/>
              <a:cs typeface="+mn-cs"/>
            </a:endParaRPr>
          </a:p>
          <a:p>
            <a:endParaRPr lang="de-DE" b="1" dirty="0"/>
          </a:p>
          <a:p>
            <a:r>
              <a:rPr lang="de-DE" b="1" dirty="0"/>
              <a:t>Schritt 3</a:t>
            </a:r>
          </a:p>
          <a:p>
            <a:r>
              <a:rPr lang="de-DE" dirty="0"/>
              <a:t>HTTPS Sender konfigurieren</a:t>
            </a:r>
          </a:p>
          <a:p>
            <a:pPr rtl="0"/>
            <a:r>
              <a:rPr lang="de-DE" sz="1200" kern="1200" dirty="0">
                <a:solidFill>
                  <a:schemeClr val="tx1"/>
                </a:solidFill>
                <a:latin typeface="+mn-lt"/>
                <a:ea typeface="+mn-ea"/>
                <a:cs typeface="+mn-cs"/>
              </a:rPr>
              <a:t>Adresse:</a:t>
            </a:r>
          </a:p>
          <a:p>
            <a:pPr rtl="0"/>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orders</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ggfs. CSRF aktivieren</a:t>
            </a:r>
          </a:p>
          <a:p>
            <a:endParaRPr lang="de-DE" b="1" dirty="0"/>
          </a:p>
          <a:p>
            <a:r>
              <a:rPr lang="de-DE" b="1" dirty="0"/>
              <a:t>Schritt 4</a:t>
            </a:r>
          </a:p>
          <a:p>
            <a:r>
              <a:rPr lang="de-DE" dirty="0"/>
              <a:t>Content </a:t>
            </a:r>
            <a:r>
              <a:rPr lang="de-DE" dirty="0" err="1"/>
              <a:t>Modifier</a:t>
            </a:r>
            <a:endParaRPr lang="de-DE" dirty="0"/>
          </a:p>
          <a:p>
            <a:r>
              <a:rPr lang="de-DE" dirty="0"/>
              <a:t>Body</a:t>
            </a:r>
          </a:p>
          <a:p>
            <a:pPr rtl="0"/>
            <a:r>
              <a:rPr lang="de-DE" sz="1200" kern="1200" dirty="0">
                <a:solidFill>
                  <a:schemeClr val="tx1"/>
                </a:solidFill>
                <a:latin typeface="+mn-lt"/>
                <a:ea typeface="+mn-ea"/>
                <a:cs typeface="+mn-cs"/>
              </a:rPr>
              <a:t>Hello from SAP Integration Suite!</a:t>
            </a:r>
          </a:p>
          <a:p>
            <a:endParaRPr lang="de-DE" b="1" dirty="0"/>
          </a:p>
          <a:p>
            <a:r>
              <a:rPr lang="de-DE" b="1" dirty="0"/>
              <a:t>Schritt 5</a:t>
            </a:r>
          </a:p>
          <a:p>
            <a:r>
              <a:rPr lang="de-DE" dirty="0"/>
              <a:t>Deploy</a:t>
            </a:r>
          </a:p>
          <a:p>
            <a:endParaRPr lang="de-DE" b="1" dirty="0"/>
          </a:p>
          <a:p>
            <a:r>
              <a:rPr lang="de-DE" b="1" dirty="0"/>
              <a:t>Schritt 6</a:t>
            </a:r>
          </a:p>
          <a:p>
            <a:r>
              <a:rPr lang="de-DE" b="0" dirty="0"/>
              <a:t>Endpunkt im Monitoring ermitteln</a:t>
            </a:r>
          </a:p>
          <a:p>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Schritt 7</a:t>
            </a:r>
          </a:p>
          <a:p>
            <a:r>
              <a:rPr lang="de-DE" dirty="0"/>
              <a:t>Mit Postman aufrufen</a:t>
            </a:r>
          </a:p>
          <a:p>
            <a:pPr rtl="0"/>
            <a:r>
              <a:rPr lang="de-DE" sz="1200" kern="1200" dirty="0">
                <a:solidFill>
                  <a:schemeClr val="tx1"/>
                </a:solidFill>
                <a:latin typeface="+mn-lt"/>
                <a:ea typeface="+mn-ea"/>
                <a:cs typeface="+mn-cs"/>
              </a:rPr>
              <a:t>GET</a:t>
            </a:r>
          </a:p>
          <a:p>
            <a:r>
              <a:rPr lang="de-DE" dirty="0"/>
              <a:t>Antwort</a:t>
            </a:r>
          </a:p>
          <a:p>
            <a:pPr rtl="0"/>
            <a:r>
              <a:rPr lang="de-DE" sz="1200" kern="1200" dirty="0">
                <a:solidFill>
                  <a:schemeClr val="tx1"/>
                </a:solidFill>
                <a:latin typeface="+mn-lt"/>
                <a:ea typeface="+mn-ea"/>
                <a:cs typeface="+mn-cs"/>
              </a:rPr>
              <a:t>Hello from SAP Integration Suite!</a:t>
            </a:r>
          </a:p>
          <a:p>
            <a:br>
              <a:rPr lang="de-DE" dirty="0"/>
            </a:br>
            <a:endParaRPr lang="de-DE" dirty="0"/>
          </a:p>
          <a:p>
            <a:r>
              <a:rPr lang="de-DE" b="1" dirty="0"/>
              <a:t>Übergang</a:t>
            </a:r>
          </a:p>
          <a:p>
            <a:r>
              <a:rPr lang="de-DE" dirty="0"/>
              <a:t>Ich würde den Erfolg bewusst feiern.</a:t>
            </a:r>
          </a:p>
          <a:p>
            <a:r>
              <a:rPr lang="de-DE" dirty="0"/>
              <a:t>"Unser erster Integration Flow läuft bereits produktiv auf der </a:t>
            </a:r>
            <a:r>
              <a:rPr lang="de-DE" dirty="0" err="1"/>
              <a:t>Runtime</a:t>
            </a:r>
            <a:r>
              <a:rPr lang="de-DE" dirty="0"/>
              <a:t>. Bevor wir ihn erweitern, schauen wir uns nun an, wie wir seine Ausführung überwachen und Fehler analysieren können."</a:t>
            </a:r>
          </a:p>
          <a:p>
            <a:r>
              <a:rPr lang="de-DE" dirty="0"/>
              <a:t>Das ist eine sehr natürliche Überleitung zum Monitoring.</a:t>
            </a:r>
          </a:p>
          <a:p>
            <a:br>
              <a:rPr lang="de-DE" dirty="0"/>
            </a:br>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9</a:t>
            </a:fld>
            <a:endParaRPr lang="de-DE" dirty="0"/>
          </a:p>
        </p:txBody>
      </p:sp>
    </p:spTree>
    <p:extLst>
      <p:ext uri="{BB962C8B-B14F-4D97-AF65-F5344CB8AC3E}">
        <p14:creationId xmlns:p14="http://schemas.microsoft.com/office/powerpoint/2010/main" val="208489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Nach dem </a:t>
            </a:r>
            <a:r>
              <a:rPr lang="de-DE" dirty="0" err="1"/>
              <a:t>Deployment</a:t>
            </a:r>
            <a:r>
              <a:rPr lang="de-DE" dirty="0"/>
              <a:t> sieht man unter Monitor -&gt; Integration and APIs -&gt; Manage Integration Content den Status des Integration Flows und den Endpunkt, über den er Nachrichten entgegennimmt.</a:t>
            </a:r>
          </a:p>
        </p:txBody>
      </p:sp>
      <p:sp>
        <p:nvSpPr>
          <p:cNvPr id="4" name="Foliennummernplatzhalter 3"/>
          <p:cNvSpPr>
            <a:spLocks noGrp="1"/>
          </p:cNvSpPr>
          <p:nvPr>
            <p:ph type="sldNum" sz="quarter" idx="5"/>
          </p:nvPr>
        </p:nvSpPr>
        <p:spPr/>
        <p:txBody>
          <a:bodyPr/>
          <a:lstStyle/>
          <a:p>
            <a:fld id="{E9475E6B-8EF9-407D-AAC9-FC0EA114427C}" type="slidenum">
              <a:rPr lang="de-DE" smtClean="0"/>
              <a:t>11</a:t>
            </a:fld>
            <a:endParaRPr lang="de-DE" dirty="0"/>
          </a:p>
        </p:txBody>
      </p:sp>
    </p:spTree>
    <p:extLst>
      <p:ext uri="{BB962C8B-B14F-4D97-AF65-F5344CB8AC3E}">
        <p14:creationId xmlns:p14="http://schemas.microsoft.com/office/powerpoint/2010/main" val="412379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Nach der Entwicklung eines Integration Flows folgt unmittelbar dessen Überwachung. Die SAP Integration Suite stellt dafür umfangreiche Monitoring-Werkzeuge bereit.</a:t>
            </a:r>
          </a:p>
          <a:p>
            <a:endParaRPr lang="de-DE" dirty="0"/>
          </a:p>
          <a:p>
            <a:r>
              <a:rPr lang="de-DE" dirty="0"/>
              <a:t>Im Message Monitoring können wir jede verarbeitete Nachricht nachvollziehen. Wir sehen unter anderem den Zeitpunkt der Verarbeitung, den Status, die Laufzeit sowie eventuelle Fehlermeldungen.</a:t>
            </a:r>
          </a:p>
          <a:p>
            <a:endParaRPr lang="de-DE" dirty="0"/>
          </a:p>
          <a:p>
            <a:r>
              <a:rPr lang="de-DE" dirty="0"/>
              <a:t>Für die eigentliche Fehlersuche steht zusätzlich das Tracing zur Verfügung. Wird ein Trace aktiviert, zeichnet die Integration Suite den Nachrichtenfluss Schritt für Schritt auf. Dadurch lässt sich später genau nachvollziehen, welche Daten zwischen den einzelnen Verarbeitungsschritten transportiert wurden.</a:t>
            </a:r>
          </a:p>
          <a:p>
            <a:endParaRPr lang="de-DE" dirty="0"/>
          </a:p>
          <a:p>
            <a:r>
              <a:rPr lang="de-DE" dirty="0"/>
              <a:t>Das Monitoring gehört deshalb nicht erst an das Ende eines Projekts. In der Praxis wird nahezu jeder Integration Flow bereits während seiner Entwicklung kontinuierlich überwacht und analysiert.</a:t>
            </a:r>
          </a:p>
          <a:p>
            <a:endParaRPr lang="de-DE" dirty="0"/>
          </a:p>
          <a:p>
            <a:r>
              <a:rPr lang="de-DE" dirty="0"/>
              <a:t>==============</a:t>
            </a:r>
          </a:p>
          <a:p>
            <a:pPr marL="228600" indent="-228600">
              <a:buFont typeface="+mj-lt"/>
              <a:buAutoNum type="arabicPeriod"/>
            </a:pPr>
            <a:r>
              <a:rPr lang="de-DE" dirty="0"/>
              <a:t>erfolgreichen Lauf zeigen </a:t>
            </a:r>
          </a:p>
          <a:p>
            <a:pPr marL="228600" indent="-228600">
              <a:buFont typeface="+mj-lt"/>
              <a:buAutoNum type="arabicPeriod"/>
            </a:pPr>
            <a:r>
              <a:rPr lang="de-DE" dirty="0"/>
              <a:t>Message Monitoring öffnen Message auswählen Laufzeit zeigen </a:t>
            </a:r>
          </a:p>
          <a:p>
            <a:pPr marL="228600" indent="-228600">
              <a:buFont typeface="+mj-lt"/>
              <a:buAutoNum type="arabicPeriod"/>
            </a:pPr>
            <a:r>
              <a:rPr lang="de-DE" dirty="0"/>
              <a:t>Trace aktivieren </a:t>
            </a:r>
          </a:p>
          <a:p>
            <a:pPr marL="228600" indent="-228600">
              <a:buFont typeface="+mj-lt"/>
              <a:buAutoNum type="arabicPeriod"/>
            </a:pPr>
            <a:r>
              <a:rPr lang="de-DE" dirty="0" err="1"/>
              <a:t>iFlow</a:t>
            </a:r>
            <a:r>
              <a:rPr lang="de-DE" dirty="0"/>
              <a:t> erneut ausführen Trace öffnen</a:t>
            </a:r>
          </a:p>
        </p:txBody>
      </p:sp>
      <p:sp>
        <p:nvSpPr>
          <p:cNvPr id="4" name="Foliennummernplatzhalter 3"/>
          <p:cNvSpPr>
            <a:spLocks noGrp="1"/>
          </p:cNvSpPr>
          <p:nvPr>
            <p:ph type="sldNum" sz="quarter" idx="5"/>
          </p:nvPr>
        </p:nvSpPr>
        <p:spPr/>
        <p:txBody>
          <a:bodyPr/>
          <a:lstStyle/>
          <a:p>
            <a:fld id="{E9475E6B-8EF9-407D-AAC9-FC0EA114427C}" type="slidenum">
              <a:rPr lang="de-DE" smtClean="0"/>
              <a:t>12</a:t>
            </a:fld>
            <a:endParaRPr lang="de-DE" dirty="0"/>
          </a:p>
        </p:txBody>
      </p:sp>
    </p:spTree>
    <p:extLst>
      <p:ext uri="{BB962C8B-B14F-4D97-AF65-F5344CB8AC3E}">
        <p14:creationId xmlns:p14="http://schemas.microsoft.com/office/powerpoint/2010/main" val="633698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Jede Nachricht besteht aus mehreren Bereichen.</a:t>
            </a:r>
          </a:p>
          <a:p>
            <a:endParaRPr lang="de-DE" dirty="0"/>
          </a:p>
          <a:p>
            <a:r>
              <a:rPr lang="de-DE" dirty="0"/>
              <a:t>Der wichtigste Teil ist der Body. Er enthält die eigentlichen Geschäftsdaten, beispielsweise eine Bestellung im JSON- oder XML-Format.</a:t>
            </a:r>
          </a:p>
          <a:p>
            <a:endParaRPr lang="de-DE" dirty="0"/>
          </a:p>
          <a:p>
            <a:r>
              <a:rPr lang="de-DE" dirty="0"/>
              <a:t>Daneben existieren Header. Sie enthalten Metainformationen, etwa den Content-Type, Authentifizierungsinformationen oder technische Steuerinformationen.</a:t>
            </a:r>
          </a:p>
          <a:p>
            <a:endParaRPr lang="de-DE" dirty="0"/>
          </a:p>
          <a:p>
            <a:r>
              <a:rPr lang="de-DE" dirty="0"/>
              <a:t>Zusätzlich stellt die Integration Suite sogenannte Exchange Properties bereit. Diese gehören nicht zur eigentlichen Nachricht  und werden deshalb auch nicht an das Zielsystem übertragen.. Sie dienen ausschließlich dazu, Informationen während der Verarbeitung innerhalb eines Integration Flows zwischen verschiedenen Schritten auszutauschen.</a:t>
            </a:r>
          </a:p>
          <a:p>
            <a:endParaRPr lang="de-DE" dirty="0"/>
          </a:p>
          <a:p>
            <a:r>
              <a:rPr lang="de-DE" dirty="0"/>
              <a:t>Im weiteren Verlauf des Workshops werde ich alle drei Bereiche mehrfach verändern und auswerten.</a:t>
            </a:r>
          </a:p>
          <a:p>
            <a:endParaRPr lang="de-DE" dirty="0"/>
          </a:p>
          <a:p>
            <a:r>
              <a:rPr lang="de-DE" dirty="0"/>
              <a:t>Du öffnest den Content </a:t>
            </a:r>
            <a:r>
              <a:rPr lang="de-DE" dirty="0" err="1"/>
              <a:t>Modifier</a:t>
            </a:r>
            <a:r>
              <a:rPr lang="de-DE" dirty="0"/>
              <a:t> und sagst:</a:t>
            </a:r>
          </a:p>
          <a:p>
            <a:r>
              <a:rPr lang="de-DE" dirty="0"/>
              <a:t>"Mit diesem Schritt können wir..."</a:t>
            </a:r>
          </a:p>
          <a:p>
            <a:pPr marL="171450" indent="-171450">
              <a:buFont typeface="Arial" panose="020B0604020202020204" pitchFamily="34" charset="0"/>
              <a:buChar char="•"/>
            </a:pPr>
            <a:r>
              <a:rPr lang="de-DE" dirty="0"/>
              <a:t>den Body verändern </a:t>
            </a:r>
          </a:p>
          <a:p>
            <a:pPr marL="171450" indent="-171450">
              <a:buFont typeface="Arial" panose="020B0604020202020204" pitchFamily="34" charset="0"/>
              <a:buChar char="•"/>
            </a:pPr>
            <a:r>
              <a:rPr lang="de-DE" dirty="0"/>
              <a:t>Header setzen </a:t>
            </a:r>
          </a:p>
          <a:p>
            <a:pPr marL="171450" indent="-171450">
              <a:buFont typeface="Arial" panose="020B0604020202020204" pitchFamily="34" charset="0"/>
              <a:buChar char="•"/>
            </a:pPr>
            <a:r>
              <a:rPr lang="de-DE" dirty="0"/>
              <a:t>Exchange Properties anlegen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13</a:t>
            </a:fld>
            <a:endParaRPr lang="de-DE" dirty="0"/>
          </a:p>
        </p:txBody>
      </p:sp>
    </p:spTree>
    <p:extLst>
      <p:ext uri="{BB962C8B-B14F-4D97-AF65-F5344CB8AC3E}">
        <p14:creationId xmlns:p14="http://schemas.microsoft.com/office/powerpoint/2010/main" val="452774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14</a:t>
            </a:fld>
            <a:endParaRPr lang="de-DE" dirty="0"/>
          </a:p>
        </p:txBody>
      </p:sp>
    </p:spTree>
    <p:extLst>
      <p:ext uri="{BB962C8B-B14F-4D97-AF65-F5344CB8AC3E}">
        <p14:creationId xmlns:p14="http://schemas.microsoft.com/office/powerpoint/2010/main" val="2556220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15</a:t>
            </a:fld>
            <a:endParaRPr lang="de-DE" dirty="0"/>
          </a:p>
        </p:txBody>
      </p:sp>
    </p:spTree>
    <p:extLst>
      <p:ext uri="{BB962C8B-B14F-4D97-AF65-F5344CB8AC3E}">
        <p14:creationId xmlns:p14="http://schemas.microsoft.com/office/powerpoint/2010/main" val="3561880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 bisheriger Integration Flow empfängt eine Nachricht über HTTPS und übergibt sie an einen </a:t>
            </a:r>
            <a:r>
              <a:rPr lang="de-DE" dirty="0" err="1"/>
              <a:t>OData</a:t>
            </a:r>
            <a:r>
              <a:rPr lang="de-DE" dirty="0"/>
              <a:t>-Service. Zwischen diesen beiden Endpunkten kann jedoch eine ganze Reihe von Verarbeitungsschritten notwendig sein.</a:t>
            </a:r>
          </a:p>
          <a:p>
            <a:endParaRPr lang="de-DE" dirty="0"/>
          </a:p>
          <a:p>
            <a:r>
              <a:rPr lang="de-DE" dirty="0"/>
              <a:t>Zunächst übernimmt der Senderadapter die eingehende Nachricht. Abhängig vom Empfänger müssen wir sie anschließend möglicherweise in ein anderes Format konvertieren.</a:t>
            </a:r>
          </a:p>
          <a:p>
            <a:endParaRPr lang="de-DE" dirty="0"/>
          </a:p>
          <a:p>
            <a:r>
              <a:rPr lang="de-DE" dirty="0"/>
              <a:t>Danach können wir prüfen, ob die Nachricht der erwarteten Struktur entspricht und alle benötigten Pflichtfelder enthält. Fehlende Informationen können aus Headern, festen Werten oder weiteren Systemen ergänzt werden.</a:t>
            </a:r>
          </a:p>
          <a:p>
            <a:endParaRPr lang="de-DE" dirty="0"/>
          </a:p>
          <a:p>
            <a:r>
              <a:rPr lang="de-DE" dirty="0"/>
              <a:t>Bei der Transformation bilden wir schließlich die Struktur und die Werte des Senders auf das Datenmodell des Empfängers ab. Erst dann wird die Nachricht über den Receiver-Adapter an das Zielsystem übertragen.</a:t>
            </a:r>
          </a:p>
          <a:p>
            <a:endParaRPr lang="de-DE" dirty="0"/>
          </a:p>
          <a:p>
            <a:r>
              <a:rPr lang="de-DE" dirty="0"/>
              <a:t>Nicht jeder Integration Flow benötigt alle diese Schritte. Die Darstellung zeigt vielmehr eine typische Verarbeitungskette. Unser eigener Integration Flow benötigt zunächst vor allem die Konvertierung von JSON nach XML.“</a:t>
            </a:r>
          </a:p>
          <a:p>
            <a:endParaRPr lang="de-DE" b="1" dirty="0"/>
          </a:p>
          <a:p>
            <a:r>
              <a:rPr lang="de-DE" b="1" dirty="0"/>
              <a:t>Übergang zur nächsten Folie</a:t>
            </a:r>
          </a:p>
          <a:p>
            <a:r>
              <a:rPr lang="de-DE" dirty="0"/>
              <a:t>Bevor wir uns diese Konvertierung ansehen, müssen wir zwischen dem Inhalt einer Nachricht und seiner Darstellung unterscheiden.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17</a:t>
            </a:fld>
            <a:endParaRPr lang="de-DE" dirty="0"/>
          </a:p>
        </p:txBody>
      </p:sp>
    </p:spTree>
    <p:extLst>
      <p:ext uri="{BB962C8B-B14F-4D97-AF65-F5344CB8AC3E}">
        <p14:creationId xmlns:p14="http://schemas.microsoft.com/office/powerpoint/2010/main" val="3323499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Auf dieser Folie sehen wir dreimal denselben Auftrag. Er enthält immer die Auftragsnummer 0815, den Kunden Müller GmbH, den Betrag 1.299 Euro und den Währungscode EUR.</a:t>
            </a:r>
          </a:p>
          <a:p>
            <a:r>
              <a:rPr lang="de-DE" dirty="0"/>
              <a:t>Lediglich die Darstellung unterscheidet sich.</a:t>
            </a:r>
          </a:p>
          <a:p>
            <a:endParaRPr lang="de-DE" dirty="0"/>
          </a:p>
          <a:p>
            <a:r>
              <a:rPr lang="de-DE" dirty="0"/>
              <a:t>JSON ist kompakt und wird häufig für REST-Schnittstellen verwendet. Objekte und Listen können damit hierarchisch dargestellt werden.</a:t>
            </a:r>
          </a:p>
          <a:p>
            <a:endParaRPr lang="de-DE" dirty="0"/>
          </a:p>
          <a:p>
            <a:r>
              <a:rPr lang="de-DE" dirty="0"/>
              <a:t>XML ist ebenfalls hierarchisch. Ein wesentlicher Vorteil im Integrationsumfeld ist, dass sich die erlaubte Struktur mit einem XML Schema, also einem XSD, sehr genau beschreiben lässt.</a:t>
            </a:r>
          </a:p>
          <a:p>
            <a:endParaRPr lang="de-DE" dirty="0"/>
          </a:p>
          <a:p>
            <a:r>
              <a:rPr lang="de-DE" dirty="0"/>
              <a:t>CSV eignet sich besonders für tabellarische Daten. Es kennt von sich aus aber keine hierarchischen Strukturen. Außerdem müssen sich Sender und Empfänger beispielsweise über Trennzeichen, Zeichensatz und die Behandlung von Textfeldern einigen.</a:t>
            </a:r>
          </a:p>
          <a:p>
            <a:endParaRPr lang="de-DE" dirty="0"/>
          </a:p>
          <a:p>
            <a:r>
              <a:rPr lang="de-DE" dirty="0"/>
              <a:t>Die Integration Suite kann mit all diesen Formaten arbeiten. Entscheidend ist jedoch, welches Format der Sender liefert und welches Format der nächste Verarbeitungsschritt beziehungsweise das Zielsystem erwartet.</a:t>
            </a:r>
          </a:p>
          <a:p>
            <a:endParaRPr lang="de-DE" dirty="0"/>
          </a:p>
          <a:p>
            <a:r>
              <a:rPr lang="de-DE" dirty="0"/>
              <a:t>In unserer Demo liefert Postman JSON. Der </a:t>
            </a:r>
            <a:r>
              <a:rPr lang="de-DE" dirty="0" err="1"/>
              <a:t>OData</a:t>
            </a:r>
            <a:r>
              <a:rPr lang="de-DE" dirty="0"/>
              <a:t>-Receiver-Adapter benötigt für die verwendete Operation jedoch eine XML-Nachricht. Der fachliche Inhalt ist bereits vorhanden – seine Darstellung passt aber noch nicht.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18</a:t>
            </a:fld>
            <a:endParaRPr lang="de-DE" dirty="0"/>
          </a:p>
        </p:txBody>
      </p:sp>
    </p:spTree>
    <p:extLst>
      <p:ext uri="{BB962C8B-B14F-4D97-AF65-F5344CB8AC3E}">
        <p14:creationId xmlns:p14="http://schemas.microsoft.com/office/powerpoint/2010/main" val="15452609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Begriffe Konvertierung und Mapping werden im Alltag häufig vermischt. Für die Entwicklung eines Integration Flows ist die Unterscheidung aber hilfreich.</a:t>
            </a:r>
          </a:p>
          <a:p>
            <a:endParaRPr lang="de-DE" dirty="0"/>
          </a:p>
          <a:p>
            <a:r>
              <a:rPr lang="de-DE" dirty="0"/>
              <a:t>Ein Converter ändert in erster Linie das Darstellungsformat. Aus einer JSON-Eigenschaft </a:t>
            </a:r>
            <a:r>
              <a:rPr lang="de-DE" sz="1200" kern="1200" dirty="0" err="1">
                <a:solidFill>
                  <a:schemeClr val="tx1"/>
                </a:solidFill>
                <a:latin typeface="+mn-lt"/>
                <a:ea typeface="+mn-ea"/>
                <a:cs typeface="+mn-cs"/>
              </a:rPr>
              <a:t>orderId</a:t>
            </a:r>
            <a:r>
              <a:rPr lang="de-DE" dirty="0"/>
              <a:t> wird beispielsweise ein gleichnamiges XML-Element. Die fachliche Bedeutung und normalerweise auch die grundlegende Struktur bleiben erhalten.</a:t>
            </a:r>
          </a:p>
          <a:p>
            <a:endParaRPr lang="de-DE" dirty="0"/>
          </a:p>
          <a:p>
            <a:r>
              <a:rPr lang="de-DE" dirty="0"/>
              <a:t>Ein Mapping bildet dagegen ein Quellmodell auf ein anderes Zielmodell ab. Aus dem Quellfeld </a:t>
            </a:r>
            <a:r>
              <a:rPr lang="de-DE" sz="1200" kern="1200" dirty="0" err="1">
                <a:solidFill>
                  <a:schemeClr val="tx1"/>
                </a:solidFill>
                <a:latin typeface="+mn-lt"/>
                <a:ea typeface="+mn-ea"/>
                <a:cs typeface="+mn-cs"/>
              </a:rPr>
              <a:t>orderId</a:t>
            </a:r>
            <a:r>
              <a:rPr lang="de-DE" dirty="0"/>
              <a:t> könnte dabei das Zielfeld </a:t>
            </a:r>
            <a:r>
              <a:rPr lang="de-DE" sz="1200" kern="1200" dirty="0" err="1">
                <a:solidFill>
                  <a:schemeClr val="tx1"/>
                </a:solidFill>
                <a:latin typeface="+mn-lt"/>
                <a:ea typeface="+mn-ea"/>
                <a:cs typeface="+mn-cs"/>
              </a:rPr>
              <a:t>ExternalOrderID</a:t>
            </a:r>
            <a:r>
              <a:rPr lang="de-DE" dirty="0"/>
              <a:t> werden. Ein Mapping kann außerdem mehrere Quellfelder zusammenführen, Konstanten ergänzen, Werte berechnen oder Codes übersetzen.</a:t>
            </a:r>
          </a:p>
          <a:p>
            <a:endParaRPr lang="de-DE" dirty="0"/>
          </a:p>
          <a:p>
            <a:r>
              <a:rPr lang="de-DE" dirty="0"/>
              <a:t>Die schnelle Lösung in unserer Demo ist zunächst nur eine Konvertierung. Deshalb muss das eingehende JSON bereits genau die hierarchische Struktur besitzen, die später auch im XML benötigt wird.</a:t>
            </a:r>
          </a:p>
          <a:p>
            <a:endParaRPr lang="de-DE" dirty="0"/>
          </a:p>
          <a:p>
            <a:r>
              <a:rPr lang="de-DE" dirty="0"/>
              <a:t>Das funktioniert technisch, koppelt den Sender aber stark an das Datenmodell des Empfängers. Im anschließenden Abschnitt über Mappings werden wir diese enge Kopplung auflösen.“</a:t>
            </a:r>
          </a:p>
          <a:p>
            <a:endParaRPr lang="de-DE" b="1" dirty="0"/>
          </a:p>
          <a:p>
            <a:r>
              <a:rPr lang="de-DE" b="1" dirty="0"/>
              <a:t>Beispiel zur mündlichen Vertiefung</a:t>
            </a:r>
          </a:p>
          <a:p>
            <a:r>
              <a:rPr lang="de-DE" dirty="0"/>
              <a:t>Wenn der Sender bereits </a:t>
            </a:r>
            <a:r>
              <a:rPr lang="de-DE" sz="1200" kern="1200" dirty="0" err="1">
                <a:solidFill>
                  <a:schemeClr val="tx1"/>
                </a:solidFill>
                <a:latin typeface="+mn-lt"/>
                <a:ea typeface="+mn-ea"/>
                <a:cs typeface="+mn-cs"/>
              </a:rPr>
              <a:t>CurrencyCode</a:t>
            </a:r>
            <a:r>
              <a:rPr lang="de-DE" dirty="0"/>
              <a:t> liefert und daraus das gleichnamige XML-Element entsteht, handelt es sich um eine Konvertierung. Wenn der Sender dagegen </a:t>
            </a:r>
            <a:r>
              <a:rPr lang="de-DE" sz="1200" kern="1200" dirty="0" err="1">
                <a:solidFill>
                  <a:schemeClr val="tx1"/>
                </a:solidFill>
                <a:latin typeface="+mn-lt"/>
                <a:ea typeface="+mn-ea"/>
                <a:cs typeface="+mn-cs"/>
              </a:rPr>
              <a:t>currency</a:t>
            </a:r>
            <a:r>
              <a:rPr lang="de-DE" dirty="0"/>
              <a:t> liefert und das Ziel </a:t>
            </a:r>
            <a:r>
              <a:rPr lang="de-DE" sz="1200" kern="1200" dirty="0" err="1">
                <a:solidFill>
                  <a:schemeClr val="tx1"/>
                </a:solidFill>
                <a:latin typeface="+mn-lt"/>
                <a:ea typeface="+mn-ea"/>
                <a:cs typeface="+mn-cs"/>
              </a:rPr>
              <a:t>CurrencyCode</a:t>
            </a:r>
            <a:r>
              <a:rPr lang="de-DE" dirty="0"/>
              <a:t> erwartet, benötigen wir eine Zuordnung – also ein Mapping.“</a:t>
            </a:r>
          </a:p>
          <a:p>
            <a:endParaRPr lang="de-DE" b="1" dirty="0"/>
          </a:p>
          <a:p>
            <a:r>
              <a:rPr lang="de-DE" b="1" dirty="0"/>
              <a:t>Übergang</a:t>
            </a:r>
          </a:p>
          <a:p>
            <a:r>
              <a:rPr lang="de-DE" dirty="0"/>
              <a:t>Für beide Aufgaben stellt Cloud Integration fertige Verarbeitungsschritte bereit.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19</a:t>
            </a:fld>
            <a:endParaRPr lang="de-DE" dirty="0"/>
          </a:p>
        </p:txBody>
      </p:sp>
    </p:spTree>
    <p:extLst>
      <p:ext uri="{BB962C8B-B14F-4D97-AF65-F5344CB8AC3E}">
        <p14:creationId xmlns:p14="http://schemas.microsoft.com/office/powerpoint/2010/main" val="4111913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SAP Cloud Integration bietet zahlreiche fertige Verarbeitungsschritte. Für viele Integration Flows ist deshalb keine eigene Programmierung erforderlich.</a:t>
            </a:r>
          </a:p>
          <a:p>
            <a:endParaRPr lang="de-DE" dirty="0"/>
          </a:p>
          <a:p>
            <a:r>
              <a:rPr lang="de-DE" dirty="0"/>
              <a:t>Mit einem Content </a:t>
            </a:r>
            <a:r>
              <a:rPr lang="de-DE" dirty="0" err="1"/>
              <a:t>Modifier</a:t>
            </a:r>
            <a:r>
              <a:rPr lang="de-DE" dirty="0"/>
              <a:t> können wir den Body einer Nachricht erzeugen oder verändern. Außerdem können wir Header und Exchange Properties setzen. Header werden typischerweise für die technische Kommunikation verwendet. Exchange Properties dienen als interne Variablen innerhalb der Verarbeitung.</a:t>
            </a:r>
          </a:p>
          <a:p>
            <a:endParaRPr lang="de-DE" dirty="0"/>
          </a:p>
          <a:p>
            <a:r>
              <a:rPr lang="de-DE" dirty="0"/>
              <a:t>Converter überführen Nachrichten zwischen verschiedenen Darstellungsformaten. Für unser Szenario verwenden wir den JSON-</a:t>
            </a:r>
            <a:r>
              <a:rPr lang="de-DE" dirty="0" err="1"/>
              <a:t>to</a:t>
            </a:r>
            <a:r>
              <a:rPr lang="de-DE" dirty="0"/>
              <a:t>-XML Converter.</a:t>
            </a:r>
          </a:p>
          <a:p>
            <a:endParaRPr lang="de-DE" dirty="0"/>
          </a:p>
          <a:p>
            <a:r>
              <a:rPr lang="de-DE" dirty="0"/>
              <a:t>Ein </a:t>
            </a:r>
            <a:r>
              <a:rPr lang="de-DE" dirty="0" err="1"/>
              <a:t>Validator</a:t>
            </a:r>
            <a:r>
              <a:rPr lang="de-DE" dirty="0"/>
              <a:t> prüft eine XML-Nachricht gegen ein XSD. Damit können wir beispielsweise feststellen, ob Pflichtfelder vorhanden sind und ob die Struktur dem vereinbarten Nachrichtenformat entspricht.</a:t>
            </a:r>
          </a:p>
          <a:p>
            <a:endParaRPr lang="de-DE" dirty="0"/>
          </a:p>
          <a:p>
            <a:r>
              <a:rPr lang="de-DE" dirty="0"/>
              <a:t>Das Message Mapping bildet eine Quellstruktur auf eine Zielstruktur ab. Damit beschäftigen wir uns im nächsten Abschnitt ausführlich.</a:t>
            </a:r>
          </a:p>
          <a:p>
            <a:endParaRPr lang="de-DE" dirty="0"/>
          </a:p>
          <a:p>
            <a:r>
              <a:rPr lang="de-DE" dirty="0"/>
              <a:t>Falls die Standardbausteine eine besondere Anforderung nicht abdecken, können wir ein Groovy </a:t>
            </a:r>
            <a:r>
              <a:rPr lang="de-DE" dirty="0" err="1"/>
              <a:t>Script</a:t>
            </a:r>
            <a:r>
              <a:rPr lang="de-DE" dirty="0"/>
              <a:t> einsetzen. Ein </a:t>
            </a:r>
            <a:r>
              <a:rPr lang="de-DE" dirty="0" err="1"/>
              <a:t>Script</a:t>
            </a:r>
            <a:r>
              <a:rPr lang="de-DE" dirty="0"/>
              <a:t> sollte aber nicht automatisch die erste Wahl sein. Standardbausteine machen die Verarbeitung im grafischen Modell sichtbar und erleichtern Betrieb, Fehlersuche und spätere Änderungen.</a:t>
            </a:r>
          </a:p>
          <a:p>
            <a:endParaRPr lang="de-DE" b="1" dirty="0"/>
          </a:p>
          <a:p>
            <a:r>
              <a:rPr lang="de-DE" b="1" dirty="0"/>
              <a:t>Zusatz für die mündliche Erläuterung</a:t>
            </a:r>
          </a:p>
          <a:p>
            <a:r>
              <a:rPr lang="de-DE" dirty="0"/>
              <a:t>Die Reihenfolge der Bausteine ist relevant. Einen XML </a:t>
            </a:r>
            <a:r>
              <a:rPr lang="de-DE" dirty="0" err="1"/>
              <a:t>Validator</a:t>
            </a:r>
            <a:r>
              <a:rPr lang="de-DE" dirty="0"/>
              <a:t> können wir beispielsweise erst einsetzen, nachdem die JSON-Nachricht in XML konvertiert wurde.</a:t>
            </a:r>
          </a:p>
          <a:p>
            <a:endParaRPr lang="de-DE" b="1" dirty="0"/>
          </a:p>
          <a:p>
            <a:r>
              <a:rPr lang="de-DE" b="1" dirty="0"/>
              <a:t>Übergang</a:t>
            </a:r>
          </a:p>
          <a:p>
            <a:r>
              <a:rPr lang="de-DE" dirty="0"/>
              <a:t>Wir ergänzen jetzt unseren Integration Flow um den ersten dieser Verarbeitungsschritte: den JSON-</a:t>
            </a:r>
            <a:r>
              <a:rPr lang="de-DE" dirty="0" err="1"/>
              <a:t>to</a:t>
            </a:r>
            <a:r>
              <a:rPr lang="de-DE" dirty="0"/>
              <a:t>-XML Converter.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20</a:t>
            </a:fld>
            <a:endParaRPr lang="de-DE" dirty="0"/>
          </a:p>
        </p:txBody>
      </p:sp>
    </p:spTree>
    <p:extLst>
      <p:ext uri="{BB962C8B-B14F-4D97-AF65-F5344CB8AC3E}">
        <p14:creationId xmlns:p14="http://schemas.microsoft.com/office/powerpoint/2010/main" val="29963768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beginnen mit dem zuletzt beobachteten Fehler. Der Integration Flow kann den </a:t>
            </a:r>
            <a:r>
              <a:rPr lang="de-DE" dirty="0" err="1"/>
              <a:t>OData</a:t>
            </a:r>
            <a:r>
              <a:rPr lang="de-DE" dirty="0"/>
              <a:t>-Service inzwischen erreichen und sich erfolgreich authentifizieren. Dennoch antwortet die Verarbeitung mit einem Fehler.</a:t>
            </a:r>
          </a:p>
          <a:p>
            <a:endParaRPr lang="de-DE" dirty="0"/>
          </a:p>
          <a:p>
            <a:r>
              <a:rPr lang="de-DE" dirty="0"/>
              <a:t>Die Meldung </a:t>
            </a:r>
            <a:r>
              <a:rPr lang="de-DE" sz="1200" kern="1200" dirty="0" err="1">
                <a:solidFill>
                  <a:schemeClr val="tx1"/>
                </a:solidFill>
                <a:latin typeface="+mn-lt"/>
                <a:ea typeface="+mn-ea"/>
                <a:cs typeface="+mn-cs"/>
              </a:rPr>
              <a:t>Unexpected</a:t>
            </a:r>
            <a:r>
              <a:rPr lang="de-DE" sz="1200" kern="1200" dirty="0">
                <a:solidFill>
                  <a:schemeClr val="tx1"/>
                </a:solidFill>
                <a:latin typeface="+mn-lt"/>
                <a:ea typeface="+mn-ea"/>
                <a:cs typeface="+mn-cs"/>
              </a:rPr>
              <a:t> End-</a:t>
            </a:r>
            <a:r>
              <a:rPr lang="de-DE" sz="1200" kern="1200" dirty="0" err="1">
                <a:solidFill>
                  <a:schemeClr val="tx1"/>
                </a:solidFill>
                <a:latin typeface="+mn-lt"/>
                <a:ea typeface="+mn-ea"/>
                <a:cs typeface="+mn-cs"/>
              </a:rPr>
              <a:t>of</a:t>
            </a:r>
            <a:r>
              <a:rPr lang="de-DE" sz="1200" kern="1200" dirty="0">
                <a:solidFill>
                  <a:schemeClr val="tx1"/>
                </a:solidFill>
                <a:latin typeface="+mn-lt"/>
                <a:ea typeface="+mn-ea"/>
                <a:cs typeface="+mn-cs"/>
              </a:rPr>
              <a:t>-input in </a:t>
            </a:r>
            <a:r>
              <a:rPr lang="de-DE" sz="1200" kern="1200" dirty="0" err="1">
                <a:solidFill>
                  <a:schemeClr val="tx1"/>
                </a:solidFill>
                <a:latin typeface="+mn-lt"/>
                <a:ea typeface="+mn-ea"/>
                <a:cs typeface="+mn-cs"/>
              </a:rPr>
              <a:t>prolog</a:t>
            </a:r>
            <a:r>
              <a:rPr lang="de-DE" dirty="0"/>
              <a:t> enthält das Wort Berechtigung nicht. Ein Prolog ist der Anfang eines XML-Dokuments. Die Meldung deutet deshalb darauf hin, dass ein Verarbeitungsschritt XML erwartet, aber keine gültige XML-Nachricht erhält.</a:t>
            </a:r>
          </a:p>
          <a:p>
            <a:endParaRPr lang="de-DE" dirty="0"/>
          </a:p>
          <a:p>
            <a:r>
              <a:rPr lang="de-DE" dirty="0"/>
              <a:t>Unsere Nachricht aus Postman ist JSON. Der </a:t>
            </a:r>
            <a:r>
              <a:rPr lang="de-DE" dirty="0" err="1"/>
              <a:t>OData</a:t>
            </a:r>
            <a:r>
              <a:rPr lang="de-DE" dirty="0"/>
              <a:t>-Receiver-Adapter arbeitet bei dieser Operation dagegen mit einer XML-Nachricht. Wir müssen die Darstellung daher vor dem Receiver-Adapter konvertieren.“</a:t>
            </a:r>
          </a:p>
          <a:p>
            <a:endParaRPr lang="de-DE" dirty="0"/>
          </a:p>
          <a:p>
            <a:r>
              <a:rPr lang="de-DE" b="1" dirty="0"/>
              <a:t>Live-Demo-Schritte</a:t>
            </a:r>
          </a:p>
          <a:p>
            <a:r>
              <a:rPr lang="de-DE" b="1" dirty="0"/>
              <a:t>Schritt 1: Aktuellen Fehler reproduzieren</a:t>
            </a:r>
          </a:p>
          <a:p>
            <a:r>
              <a:rPr lang="de-DE" dirty="0"/>
              <a:t>Integration Flow ohne Converter aufrufen </a:t>
            </a:r>
          </a:p>
          <a:p>
            <a:r>
              <a:rPr lang="de-DE" dirty="0"/>
              <a:t>Fehlermeldung im Message Processing Log öffnen </a:t>
            </a:r>
          </a:p>
          <a:p>
            <a:r>
              <a:rPr lang="de-DE" dirty="0"/>
              <a:t>auf den erfolgreichen Verbindungsaufbau hinweisen </a:t>
            </a:r>
          </a:p>
          <a:p>
            <a:r>
              <a:rPr lang="de-DE" dirty="0"/>
              <a:t>Fehlermeldung des </a:t>
            </a:r>
            <a:r>
              <a:rPr lang="de-DE" dirty="0" err="1"/>
              <a:t>OData</a:t>
            </a:r>
            <a:r>
              <a:rPr lang="de-DE" dirty="0"/>
              <a:t>-Adapters zeigen </a:t>
            </a:r>
          </a:p>
          <a:p>
            <a:r>
              <a:rPr lang="de-DE" dirty="0"/>
              <a:t>Sprechertext:</a:t>
            </a:r>
          </a:p>
          <a:p>
            <a:r>
              <a:rPr lang="de-DE" dirty="0"/>
              <a:t>„Ich reproduziere den Fehler zunächst bewusst. Damit können wir später eindeutig erkennen, welche Änderung ihn behoben hat.“</a:t>
            </a:r>
          </a:p>
          <a:p>
            <a:endParaRPr lang="de-DE" dirty="0"/>
          </a:p>
          <a:p>
            <a:r>
              <a:rPr lang="de-DE" b="1" dirty="0"/>
              <a:t>Schritt 2: XSD erläutern</a:t>
            </a:r>
          </a:p>
          <a:p>
            <a:r>
              <a:rPr lang="de-DE" dirty="0"/>
              <a:t>das aus dem </a:t>
            </a:r>
            <a:r>
              <a:rPr lang="de-DE" dirty="0" err="1"/>
              <a:t>OData</a:t>
            </a:r>
            <a:r>
              <a:rPr lang="de-DE" dirty="0"/>
              <a:t>-Modell erzeugte XSD kurz öffnen </a:t>
            </a:r>
          </a:p>
          <a:p>
            <a:r>
              <a:rPr lang="de-DE" dirty="0"/>
              <a:t>Root-Element </a:t>
            </a:r>
            <a:r>
              <a:rPr lang="de-DE" sz="1200" kern="1200" dirty="0" err="1">
                <a:solidFill>
                  <a:schemeClr val="tx1"/>
                </a:solidFill>
                <a:latin typeface="+mn-lt"/>
                <a:ea typeface="+mn-ea"/>
                <a:cs typeface="+mn-cs"/>
              </a:rPr>
              <a:t>SalesOrder</a:t>
            </a:r>
            <a:r>
              <a:rPr lang="de-DE" dirty="0"/>
              <a:t> zeigen </a:t>
            </a:r>
          </a:p>
          <a:p>
            <a:r>
              <a:rPr lang="de-DE" dirty="0"/>
              <a:t>wiederholbares Element </a:t>
            </a:r>
            <a:r>
              <a:rPr lang="de-DE" sz="1200" kern="1200" dirty="0" err="1">
                <a:solidFill>
                  <a:schemeClr val="tx1"/>
                </a:solidFill>
                <a:latin typeface="+mn-lt"/>
                <a:ea typeface="+mn-ea"/>
                <a:cs typeface="+mn-cs"/>
              </a:rPr>
              <a:t>SalesOrderType</a:t>
            </a:r>
            <a:r>
              <a:rPr lang="de-DE" dirty="0"/>
              <a:t> zeigen </a:t>
            </a:r>
          </a:p>
          <a:p>
            <a:r>
              <a:rPr lang="de-DE" dirty="0"/>
              <a:t>vier verwendete Felder markieren </a:t>
            </a:r>
          </a:p>
          <a:p>
            <a:endParaRPr lang="de-DE" dirty="0"/>
          </a:p>
          <a:p>
            <a:r>
              <a:rPr lang="de-DE" dirty="0"/>
              <a:t>Der Converter muss wissen, welche XML-Struktur erzeugt werden soll. Diese Struktur ist in einem XML Schema beschrieben. Unser XSD wurde aus dem </a:t>
            </a:r>
            <a:r>
              <a:rPr lang="de-DE" dirty="0" err="1"/>
              <a:t>OData</a:t>
            </a:r>
            <a:r>
              <a:rPr lang="de-DE" dirty="0"/>
              <a:t>-Metadatenmodell abgeleitet.</a:t>
            </a:r>
          </a:p>
          <a:p>
            <a:r>
              <a:rPr lang="de-DE" dirty="0"/>
              <a:t>Das Wurzelelement heißt </a:t>
            </a:r>
            <a:r>
              <a:rPr lang="de-DE" sz="1200" kern="1200" dirty="0" err="1">
                <a:solidFill>
                  <a:schemeClr val="tx1"/>
                </a:solidFill>
                <a:latin typeface="+mn-lt"/>
                <a:ea typeface="+mn-ea"/>
                <a:cs typeface="+mn-cs"/>
              </a:rPr>
              <a:t>SalesOrder</a:t>
            </a:r>
            <a:r>
              <a:rPr lang="de-DE" dirty="0"/>
              <a:t>. Darunter befindet sich das Element </a:t>
            </a:r>
            <a:r>
              <a:rPr lang="de-DE" sz="1200" kern="1200" dirty="0" err="1">
                <a:solidFill>
                  <a:schemeClr val="tx1"/>
                </a:solidFill>
                <a:latin typeface="+mn-lt"/>
                <a:ea typeface="+mn-ea"/>
                <a:cs typeface="+mn-cs"/>
              </a:rPr>
              <a:t>SalesOrderType</a:t>
            </a:r>
            <a:r>
              <a:rPr lang="de-DE" dirty="0"/>
              <a:t>, das theoretisch mehrfach vorkommen kann. Für unsere Demo übertragen wir genau einen Auftrag.</a:t>
            </a:r>
          </a:p>
          <a:p>
            <a:endParaRPr lang="de-DE" b="1" dirty="0"/>
          </a:p>
          <a:p>
            <a:r>
              <a:rPr lang="de-DE" b="1" dirty="0"/>
              <a:t>Schritt 3: Converter einfügen</a:t>
            </a:r>
          </a:p>
          <a:p>
            <a:r>
              <a:rPr lang="de-DE" dirty="0"/>
              <a:t>Integration Flow in den Editiermodus versetzen </a:t>
            </a:r>
          </a:p>
          <a:p>
            <a:r>
              <a:rPr lang="de-DE" dirty="0"/>
              <a:t>vor dem </a:t>
            </a:r>
            <a:r>
              <a:rPr lang="de-DE" dirty="0" err="1"/>
              <a:t>OData</a:t>
            </a:r>
            <a:r>
              <a:rPr lang="de-DE" dirty="0"/>
              <a:t>-Receiver einen </a:t>
            </a:r>
            <a:r>
              <a:rPr lang="de-DE" b="1" dirty="0"/>
              <a:t>JSON </a:t>
            </a:r>
            <a:r>
              <a:rPr lang="de-DE" b="1" dirty="0" err="1"/>
              <a:t>to</a:t>
            </a:r>
            <a:r>
              <a:rPr lang="de-DE" b="1" dirty="0"/>
              <a:t> XML Converter</a:t>
            </a:r>
            <a:r>
              <a:rPr lang="de-DE" dirty="0"/>
              <a:t> einfügen </a:t>
            </a:r>
          </a:p>
          <a:p>
            <a:r>
              <a:rPr lang="de-DE" dirty="0"/>
              <a:t>Converter mit dem vorhandenen Nachrichtenweg verbinden </a:t>
            </a:r>
          </a:p>
          <a:p>
            <a:r>
              <a:rPr lang="de-DE" dirty="0"/>
              <a:t>XSD beziehungsweise Schema auswählen </a:t>
            </a:r>
          </a:p>
          <a:p>
            <a:r>
              <a:rPr lang="de-DE" dirty="0"/>
              <a:t>Root-Element kontrollieren </a:t>
            </a:r>
          </a:p>
          <a:p>
            <a:endParaRPr lang="de-DE" dirty="0"/>
          </a:p>
          <a:p>
            <a:r>
              <a:rPr lang="de-DE" dirty="0"/>
              <a:t>Der Converter wird vor dem Receiver-Adapter eingefügt. Er liest die JSON-Struktur und erzeugt daraus entsprechend dem XSD eine XML-Nachricht.</a:t>
            </a:r>
          </a:p>
          <a:p>
            <a:r>
              <a:rPr lang="de-DE" dirty="0"/>
              <a:t>Die Struktur des JSON muss dafür bereits zum Schema passen. Genau deshalb enthält unsere Testnachricht die Ebenen </a:t>
            </a:r>
            <a:r>
              <a:rPr lang="de-DE" sz="1200" kern="1200" dirty="0" err="1">
                <a:solidFill>
                  <a:schemeClr val="tx1"/>
                </a:solidFill>
                <a:latin typeface="+mn-lt"/>
                <a:ea typeface="+mn-ea"/>
                <a:cs typeface="+mn-cs"/>
              </a:rPr>
              <a:t>SalesOrder</a:t>
            </a:r>
            <a:r>
              <a:rPr lang="de-DE" dirty="0"/>
              <a:t> und </a:t>
            </a:r>
            <a:r>
              <a:rPr lang="de-DE" sz="1200" kern="1200" dirty="0" err="1">
                <a:solidFill>
                  <a:schemeClr val="tx1"/>
                </a:solidFill>
                <a:latin typeface="+mn-lt"/>
                <a:ea typeface="+mn-ea"/>
                <a:cs typeface="+mn-cs"/>
              </a:rPr>
              <a:t>SalesOrderType</a:t>
            </a:r>
            <a:r>
              <a:rPr lang="de-DE" dirty="0"/>
              <a:t>.</a:t>
            </a:r>
          </a:p>
          <a:p>
            <a:endParaRPr lang="de-DE" b="1" dirty="0"/>
          </a:p>
          <a:p>
            <a:r>
              <a:rPr lang="de-DE" b="1" dirty="0"/>
              <a:t>Schritt 4: Speichern und deployen</a:t>
            </a:r>
          </a:p>
          <a:p>
            <a:r>
              <a:rPr lang="de-DE" dirty="0"/>
              <a:t>Änderungen speichern </a:t>
            </a:r>
          </a:p>
          <a:p>
            <a:r>
              <a:rPr lang="de-DE" dirty="0"/>
              <a:t>neue Version deployen </a:t>
            </a:r>
          </a:p>
          <a:p>
            <a:r>
              <a:rPr lang="de-DE" dirty="0" err="1"/>
              <a:t>Deploymentstatus</a:t>
            </a:r>
            <a:r>
              <a:rPr lang="de-DE" dirty="0"/>
              <a:t> abwarten </a:t>
            </a:r>
          </a:p>
          <a:p>
            <a:endParaRPr lang="de-DE" dirty="0"/>
          </a:p>
          <a:p>
            <a:r>
              <a:rPr lang="de-DE" dirty="0"/>
              <a:t>Änderungen im Editor wirken sich nicht unmittelbar auf die Laufzeit aus. Erst durch das erneute </a:t>
            </a:r>
            <a:r>
              <a:rPr lang="de-DE" dirty="0" err="1"/>
              <a:t>Deployment</a:t>
            </a:r>
            <a:r>
              <a:rPr lang="de-DE" dirty="0"/>
              <a:t> wird die geänderte Version ausgeführt.</a:t>
            </a:r>
          </a:p>
          <a:p>
            <a:endParaRPr lang="de-DE" b="1" dirty="0"/>
          </a:p>
          <a:p>
            <a:r>
              <a:rPr lang="de-DE" b="1" dirty="0"/>
              <a:t>Schritt 5: Nachricht erneut senden</a:t>
            </a:r>
          </a:p>
          <a:p>
            <a:r>
              <a:rPr lang="de-DE" dirty="0"/>
              <a:t>identische JSON-Nachricht aus Postman senden </a:t>
            </a:r>
          </a:p>
          <a:p>
            <a:r>
              <a:rPr lang="de-DE" dirty="0"/>
              <a:t>erfolgreichen Status prüfen </a:t>
            </a:r>
          </a:p>
          <a:p>
            <a:r>
              <a:rPr lang="de-DE" dirty="0"/>
              <a:t>angelegten Auftrag im RAP-Service kontrollieren </a:t>
            </a:r>
          </a:p>
          <a:p>
            <a:endParaRPr lang="de-DE" dirty="0"/>
          </a:p>
          <a:p>
            <a:r>
              <a:rPr lang="de-DE" dirty="0"/>
              <a:t>Wir senden bewusst exakt dieselbe Nachricht wie zuvor. Der Sender musste also nicht sein Format wechseln. Der Integration Flow übernimmt die erforderliche Anpassung.</a:t>
            </a:r>
          </a:p>
          <a:p>
            <a:endParaRPr lang="de-DE" b="1" dirty="0"/>
          </a:p>
          <a:p>
            <a:r>
              <a:rPr lang="de-DE" b="1" dirty="0"/>
              <a:t>Schritt 6: Trace auswerten</a:t>
            </a:r>
          </a:p>
          <a:p>
            <a:r>
              <a:rPr lang="de-DE" dirty="0"/>
              <a:t>Trace einschalten, falls noch nicht aktiv </a:t>
            </a:r>
          </a:p>
          <a:p>
            <a:r>
              <a:rPr lang="de-DE" dirty="0"/>
              <a:t>Nachricht vor dem Converter anzeigen </a:t>
            </a:r>
          </a:p>
          <a:p>
            <a:r>
              <a:rPr lang="de-DE" dirty="0"/>
              <a:t>Nachricht nach dem Converter anzeigen </a:t>
            </a:r>
          </a:p>
          <a:p>
            <a:r>
              <a:rPr lang="de-DE" dirty="0"/>
              <a:t>JSON und XML direkt vergleichen </a:t>
            </a:r>
          </a:p>
          <a:p>
            <a:endParaRPr lang="de-DE" dirty="0"/>
          </a:p>
          <a:p>
            <a:r>
              <a:rPr lang="de-DE" dirty="0"/>
              <a:t>Im Trace erkennen wir den Unterschied besonders gut. Vor dem Converter liegt der Body als JSON vor. Danach enthält derselbe Message Body XML.</a:t>
            </a:r>
          </a:p>
          <a:p>
            <a:r>
              <a:rPr lang="de-DE" dirty="0"/>
              <a:t>Header und Exchange Properties bleiben davon zunächst unberührt. Der Converter verändert den Body der Nachricht, nicht die gesamte Exchange.</a:t>
            </a:r>
          </a:p>
          <a:p>
            <a:endParaRPr lang="de-DE" b="1" dirty="0"/>
          </a:p>
          <a:p>
            <a:r>
              <a:rPr lang="de-DE" b="1" dirty="0"/>
              <a:t>Abschluss nach der Demo</a:t>
            </a:r>
          </a:p>
          <a:p>
            <a:r>
              <a:rPr lang="de-DE" dirty="0"/>
              <a:t>Damit funktioniert unser Integration Flow. Die Lösung hat allerdings noch einen Nachteil: Der Webshop muss seine JSON-Nachricht bereits entsprechend dem internen </a:t>
            </a:r>
            <a:r>
              <a:rPr lang="de-DE" dirty="0" err="1"/>
              <a:t>OData</a:t>
            </a:r>
            <a:r>
              <a:rPr lang="de-DE" dirty="0"/>
              <a:t>-Modell strukturieren.</a:t>
            </a:r>
          </a:p>
          <a:p>
            <a:r>
              <a:rPr lang="de-DE" dirty="0"/>
              <a:t>Der Sender muss also Begriffe wie </a:t>
            </a:r>
            <a:r>
              <a:rPr lang="de-DE" sz="1200" kern="1200" dirty="0" err="1">
                <a:solidFill>
                  <a:schemeClr val="tx1"/>
                </a:solidFill>
                <a:latin typeface="+mn-lt"/>
                <a:ea typeface="+mn-ea"/>
                <a:cs typeface="+mn-cs"/>
              </a:rPr>
              <a:t>SalesOrderType</a:t>
            </a:r>
            <a:r>
              <a:rPr lang="de-DE" dirty="0"/>
              <a:t>, </a:t>
            </a:r>
            <a:r>
              <a:rPr lang="de-DE" sz="1200" kern="1200" dirty="0" err="1">
                <a:solidFill>
                  <a:schemeClr val="tx1"/>
                </a:solidFill>
                <a:latin typeface="+mn-lt"/>
                <a:ea typeface="+mn-ea"/>
                <a:cs typeface="+mn-cs"/>
              </a:rPr>
              <a:t>ExternalOrderID</a:t>
            </a:r>
            <a:r>
              <a:rPr lang="de-DE" dirty="0"/>
              <a:t> und </a:t>
            </a:r>
            <a:r>
              <a:rPr lang="de-DE" sz="1200" kern="1200" dirty="0" err="1">
                <a:solidFill>
                  <a:schemeClr val="tx1"/>
                </a:solidFill>
                <a:latin typeface="+mn-lt"/>
                <a:ea typeface="+mn-ea"/>
                <a:cs typeface="+mn-cs"/>
              </a:rPr>
              <a:t>CurrencyCode</a:t>
            </a:r>
            <a:r>
              <a:rPr lang="de-DE" dirty="0"/>
              <a:t> kennen. Das ist eine unnötig enge Kopplung.</a:t>
            </a:r>
          </a:p>
          <a:p>
            <a:r>
              <a:rPr lang="de-DE" dirty="0"/>
              <a:t>Im nächsten Abschnitt führen wir deshalb ein fachliches Quellmodell ein und bilden es mit einem Message Mapping auf das technische </a:t>
            </a:r>
            <a:r>
              <a:rPr lang="de-DE" dirty="0" err="1"/>
              <a:t>OData</a:t>
            </a:r>
            <a:r>
              <a:rPr lang="de-DE" dirty="0"/>
              <a:t>-Zielmodell ab.</a:t>
            </a:r>
          </a:p>
          <a:p>
            <a:br>
              <a:rPr lang="de-DE" dirty="0"/>
            </a:br>
            <a:endParaRPr lang="de-DE" dirty="0"/>
          </a:p>
          <a:p>
            <a:r>
              <a:rPr lang="de-DE" b="1" dirty="0"/>
              <a:t>Einordnung in den aktuellen Foliensatz</a:t>
            </a:r>
          </a:p>
          <a:p>
            <a:r>
              <a:rPr lang="de-DE" dirty="0"/>
              <a:t>Die bisherige Platzhalterfolie 17 „Nachrichtenverarbeitung“ wird durch diese fünf Folien ersetzt:</a:t>
            </a:r>
          </a:p>
          <a:p>
            <a:r>
              <a:rPr lang="de-DE" dirty="0"/>
              <a:t>Neue Folie</a:t>
            </a:r>
          </a:p>
          <a:p>
            <a:r>
              <a:rPr lang="de-DE" dirty="0"/>
              <a:t>Funktion</a:t>
            </a:r>
          </a:p>
          <a:p>
            <a:r>
              <a:rPr lang="de-DE" dirty="0"/>
              <a:t>N1Verarbeitungskette einführen</a:t>
            </a:r>
          </a:p>
          <a:p>
            <a:r>
              <a:rPr lang="de-DE" dirty="0"/>
              <a:t>N2</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21</a:t>
            </a:fld>
            <a:endParaRPr lang="de-DE" dirty="0"/>
          </a:p>
        </p:txBody>
      </p:sp>
    </p:spTree>
    <p:extLst>
      <p:ext uri="{BB962C8B-B14F-4D97-AF65-F5344CB8AC3E}">
        <p14:creationId xmlns:p14="http://schemas.microsoft.com/office/powerpoint/2010/main" val="48287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Unsere bisherige Lösung funktioniert. Der Webshop muss dafür allerdings eine JSON-Nachricht senden, deren Struktur bereits exakt dem Datenmodell des ABAP-Systems entspricht.</a:t>
            </a:r>
          </a:p>
          <a:p>
            <a:endParaRPr lang="de-DE" dirty="0"/>
          </a:p>
          <a:p>
            <a:r>
              <a:rPr lang="de-DE" dirty="0"/>
              <a:t>Der Webshop muss Bezeichnungen wie </a:t>
            </a:r>
            <a:r>
              <a:rPr lang="de-DE" sz="1200" kern="1200" dirty="0" err="1">
                <a:solidFill>
                  <a:schemeClr val="tx1"/>
                </a:solidFill>
                <a:latin typeface="+mn-lt"/>
                <a:ea typeface="+mn-ea"/>
                <a:cs typeface="+mn-cs"/>
              </a:rPr>
              <a:t>SalesOrderType</a:t>
            </a:r>
            <a:r>
              <a:rPr lang="de-DE" dirty="0"/>
              <a:t>, </a:t>
            </a:r>
            <a:r>
              <a:rPr lang="de-DE" sz="1200" kern="1200" dirty="0" err="1">
                <a:solidFill>
                  <a:schemeClr val="tx1"/>
                </a:solidFill>
                <a:latin typeface="+mn-lt"/>
                <a:ea typeface="+mn-ea"/>
                <a:cs typeface="+mn-cs"/>
              </a:rPr>
              <a:t>ExternalOrderID</a:t>
            </a:r>
            <a:r>
              <a:rPr lang="de-DE" dirty="0"/>
              <a:t>, </a:t>
            </a:r>
            <a:r>
              <a:rPr lang="de-DE" sz="1200" kern="1200" dirty="0" err="1">
                <a:solidFill>
                  <a:schemeClr val="tx1"/>
                </a:solidFill>
                <a:latin typeface="+mn-lt"/>
                <a:ea typeface="+mn-ea"/>
                <a:cs typeface="+mn-cs"/>
              </a:rPr>
              <a:t>GrossAmount</a:t>
            </a:r>
            <a:r>
              <a:rPr lang="de-DE" dirty="0"/>
              <a:t> und </a:t>
            </a:r>
            <a:r>
              <a:rPr lang="de-DE" sz="1200" kern="1200" dirty="0" err="1">
                <a:solidFill>
                  <a:schemeClr val="tx1"/>
                </a:solidFill>
                <a:latin typeface="+mn-lt"/>
                <a:ea typeface="+mn-ea"/>
                <a:cs typeface="+mn-cs"/>
              </a:rPr>
              <a:t>CurrencyCode</a:t>
            </a:r>
            <a:r>
              <a:rPr lang="de-DE" dirty="0"/>
              <a:t> kennen. Dabei handelt es sich nicht um Begriffe des Webshops, sondern um technische Namen des </a:t>
            </a:r>
            <a:r>
              <a:rPr lang="de-DE" dirty="0" err="1"/>
              <a:t>OData</a:t>
            </a:r>
            <a:r>
              <a:rPr lang="de-DE" dirty="0"/>
              <a:t>-Zielmodells.</a:t>
            </a:r>
          </a:p>
          <a:p>
            <a:endParaRPr lang="de-DE" dirty="0"/>
          </a:p>
          <a:p>
            <a:r>
              <a:rPr lang="de-DE" dirty="0"/>
              <a:t>Das führt zu einer engen Kopplung: Ändert sich das Zielmodell, muss möglicherweise auch der Webshop geändert werden.</a:t>
            </a:r>
          </a:p>
          <a:p>
            <a:endParaRPr lang="de-DE" dirty="0"/>
          </a:p>
          <a:p>
            <a:r>
              <a:rPr lang="de-DE" dirty="0"/>
              <a:t>Eine sauberere Schnittstelle verwendet deshalb ein fachliches Datenmodell des Senders. Der Webshop sendet eine Bestellung mit einer ID, einem Kunden und einem Gesamtbetrag. Der Integration Flow übernimmt die Übersetzung in das Datenmodell des ABAP-Systems.</a:t>
            </a:r>
          </a:p>
          <a:p>
            <a:r>
              <a:rPr lang="de-DE" dirty="0"/>
              <a:t>Genau diese Übersetzung nennen wir Mapping.</a:t>
            </a:r>
          </a:p>
          <a:p>
            <a:endParaRPr lang="de-DE" b="1" dirty="0"/>
          </a:p>
          <a:p>
            <a:r>
              <a:rPr lang="de-DE" b="1" dirty="0"/>
              <a:t>Zusätzliche Erläuterung</a:t>
            </a:r>
          </a:p>
          <a:p>
            <a:r>
              <a:rPr lang="de-DE" dirty="0"/>
              <a:t>Ein Mapping bedeutet nicht, dass eines der beiden Datenmodelle falsch wäre. Beide Modelle wurden für unterschiedliche Aufgaben entwickelt. Die Integrationsschicht vermittelt zwischen ihnen.</a:t>
            </a:r>
          </a:p>
          <a:p>
            <a:endParaRPr lang="de-DE" b="1" dirty="0"/>
          </a:p>
          <a:p>
            <a:r>
              <a:rPr lang="de-DE" b="1" dirty="0"/>
              <a:t>Übergang</a:t>
            </a:r>
          </a:p>
          <a:p>
            <a:r>
              <a:rPr lang="de-DE" dirty="0"/>
              <a:t>Damit die Integration Suite diese Zuordnung ausführen kann, benötigt sie eine Beschreibung der Quell- und der Zielstruktur.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23</a:t>
            </a:fld>
            <a:endParaRPr lang="de-DE" dirty="0"/>
          </a:p>
        </p:txBody>
      </p:sp>
    </p:spTree>
    <p:extLst>
      <p:ext uri="{BB962C8B-B14F-4D97-AF65-F5344CB8AC3E}">
        <p14:creationId xmlns:p14="http://schemas.microsoft.com/office/powerpoint/2010/main" val="1144554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grafisches Message Mapping benötigt zwei beschriebene Nachrichtenstrukturen.</a:t>
            </a:r>
          </a:p>
          <a:p>
            <a:endParaRPr lang="de-DE" dirty="0"/>
          </a:p>
          <a:p>
            <a:r>
              <a:rPr lang="de-DE" dirty="0"/>
              <a:t>Die Quellstruktur beschreibt die Nachricht, die wir nach der JSON-zu-XML-Konvertierung erhalten. Dafür erstellen wir ein eigenes XSD für das fachliche Webshop-Modell.</a:t>
            </a:r>
          </a:p>
          <a:p>
            <a:endParaRPr lang="de-DE" dirty="0"/>
          </a:p>
          <a:p>
            <a:r>
              <a:rPr lang="de-DE" dirty="0"/>
              <a:t>Die Zielstruktur stammt aus dem </a:t>
            </a:r>
            <a:r>
              <a:rPr lang="de-DE" dirty="0" err="1"/>
              <a:t>OData</a:t>
            </a:r>
            <a:r>
              <a:rPr lang="de-DE" dirty="0"/>
              <a:t>-Service. Dieses XSD haben wir bereits erzeugt, als wir den </a:t>
            </a:r>
            <a:r>
              <a:rPr lang="de-DE" dirty="0" err="1"/>
              <a:t>OData</a:t>
            </a:r>
            <a:r>
              <a:rPr lang="de-DE" dirty="0"/>
              <a:t>-Receiver-Adapter konfiguriert haben.</a:t>
            </a:r>
          </a:p>
          <a:p>
            <a:endParaRPr lang="de-DE" dirty="0"/>
          </a:p>
          <a:p>
            <a:r>
              <a:rPr lang="de-DE" dirty="0"/>
              <a:t>Im Mapping-Editor sehen wir die Quellstruktur auf der linken und die Zielstruktur auf der rechten Seite. Dazwischen legen wir Verbindungen an. Eine direkte Verbindung übernimmt einen Wert unverändert. Mapping-Funktionen können Werte zusätzlich kombinieren, konvertieren oder abhängig von Bedingungen erzeugen.</a:t>
            </a:r>
          </a:p>
          <a:p>
            <a:endParaRPr lang="de-DE" dirty="0"/>
          </a:p>
          <a:p>
            <a:r>
              <a:rPr lang="de-DE" dirty="0"/>
              <a:t>Das Message Mapping erhält zur Laufzeit eine XML-Nachricht und erzeugt ebenfalls eine XML-Nachricht. Die eingehende JSON-Nachricht muss deshalb zuerst in XML konvertiert werden.“</a:t>
            </a:r>
          </a:p>
          <a:p>
            <a:endParaRPr lang="de-DE" b="1" dirty="0"/>
          </a:p>
          <a:p>
            <a:r>
              <a:rPr lang="de-DE" b="1" dirty="0"/>
              <a:t>Wichtiger Hinweis für den Vortrag</a:t>
            </a:r>
          </a:p>
          <a:p>
            <a:r>
              <a:rPr lang="de-DE" dirty="0"/>
              <a:t>Das Message Mapping ersetzt nicht den JSON-</a:t>
            </a:r>
            <a:r>
              <a:rPr lang="de-DE" dirty="0" err="1"/>
              <a:t>to</a:t>
            </a:r>
            <a:r>
              <a:rPr lang="de-DE" dirty="0"/>
              <a:t>-XML Converter.</a:t>
            </a:r>
          </a:p>
          <a:p>
            <a:endParaRPr lang="de-DE" b="1" dirty="0"/>
          </a:p>
          <a:p>
            <a:r>
              <a:rPr lang="de-DE" b="1" dirty="0"/>
              <a:t>Mündliche Vertiefung</a:t>
            </a:r>
          </a:p>
          <a:p>
            <a:r>
              <a:rPr lang="de-DE" dirty="0"/>
              <a:t>Der Converter macht aus JSON eine XML-Darstellung des Webshop-Modells. Das Message Mapping macht daraus anschließend eine XML-Darstellung des </a:t>
            </a:r>
            <a:r>
              <a:rPr lang="de-DE" dirty="0" err="1"/>
              <a:t>OData</a:t>
            </a:r>
            <a:r>
              <a:rPr lang="de-DE" dirty="0"/>
              <a:t>-Modells.</a:t>
            </a:r>
          </a:p>
          <a:p>
            <a:endParaRPr lang="de-DE" b="1" dirty="0"/>
          </a:p>
          <a:p>
            <a:r>
              <a:rPr lang="de-DE" b="1" dirty="0"/>
              <a:t>Übergang</a:t>
            </a:r>
          </a:p>
          <a:p>
            <a:r>
              <a:rPr lang="de-DE" dirty="0"/>
              <a:t>Die einfachste Mapping-Operation ist die direkte Verbindung zweier Felder. Häufig benötigen wir aber zusätzliche Funktionen.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24</a:t>
            </a:fld>
            <a:endParaRPr lang="de-DE" dirty="0"/>
          </a:p>
        </p:txBody>
      </p:sp>
    </p:spTree>
    <p:extLst>
      <p:ext uri="{BB962C8B-B14F-4D97-AF65-F5344CB8AC3E}">
        <p14:creationId xmlns:p14="http://schemas.microsoft.com/office/powerpoint/2010/main" val="5582672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 einer direkten Zuordnung wird der Quellwert unverändert in das Zielfeld übernommen. Das gilt in unserem Beispiel für die externe Auftragsnummer, den Kundennamen und den Bruttobetrag.</a:t>
            </a:r>
          </a:p>
          <a:p>
            <a:endParaRPr lang="de-DE" dirty="0"/>
          </a:p>
          <a:p>
            <a:r>
              <a:rPr lang="de-DE" dirty="0"/>
              <a:t>Mappings können aber deutlich mehr. Wir können Konstanten ergänzen, Zeichenketten verbinden, Berechnungen durchführen oder Zielwerte abhängig von Bedingungen erzeugen.</a:t>
            </a:r>
          </a:p>
          <a:p>
            <a:endParaRPr lang="de-DE" dirty="0"/>
          </a:p>
          <a:p>
            <a:r>
              <a:rPr lang="de-DE" dirty="0"/>
              <a:t>Auch die hierarchische Zielstruktur muss aufgebaut werden. Aus dem Quellobjekt </a:t>
            </a:r>
            <a:r>
              <a:rPr lang="de-DE" sz="1200" kern="1200" dirty="0" err="1">
                <a:solidFill>
                  <a:schemeClr val="tx1"/>
                </a:solidFill>
                <a:latin typeface="+mn-lt"/>
                <a:ea typeface="+mn-ea"/>
                <a:cs typeface="+mn-cs"/>
              </a:rPr>
              <a:t>order</a:t>
            </a:r>
            <a:r>
              <a:rPr lang="de-DE" dirty="0"/>
              <a:t> erzeugen wir deshalb ein </a:t>
            </a:r>
            <a:r>
              <a:rPr lang="de-DE" sz="1200" kern="1200" dirty="0" err="1">
                <a:solidFill>
                  <a:schemeClr val="tx1"/>
                </a:solidFill>
                <a:latin typeface="+mn-lt"/>
                <a:ea typeface="+mn-ea"/>
                <a:cs typeface="+mn-cs"/>
              </a:rPr>
              <a:t>SalesOrderType</a:t>
            </a:r>
            <a:r>
              <a:rPr lang="de-DE" dirty="0"/>
              <a:t>-Element unterhalb des Wurzelelements </a:t>
            </a:r>
            <a:r>
              <a:rPr lang="de-DE" sz="1200" kern="1200" dirty="0" err="1">
                <a:solidFill>
                  <a:schemeClr val="tx1"/>
                </a:solidFill>
                <a:latin typeface="+mn-lt"/>
                <a:ea typeface="+mn-ea"/>
                <a:cs typeface="+mn-cs"/>
              </a:rPr>
              <a:t>SalesOrder</a:t>
            </a:r>
            <a:r>
              <a:rPr lang="de-DE" dirty="0"/>
              <a:t>.</a:t>
            </a:r>
          </a:p>
          <a:p>
            <a:endParaRPr lang="de-DE" dirty="0"/>
          </a:p>
          <a:p>
            <a:r>
              <a:rPr lang="de-DE" dirty="0"/>
              <a:t>Das Auftragsdatum bilden wir in unserem Beispiel bewusst nicht ab. Es wird im RAP-Business-</a:t>
            </a:r>
            <a:r>
              <a:rPr lang="de-DE" dirty="0" err="1"/>
              <a:t>Object</a:t>
            </a:r>
            <a:r>
              <a:rPr lang="de-DE" dirty="0"/>
              <a:t> durch eine Determination ermittelt. Damit bleibt die Verantwortung für das interne Anlagedatum im Zielsystem.</a:t>
            </a:r>
          </a:p>
          <a:p>
            <a:endParaRPr lang="de-DE" dirty="0"/>
          </a:p>
          <a:p>
            <a:r>
              <a:rPr lang="de-DE" dirty="0"/>
              <a:t>Das ist eine Architekturentscheidung: Nicht jeder Wert, den das Zielsystem benötigt, muss von der Integrationsschicht geliefert werden.“</a:t>
            </a:r>
          </a:p>
          <a:p>
            <a:endParaRPr lang="de-DE" b="1" dirty="0"/>
          </a:p>
          <a:p>
            <a:r>
              <a:rPr lang="de-DE" b="1" dirty="0"/>
              <a:t>Mündliche Vertiefung</a:t>
            </a:r>
          </a:p>
          <a:p>
            <a:r>
              <a:rPr lang="de-DE" dirty="0"/>
              <a:t>Bei einem anderen Szenario könnte der Sender ein fachlich relevantes Bestelldatum liefern. Dann würden wir dieses Datum natürlich abbilden. Unser </a:t>
            </a:r>
            <a:r>
              <a:rPr lang="de-DE" sz="1200" kern="1200" dirty="0" err="1">
                <a:solidFill>
                  <a:schemeClr val="tx1"/>
                </a:solidFill>
                <a:latin typeface="+mn-lt"/>
                <a:ea typeface="+mn-ea"/>
                <a:cs typeface="+mn-cs"/>
              </a:rPr>
              <a:t>OrderDate</a:t>
            </a:r>
            <a:r>
              <a:rPr lang="de-DE" dirty="0"/>
              <a:t> beschreibt jedoch den Zeitpunkt der Anlage im ABAP-System.</a:t>
            </a:r>
          </a:p>
          <a:p>
            <a:endParaRPr lang="de-DE" b="1" dirty="0"/>
          </a:p>
          <a:p>
            <a:r>
              <a:rPr lang="de-DE" b="1" dirty="0"/>
              <a:t>Didaktischer Hinweis</a:t>
            </a:r>
          </a:p>
          <a:p>
            <a:r>
              <a:rPr lang="de-DE" dirty="0"/>
              <a:t>Die Zeile zum </a:t>
            </a:r>
            <a:r>
              <a:rPr lang="de-DE" sz="1200" kern="1200" dirty="0" err="1">
                <a:solidFill>
                  <a:schemeClr val="tx1"/>
                </a:solidFill>
                <a:latin typeface="+mn-lt"/>
                <a:ea typeface="+mn-ea"/>
                <a:cs typeface="+mn-cs"/>
              </a:rPr>
              <a:t>OrderDate</a:t>
            </a:r>
            <a:r>
              <a:rPr lang="de-DE" dirty="0"/>
              <a:t> sollte nicht als weitere Tabellenzeile erscheinen, weil bewusst keine Zuordnung stattfindet. Der separate Hinweis macht diese Entscheidung sichtbarer.</a:t>
            </a:r>
          </a:p>
          <a:p>
            <a:endParaRPr lang="de-DE" b="1" dirty="0"/>
          </a:p>
          <a:p>
            <a:r>
              <a:rPr lang="de-DE" b="1" dirty="0"/>
              <a:t>Übergang</a:t>
            </a:r>
          </a:p>
          <a:p>
            <a:r>
              <a:rPr lang="de-DE" dirty="0"/>
              <a:t>Eine direkte Feldzuordnung reicht aus, wenn beide Systeme denselben Wert verwenden. Unterschiedliche Codewerte behandeln wir besser mit einem Value Mapping.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25</a:t>
            </a:fld>
            <a:endParaRPr lang="de-DE" dirty="0"/>
          </a:p>
        </p:txBody>
      </p:sp>
    </p:spTree>
    <p:extLst>
      <p:ext uri="{BB962C8B-B14F-4D97-AF65-F5344CB8AC3E}">
        <p14:creationId xmlns:p14="http://schemas.microsoft.com/office/powerpoint/2010/main" val="248156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Zwei Systeme können denselben fachlichen Begriff mit unterschiedlichen Codes darstellen. Ein Webshop könnte beispielsweise </a:t>
            </a:r>
            <a:r>
              <a:rPr lang="de-DE" sz="1200" kern="1200" dirty="0">
                <a:solidFill>
                  <a:schemeClr val="tx1"/>
                </a:solidFill>
                <a:latin typeface="+mn-lt"/>
                <a:ea typeface="+mn-ea"/>
                <a:cs typeface="+mn-cs"/>
              </a:rPr>
              <a:t>EURO</a:t>
            </a:r>
            <a:r>
              <a:rPr lang="de-DE" dirty="0"/>
              <a:t> senden, während das ABAP-System den ISO-Code </a:t>
            </a:r>
            <a:r>
              <a:rPr lang="de-DE" sz="1200" kern="1200" dirty="0">
                <a:solidFill>
                  <a:schemeClr val="tx1"/>
                </a:solidFill>
                <a:latin typeface="+mn-lt"/>
                <a:ea typeface="+mn-ea"/>
                <a:cs typeface="+mn-cs"/>
              </a:rPr>
              <a:t>EUR</a:t>
            </a:r>
            <a:r>
              <a:rPr lang="de-DE" dirty="0"/>
              <a:t> erwartet.</a:t>
            </a:r>
          </a:p>
          <a:p>
            <a:endParaRPr lang="de-DE" dirty="0"/>
          </a:p>
          <a:p>
            <a:r>
              <a:rPr lang="de-DE" dirty="0"/>
              <a:t>Solche Übersetzungen können wir grundsätzlich direkt im Message Mapping mit Bedingungen implementieren. Bei vielen Werten oder mehreren Integration Flows wird das jedoch schnell unübersichtlich.</a:t>
            </a:r>
          </a:p>
          <a:p>
            <a:endParaRPr lang="de-DE" dirty="0"/>
          </a:p>
          <a:p>
            <a:r>
              <a:rPr lang="de-DE" dirty="0"/>
              <a:t>Ein Value Mapping verwaltet diese Zuordnungen separat. Es beschreibt, welcher Wert eines Quellsystems welchem Wert eines Zielsystems entspricht.</a:t>
            </a:r>
          </a:p>
          <a:p>
            <a:endParaRPr lang="de-DE" dirty="0"/>
          </a:p>
          <a:p>
            <a:r>
              <a:rPr lang="de-DE" dirty="0"/>
              <a:t>Das Message Mapping kann diese zentrale Zuordnung zur Laufzeit aufrufen. Wenn sich ein Code ändert oder ein weiterer Wert hinzukommt, muss nicht jedes einzelne Message Mapping angepasst werden.“</a:t>
            </a:r>
          </a:p>
          <a:p>
            <a:endParaRPr lang="de-DE" b="1" dirty="0"/>
          </a:p>
          <a:p>
            <a:r>
              <a:rPr lang="de-DE" b="1" dirty="0"/>
              <a:t>Fachliche Präzisierung</a:t>
            </a:r>
          </a:p>
          <a:p>
            <a:r>
              <a:rPr lang="de-DE" dirty="0"/>
              <a:t>In einer produktiven Schnittstelle würde ich für Währungen möglichst bereits standardisierte ISO-Codes verlangen. Das Währungsbeispiel ist deshalb vor allem didaktisch einfach. Typischere produktive Beispiele wären Kundenklassifikationen, Produktgruppen, Organisationscodes oder länderspezifische Statuswerte.“</a:t>
            </a:r>
          </a:p>
          <a:p>
            <a:endParaRPr lang="de-DE" b="1" dirty="0"/>
          </a:p>
          <a:p>
            <a:r>
              <a:rPr lang="de-DE" b="1" dirty="0"/>
              <a:t>Übergang</a:t>
            </a:r>
          </a:p>
          <a:p>
            <a:r>
              <a:rPr lang="de-DE" dirty="0"/>
              <a:t>Message Mapping und Value Mapping sind zwei wichtige Werkzeuge. Daneben stehen weitere Transformationstechniken zur Verfügung.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26</a:t>
            </a:fld>
            <a:endParaRPr lang="de-DE" dirty="0"/>
          </a:p>
        </p:txBody>
      </p:sp>
    </p:spTree>
    <p:extLst>
      <p:ext uri="{BB962C8B-B14F-4D97-AF65-F5344CB8AC3E}">
        <p14:creationId xmlns:p14="http://schemas.microsoft.com/office/powerpoint/2010/main" val="35023249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Cloud Integration bietet mehrere Möglichkeiten zur Transformation. Wir sollten jeweils die einfachste Technik verwenden, die unsere Anforderungen zuverlässig erfüllt.</a:t>
            </a:r>
          </a:p>
          <a:p>
            <a:endParaRPr lang="de-DE" dirty="0"/>
          </a:p>
          <a:p>
            <a:r>
              <a:rPr lang="de-DE" dirty="0"/>
              <a:t>Das grafische Message Mapping eignet sich für schemaorientierte Transformationen. Seine Zuordnungen sind im Editor sichtbar und können auch von Personen nachvollzogen werden, die den Integration Flow nicht selbst entwickelt haben.</a:t>
            </a:r>
          </a:p>
          <a:p>
            <a:endParaRPr lang="de-DE" dirty="0"/>
          </a:p>
          <a:p>
            <a:r>
              <a:rPr lang="de-DE" dirty="0"/>
              <a:t>Value Mapping verwenden wir für zentral verwaltete Codeübersetzungen.</a:t>
            </a:r>
          </a:p>
          <a:p>
            <a:endParaRPr lang="de-DE" dirty="0"/>
          </a:p>
          <a:p>
            <a:r>
              <a:rPr lang="de-DE" dirty="0"/>
              <a:t>XSLT ist besonders leistungsfähig, wenn sowohl die Quell- als auch die Zielnachricht XML sind und komplexe XML-Strukturen verarbeitet werden müssen. Dafür sind entsprechende XSLT-Kenntnisse erforderlich.</a:t>
            </a:r>
          </a:p>
          <a:p>
            <a:endParaRPr lang="de-DE" dirty="0"/>
          </a:p>
          <a:p>
            <a:r>
              <a:rPr lang="de-DE" dirty="0"/>
              <a:t>Mit Groovy können wir nahezu beliebige Logik implementieren. Diese Flexibilität hat jedoch einen Preis: Der Code muss entwickelt, getestet, dokumentiert und langfristig gewartet werden. Außerdem ist die Verarbeitung im grafischen Modell nicht mehr unmittelbar erkennbar.</a:t>
            </a:r>
          </a:p>
          <a:p>
            <a:endParaRPr lang="de-DE" dirty="0"/>
          </a:p>
          <a:p>
            <a:r>
              <a:rPr lang="de-DE" dirty="0"/>
              <a:t>Deshalb lautet die Empfehlung: zunächst Standardbausteine und Message Mapping prüfen, ein </a:t>
            </a:r>
            <a:r>
              <a:rPr lang="de-DE" dirty="0" err="1"/>
              <a:t>Script</a:t>
            </a:r>
            <a:r>
              <a:rPr lang="de-DE" dirty="0"/>
              <a:t> nur für Anforderungen einsetzen, die damit nicht sinnvoll abgebildet werden können.</a:t>
            </a:r>
          </a:p>
          <a:p>
            <a:endParaRPr lang="de-DE" b="1" dirty="0"/>
          </a:p>
          <a:p>
            <a:r>
              <a:rPr lang="de-DE" b="1" dirty="0"/>
              <a:t>Übergang</a:t>
            </a:r>
          </a:p>
          <a:p>
            <a:r>
              <a:rPr lang="de-DE" dirty="0"/>
              <a:t>Wir verwenden für unser strukturelles Problem das grafische Message Mapping und bauen damit die funktionierende Demo zu einer sauber entkoppelten Schnittstelle aus.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27</a:t>
            </a:fld>
            <a:endParaRPr lang="de-DE" dirty="0"/>
          </a:p>
        </p:txBody>
      </p:sp>
    </p:spTree>
    <p:extLst>
      <p:ext uri="{BB962C8B-B14F-4D97-AF65-F5344CB8AC3E}">
        <p14:creationId xmlns:p14="http://schemas.microsoft.com/office/powerpoint/2010/main" val="4521894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228600" indent="-228600">
              <a:buFont typeface="+mj-lt"/>
              <a:buAutoNum type="arabicPeriod"/>
            </a:pPr>
            <a:r>
              <a:rPr lang="de-DE" dirty="0"/>
              <a:t>fachliches Quell-XSD anlegen </a:t>
            </a:r>
          </a:p>
          <a:p>
            <a:pPr marL="228600" indent="-228600">
              <a:buFont typeface="+mj-lt"/>
              <a:buAutoNum type="arabicPeriod"/>
            </a:pPr>
            <a:r>
              <a:rPr lang="de-DE" dirty="0"/>
              <a:t>Message Mapping erstellen </a:t>
            </a:r>
          </a:p>
          <a:p>
            <a:pPr marL="228600" indent="-228600">
              <a:buFont typeface="+mj-lt"/>
              <a:buAutoNum type="arabicPeriod"/>
            </a:pPr>
            <a:r>
              <a:rPr lang="de-DE" dirty="0"/>
              <a:t>Quell- und Zielfelder verbinden </a:t>
            </a:r>
          </a:p>
          <a:p>
            <a:pPr marL="228600" indent="-228600">
              <a:buFont typeface="+mj-lt"/>
              <a:buAutoNum type="arabicPeriod"/>
            </a:pPr>
            <a:r>
              <a:rPr lang="de-DE" dirty="0"/>
              <a:t>Integration Flow anpassen </a:t>
            </a:r>
          </a:p>
          <a:p>
            <a:pPr marL="228600" indent="-228600">
              <a:buFont typeface="+mj-lt"/>
              <a:buAutoNum type="arabicPeriod"/>
            </a:pPr>
            <a:r>
              <a:rPr lang="de-DE" dirty="0"/>
              <a:t>fachliches JSON mit Postman senden </a:t>
            </a:r>
          </a:p>
          <a:p>
            <a:pPr marL="228600" indent="-228600">
              <a:buFont typeface="+mj-lt"/>
              <a:buAutoNum type="arabicPeriod"/>
            </a:pPr>
            <a:r>
              <a:rPr lang="de-DE" dirty="0"/>
              <a:t>Zwischenergebnisse im Trace vergleichen</a:t>
            </a:r>
          </a:p>
          <a:p>
            <a:pPr marL="228600" indent="-228600">
              <a:buFont typeface="+mj-lt"/>
              <a:buAutoNum type="arabicPeriod"/>
            </a:pPr>
            <a:endParaRPr lang="de-DE" dirty="0"/>
          </a:p>
          <a:p>
            <a:r>
              <a:rPr lang="de-DE" dirty="0"/>
              <a:t>In der letzten Demo musste Postman noch ein JSON senden, das bereits die Struktur des </a:t>
            </a:r>
            <a:r>
              <a:rPr lang="de-DE" dirty="0" err="1"/>
              <a:t>OData</a:t>
            </a:r>
            <a:r>
              <a:rPr lang="de-DE" dirty="0"/>
              <a:t>-Zielmodells nachbildete.</a:t>
            </a:r>
          </a:p>
          <a:p>
            <a:r>
              <a:rPr lang="de-DE" dirty="0"/>
              <a:t>Jetzt führen wir ein eigenes fachliches Webshop-Modell ein. Der Webshop sendet nur noch eine Bestellung mit einer ID, einem Kunden und einem Gesamtbetrag.</a:t>
            </a:r>
          </a:p>
          <a:p>
            <a:r>
              <a:rPr lang="de-DE" dirty="0"/>
              <a:t>Der Integration Flow konvertiert diese JSON-Nachricht zunächst in XML. Das Message Mapping bildet anschließend das Webshop-Modell auf das vom </a:t>
            </a:r>
            <a:r>
              <a:rPr lang="de-DE" dirty="0" err="1"/>
              <a:t>OData</a:t>
            </a:r>
            <a:r>
              <a:rPr lang="de-DE" dirty="0"/>
              <a:t>-Adapter erwartete Sales-Order-Modell ab.</a:t>
            </a:r>
          </a:p>
          <a:p>
            <a:pPr marL="228600" indent="-228600">
              <a:buFont typeface="+mj-lt"/>
              <a:buAutoNum type="arabicPeriod"/>
            </a:pPr>
            <a:endParaRPr lang="de-DE" dirty="0"/>
          </a:p>
          <a:p>
            <a:r>
              <a:rPr lang="de-DE" b="1" dirty="0"/>
              <a:t>Schritt 1: Quell-XSD anlegen</a:t>
            </a:r>
          </a:p>
          <a:p>
            <a:r>
              <a:rPr lang="de-DE" dirty="0"/>
              <a:t>Vereinfachtes Quellschema:</a:t>
            </a:r>
          </a:p>
          <a:p>
            <a:pPr rtl="0"/>
            <a:r>
              <a:rPr lang="de-DE" sz="1200" kern="1200" dirty="0">
                <a:solidFill>
                  <a:schemeClr val="tx1"/>
                </a:solidFill>
                <a:latin typeface="+mn-lt"/>
                <a:ea typeface="+mn-ea"/>
                <a:cs typeface="+mn-cs"/>
              </a:rPr>
              <a:t>&lt;?</a:t>
            </a:r>
            <a:r>
              <a:rPr lang="de-DE" sz="1200" kern="1200" dirty="0" err="1">
                <a:solidFill>
                  <a:schemeClr val="tx1"/>
                </a:solidFill>
                <a:latin typeface="+mn-lt"/>
                <a:ea typeface="+mn-ea"/>
                <a:cs typeface="+mn-cs"/>
              </a:rPr>
              <a:t>xml</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version</a:t>
            </a:r>
            <a:r>
              <a:rPr lang="de-DE" sz="1200" kern="1200" dirty="0">
                <a:solidFill>
                  <a:schemeClr val="tx1"/>
                </a:solidFill>
                <a:latin typeface="+mn-lt"/>
                <a:ea typeface="+mn-ea"/>
                <a:cs typeface="+mn-cs"/>
              </a:rPr>
              <a:t>="1.0" </a:t>
            </a:r>
            <a:r>
              <a:rPr lang="de-DE" sz="1200" kern="1200" dirty="0" err="1">
                <a:solidFill>
                  <a:schemeClr val="tx1"/>
                </a:solidFill>
                <a:latin typeface="+mn-lt"/>
                <a:ea typeface="+mn-ea"/>
                <a:cs typeface="+mn-cs"/>
              </a:rPr>
              <a:t>encoding</a:t>
            </a:r>
            <a:r>
              <a:rPr lang="de-DE" sz="1200" kern="1200" dirty="0">
                <a:solidFill>
                  <a:schemeClr val="tx1"/>
                </a:solidFill>
                <a:latin typeface="+mn-lt"/>
                <a:ea typeface="+mn-ea"/>
                <a:cs typeface="+mn-cs"/>
              </a:rPr>
              <a:t>="UTF-8"?&gt;</a:t>
            </a:r>
          </a:p>
          <a:p>
            <a:pPr rtl="0"/>
            <a:r>
              <a:rPr lang="de-DE" sz="1200" kern="1200" dirty="0">
                <a:solidFill>
                  <a:schemeClr val="tx1"/>
                </a:solidFill>
                <a:latin typeface="+mn-lt"/>
                <a:ea typeface="+mn-ea"/>
                <a:cs typeface="+mn-cs"/>
              </a:rPr>
              <a:t>&lt;</a:t>
            </a:r>
            <a:r>
              <a:rPr lang="de-DE" sz="1200" kern="1200" dirty="0" err="1">
                <a:solidFill>
                  <a:schemeClr val="tx1"/>
                </a:solidFill>
                <a:latin typeface="+mn-lt"/>
                <a:ea typeface="+mn-ea"/>
                <a:cs typeface="+mn-cs"/>
              </a:rPr>
              <a:t>xs:schema</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xmlns:xs</a:t>
            </a:r>
            <a:r>
              <a:rPr lang="de-DE" sz="1200" kern="1200" dirty="0">
                <a:solidFill>
                  <a:schemeClr val="tx1"/>
                </a:solidFill>
                <a:latin typeface="+mn-lt"/>
                <a:ea typeface="+mn-ea"/>
                <a:cs typeface="+mn-cs"/>
              </a:rPr>
              <a:t>="http://www.w3.org/2001/XMLSchema"</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elementFormDefault</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qualified</a:t>
            </a:r>
            <a:r>
              <a:rPr lang="de-DE" sz="1200" kern="1200" dirty="0">
                <a:solidFill>
                  <a:schemeClr val="tx1"/>
                </a:solidFill>
                <a:latin typeface="+mn-lt"/>
                <a:ea typeface="+mn-ea"/>
                <a:cs typeface="+mn-cs"/>
              </a:rPr>
              <a:t>"&gt;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xs:element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order</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xs:complexType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xs:sequence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xs:element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type="</a:t>
            </a:r>
            <a:r>
              <a:rPr lang="de-DE" sz="1200" kern="1200" dirty="0" err="1">
                <a:solidFill>
                  <a:schemeClr val="tx1"/>
                </a:solidFill>
                <a:latin typeface="+mn-lt"/>
                <a:ea typeface="+mn-ea"/>
                <a:cs typeface="+mn-cs"/>
              </a:rPr>
              <a:t>xs:string</a:t>
            </a:r>
            <a:r>
              <a:rPr lang="de-DE" sz="1200" kern="1200" dirty="0">
                <a:solidFill>
                  <a:schemeClr val="tx1"/>
                </a:solidFill>
                <a:latin typeface="+mn-lt"/>
                <a:ea typeface="+mn-ea"/>
                <a:cs typeface="+mn-cs"/>
              </a:rPr>
              <a:t>"/&gt;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xs:element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customer</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xs:complexType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xs:sequence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xs:element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 type="</a:t>
            </a:r>
            <a:r>
              <a:rPr lang="de-DE" sz="1200" kern="1200" dirty="0" err="1">
                <a:solidFill>
                  <a:schemeClr val="tx1"/>
                </a:solidFill>
                <a:latin typeface="+mn-lt"/>
                <a:ea typeface="+mn-ea"/>
                <a:cs typeface="+mn-cs"/>
              </a:rPr>
              <a:t>xs:string</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xs:sequence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xs:complexType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xs:element</a:t>
            </a:r>
            <a:r>
              <a:rPr lang="de-DE" sz="1200" kern="1200" dirty="0">
                <a:solidFill>
                  <a:schemeClr val="tx1"/>
                </a:solidFill>
                <a:latin typeface="+mn-lt"/>
                <a:ea typeface="+mn-ea"/>
                <a:cs typeface="+mn-cs"/>
              </a:rPr>
              <a:t>&gt;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xs:element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="total"&gt;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xs:complexType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xs:sequence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xs:element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amount</a:t>
            </a:r>
            <a:r>
              <a:rPr lang="de-DE" sz="1200" kern="1200" dirty="0">
                <a:solidFill>
                  <a:schemeClr val="tx1"/>
                </a:solidFill>
                <a:latin typeface="+mn-lt"/>
                <a:ea typeface="+mn-ea"/>
                <a:cs typeface="+mn-cs"/>
              </a:rPr>
              <a:t>" type="</a:t>
            </a:r>
            <a:r>
              <a:rPr lang="de-DE" sz="1200" kern="1200" dirty="0" err="1">
                <a:solidFill>
                  <a:schemeClr val="tx1"/>
                </a:solidFill>
                <a:latin typeface="+mn-lt"/>
                <a:ea typeface="+mn-ea"/>
                <a:cs typeface="+mn-cs"/>
              </a:rPr>
              <a:t>xs:decimal</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xs:element</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currency</a:t>
            </a:r>
            <a:r>
              <a:rPr lang="de-DE" sz="1200" kern="1200" dirty="0">
                <a:solidFill>
                  <a:schemeClr val="tx1"/>
                </a:solidFill>
                <a:latin typeface="+mn-lt"/>
                <a:ea typeface="+mn-ea"/>
                <a:cs typeface="+mn-cs"/>
              </a:rPr>
              <a:t>" type="</a:t>
            </a:r>
            <a:r>
              <a:rPr lang="de-DE" sz="1200" kern="1200" dirty="0" err="1">
                <a:solidFill>
                  <a:schemeClr val="tx1"/>
                </a:solidFill>
                <a:latin typeface="+mn-lt"/>
                <a:ea typeface="+mn-ea"/>
                <a:cs typeface="+mn-cs"/>
              </a:rPr>
              <a:t>xs:string</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xs:sequence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xs:complexType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xs:element</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xs:sequence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xs:complexType</a:t>
            </a:r>
            <a:r>
              <a:rPr lang="de-DE" sz="1200" kern="1200" dirty="0">
                <a:solidFill>
                  <a:schemeClr val="tx1"/>
                </a:solidFill>
                <a:latin typeface="+mn-lt"/>
                <a:ea typeface="+mn-ea"/>
                <a:cs typeface="+mn-cs"/>
              </a:rPr>
              <a:t>&gt;</a:t>
            </a:r>
          </a:p>
          <a:p>
            <a:pPr rtl="0"/>
            <a:r>
              <a:rPr lang="de-DE" sz="1200" kern="1200" dirty="0">
                <a:solidFill>
                  <a:schemeClr val="tx1"/>
                </a:solidFill>
                <a:latin typeface="+mn-lt"/>
                <a:ea typeface="+mn-ea"/>
                <a:cs typeface="+mn-cs"/>
              </a:rPr>
              <a:t>  &lt;/</a:t>
            </a:r>
            <a:r>
              <a:rPr lang="de-DE" sz="1200" kern="1200" dirty="0" err="1">
                <a:solidFill>
                  <a:schemeClr val="tx1"/>
                </a:solidFill>
                <a:latin typeface="+mn-lt"/>
                <a:ea typeface="+mn-ea"/>
                <a:cs typeface="+mn-cs"/>
              </a:rPr>
              <a:t>xs:element</a:t>
            </a:r>
            <a:r>
              <a:rPr lang="de-DE" sz="1200" kern="1200" dirty="0">
                <a:solidFill>
                  <a:schemeClr val="tx1"/>
                </a:solidFill>
                <a:latin typeface="+mn-lt"/>
                <a:ea typeface="+mn-ea"/>
                <a:cs typeface="+mn-cs"/>
              </a:rPr>
              <a:t>&gt;</a:t>
            </a:r>
          </a:p>
          <a:p>
            <a:pPr rtl="0"/>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&lt;/</a:t>
            </a:r>
            <a:r>
              <a:rPr lang="de-DE" sz="1200" kern="1200" dirty="0" err="1">
                <a:solidFill>
                  <a:schemeClr val="tx1"/>
                </a:solidFill>
                <a:latin typeface="+mn-lt"/>
                <a:ea typeface="+mn-ea"/>
                <a:cs typeface="+mn-cs"/>
              </a:rPr>
              <a:t>xs:schema</a:t>
            </a:r>
            <a:r>
              <a:rPr lang="de-DE" sz="1200" kern="1200" dirty="0">
                <a:solidFill>
                  <a:schemeClr val="tx1"/>
                </a:solidFill>
                <a:latin typeface="+mn-lt"/>
                <a:ea typeface="+mn-ea"/>
                <a:cs typeface="+mn-cs"/>
              </a:rPr>
              <a:t>&gt;</a:t>
            </a:r>
          </a:p>
          <a:p>
            <a:endParaRPr lang="de-DE" b="1" dirty="0"/>
          </a:p>
          <a:p>
            <a:r>
              <a:rPr lang="de-DE" dirty="0"/>
              <a:t>Zunächst beschreiben wir das fachliche Quellmodell als XSD. Das Schema enthält dieselben Elemente wie unsere JSON-Testnachricht.</a:t>
            </a:r>
          </a:p>
          <a:p>
            <a:r>
              <a:rPr lang="de-DE" dirty="0"/>
              <a:t>Das XSD erfüllt zwei Aufgaben: Der JSON-</a:t>
            </a:r>
            <a:r>
              <a:rPr lang="de-DE" dirty="0" err="1"/>
              <a:t>to</a:t>
            </a:r>
            <a:r>
              <a:rPr lang="de-DE" dirty="0"/>
              <a:t>-XML Converter verwendet es für die Konvertierung und das Message Mapping verwendet es als Quellstruktur.</a:t>
            </a:r>
          </a:p>
          <a:p>
            <a:br>
              <a:rPr lang="de-DE" dirty="0"/>
            </a:br>
            <a:endParaRPr lang="de-DE" dirty="0"/>
          </a:p>
          <a:p>
            <a:r>
              <a:rPr lang="de-DE" b="1" dirty="0"/>
              <a:t>Schritt 2: Message Mapping anlegen</a:t>
            </a:r>
          </a:p>
          <a:p>
            <a:r>
              <a:rPr lang="de-DE" dirty="0"/>
              <a:t>im Integration Package ein neues </a:t>
            </a:r>
            <a:r>
              <a:rPr lang="de-DE" b="1" dirty="0"/>
              <a:t>Message Mapping</a:t>
            </a:r>
            <a:r>
              <a:rPr lang="de-DE" dirty="0"/>
              <a:t> anlegen </a:t>
            </a:r>
          </a:p>
          <a:p>
            <a:r>
              <a:rPr lang="de-DE" dirty="0"/>
              <a:t>Quell-XSD </a:t>
            </a:r>
            <a:r>
              <a:rPr lang="de-DE" sz="1200" kern="1200" dirty="0">
                <a:solidFill>
                  <a:schemeClr val="tx1"/>
                </a:solidFill>
                <a:latin typeface="+mn-lt"/>
                <a:ea typeface="+mn-ea"/>
                <a:cs typeface="+mn-cs"/>
              </a:rPr>
              <a:t>WebshopOrder.xsd</a:t>
            </a:r>
            <a:r>
              <a:rPr lang="de-DE" dirty="0"/>
              <a:t> auswählen </a:t>
            </a:r>
          </a:p>
          <a:p>
            <a:r>
              <a:rPr lang="de-DE" dirty="0"/>
              <a:t>Ziel-XSD des </a:t>
            </a:r>
            <a:r>
              <a:rPr lang="de-DE" dirty="0" err="1"/>
              <a:t>OData</a:t>
            </a:r>
            <a:r>
              <a:rPr lang="de-DE" dirty="0"/>
              <a:t>-Services auswählen </a:t>
            </a:r>
          </a:p>
          <a:p>
            <a:r>
              <a:rPr lang="de-DE" dirty="0"/>
              <a:t>Mapping-Editor öffnen </a:t>
            </a:r>
          </a:p>
          <a:p>
            <a:endParaRPr lang="de-DE" b="1" dirty="0"/>
          </a:p>
          <a:p>
            <a:r>
              <a:rPr lang="de-DE" dirty="0"/>
              <a:t>Das Message Mapping ist ein eigenes Artefakt innerhalb des Integration Package. Es kann dadurch unabhängig vom Integration Flow bearbeitet und bei Bedarf wiederverwendet werden.</a:t>
            </a:r>
          </a:p>
          <a:p>
            <a:r>
              <a:rPr lang="de-DE" dirty="0"/>
              <a:t>Links sehen wir anschließend die Webshop-Struktur, rechts die vom </a:t>
            </a:r>
            <a:r>
              <a:rPr lang="de-DE" dirty="0" err="1"/>
              <a:t>OData</a:t>
            </a:r>
            <a:r>
              <a:rPr lang="de-DE" dirty="0"/>
              <a:t>-Service erwartete Sales-Order-Struktur.</a:t>
            </a:r>
          </a:p>
          <a:p>
            <a:br>
              <a:rPr lang="de-DE" dirty="0"/>
            </a:br>
            <a:endParaRPr lang="de-DE" dirty="0"/>
          </a:p>
          <a:p>
            <a:r>
              <a:rPr lang="de-DE" b="1" dirty="0"/>
              <a:t>Schritt 3: Felder verbinden</a:t>
            </a:r>
          </a:p>
          <a:p>
            <a:r>
              <a:rPr lang="de-DE" dirty="0"/>
              <a:t>Folgende Zuordnungen anlegen:</a:t>
            </a:r>
          </a:p>
          <a:p>
            <a:pPr rtl="0"/>
            <a:r>
              <a:rPr lang="de-DE" sz="1200" kern="1200" dirty="0" err="1">
                <a:solidFill>
                  <a:schemeClr val="tx1"/>
                </a:solidFill>
                <a:latin typeface="+mn-lt"/>
                <a:ea typeface="+mn-ea"/>
                <a:cs typeface="+mn-cs"/>
              </a:rPr>
              <a:t>order</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SalesOrder</a:t>
            </a:r>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order</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SalesOrderType</a:t>
            </a:r>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ExternalOrderID</a:t>
            </a:r>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customer</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CustomerName</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total/</a:t>
            </a:r>
            <a:r>
              <a:rPr lang="de-DE" sz="1200" kern="1200" dirty="0" err="1">
                <a:solidFill>
                  <a:schemeClr val="tx1"/>
                </a:solidFill>
                <a:latin typeface="+mn-lt"/>
                <a:ea typeface="+mn-ea"/>
                <a:cs typeface="+mn-cs"/>
              </a:rPr>
              <a:t>amount</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GrossAmount</a:t>
            </a:r>
            <a:endParaRPr lang="de-DE" sz="1200" kern="1200" dirty="0">
              <a:solidFill>
                <a:schemeClr val="tx1"/>
              </a:solidFill>
              <a:latin typeface="+mn-lt"/>
              <a:ea typeface="+mn-ea"/>
              <a:cs typeface="+mn-cs"/>
            </a:endParaRPr>
          </a:p>
          <a:p>
            <a:pPr rtl="0"/>
            <a:r>
              <a:rPr lang="de-DE" sz="1200" kern="1200" dirty="0">
                <a:solidFill>
                  <a:schemeClr val="tx1"/>
                </a:solidFill>
                <a:latin typeface="+mn-lt"/>
                <a:ea typeface="+mn-ea"/>
                <a:cs typeface="+mn-cs"/>
              </a:rPr>
              <a:t>total/</a:t>
            </a:r>
            <a:r>
              <a:rPr lang="de-DE" sz="1200" kern="1200" dirty="0" err="1">
                <a:solidFill>
                  <a:schemeClr val="tx1"/>
                </a:solidFill>
                <a:latin typeface="+mn-lt"/>
                <a:ea typeface="+mn-ea"/>
                <a:cs typeface="+mn-cs"/>
              </a:rPr>
              <a:t>currency</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CurrencyCode</a:t>
            </a:r>
            <a:endParaRPr lang="de-DE" sz="1200" kern="1200" dirty="0">
              <a:solidFill>
                <a:schemeClr val="tx1"/>
              </a:solidFill>
              <a:latin typeface="+mn-lt"/>
              <a:ea typeface="+mn-ea"/>
              <a:cs typeface="+mn-cs"/>
            </a:endParaRPr>
          </a:p>
          <a:p>
            <a:endParaRPr lang="de-DE" b="1" dirty="0"/>
          </a:p>
          <a:p>
            <a:r>
              <a:rPr lang="de-DE" dirty="0"/>
              <a:t>Die fachlichen Felder werden direkt mit ihren technischen Zielfeldern verbunden.</a:t>
            </a:r>
          </a:p>
          <a:p>
            <a:endParaRPr lang="de-DE" dirty="0"/>
          </a:p>
          <a:p>
            <a:r>
              <a:rPr lang="de-DE" dirty="0"/>
              <a:t>Zusätzlich müssen die erforderlichen Strukturelemente des Zielmodells erzeugt werden. Das genaue Verhalten hängt von der Struktur des generierten Ziel-XSD und seinen Kardinalitäten ab.</a:t>
            </a:r>
          </a:p>
          <a:p>
            <a:r>
              <a:rPr lang="de-DE" dirty="0"/>
              <a:t>Nach der Zuordnung speichern wir das Message Mapping und prüfen, ob der Editor alle erforderlichen Zielstrukturen erzeugt.</a:t>
            </a:r>
          </a:p>
          <a:p>
            <a:br>
              <a:rPr lang="de-DE" dirty="0"/>
            </a:br>
            <a:endParaRPr lang="de-DE" dirty="0"/>
          </a:p>
          <a:p>
            <a:r>
              <a:rPr lang="de-DE" b="1" dirty="0"/>
              <a:t>Schritt 4: Integration Flow anpassen</a:t>
            </a:r>
          </a:p>
          <a:p>
            <a:r>
              <a:rPr lang="de-DE" dirty="0"/>
              <a:t>Bisher:</a:t>
            </a:r>
          </a:p>
          <a:p>
            <a:pPr rtl="0"/>
            <a:r>
              <a:rPr lang="de-DE" sz="1200" kern="1200" dirty="0">
                <a:solidFill>
                  <a:schemeClr val="tx1"/>
                </a:solidFill>
                <a:latin typeface="+mn-lt"/>
                <a:ea typeface="+mn-ea"/>
                <a:cs typeface="+mn-cs"/>
              </a:rPr>
              <a:t>HTTPS → JSON-</a:t>
            </a:r>
            <a:r>
              <a:rPr lang="de-DE" sz="1200" kern="1200" dirty="0" err="1">
                <a:solidFill>
                  <a:schemeClr val="tx1"/>
                </a:solidFill>
                <a:latin typeface="+mn-lt"/>
                <a:ea typeface="+mn-ea"/>
                <a:cs typeface="+mn-cs"/>
              </a:rPr>
              <a:t>to</a:t>
            </a:r>
            <a:r>
              <a:rPr lang="de-DE" sz="1200" kern="1200" dirty="0">
                <a:solidFill>
                  <a:schemeClr val="tx1"/>
                </a:solidFill>
                <a:latin typeface="+mn-lt"/>
                <a:ea typeface="+mn-ea"/>
                <a:cs typeface="+mn-cs"/>
              </a:rPr>
              <a:t>-XML Converter → </a:t>
            </a:r>
            <a:r>
              <a:rPr lang="de-DE" sz="1200" kern="1200" dirty="0" err="1">
                <a:solidFill>
                  <a:schemeClr val="tx1"/>
                </a:solidFill>
                <a:latin typeface="+mn-lt"/>
                <a:ea typeface="+mn-ea"/>
                <a:cs typeface="+mn-cs"/>
              </a:rPr>
              <a:t>OData</a:t>
            </a:r>
            <a:endParaRPr lang="de-DE" sz="1200" kern="1200" dirty="0">
              <a:solidFill>
                <a:schemeClr val="tx1"/>
              </a:solidFill>
              <a:latin typeface="+mn-lt"/>
              <a:ea typeface="+mn-ea"/>
              <a:cs typeface="+mn-cs"/>
            </a:endParaRPr>
          </a:p>
          <a:p>
            <a:r>
              <a:rPr lang="de-DE" dirty="0"/>
              <a:t>Neu:</a:t>
            </a:r>
          </a:p>
          <a:p>
            <a:pPr rtl="0"/>
            <a:r>
              <a:rPr lang="de-DE" sz="1200" kern="1200" dirty="0">
                <a:solidFill>
                  <a:schemeClr val="tx1"/>
                </a:solidFill>
                <a:latin typeface="+mn-lt"/>
                <a:ea typeface="+mn-ea"/>
                <a:cs typeface="+mn-cs"/>
              </a:rPr>
              <a:t>HTTPS → JSON-</a:t>
            </a:r>
            <a:r>
              <a:rPr lang="de-DE" sz="1200" kern="1200" dirty="0" err="1">
                <a:solidFill>
                  <a:schemeClr val="tx1"/>
                </a:solidFill>
                <a:latin typeface="+mn-lt"/>
                <a:ea typeface="+mn-ea"/>
                <a:cs typeface="+mn-cs"/>
              </a:rPr>
              <a:t>to</a:t>
            </a:r>
            <a:r>
              <a:rPr lang="de-DE" sz="1200" kern="1200" dirty="0">
                <a:solidFill>
                  <a:schemeClr val="tx1"/>
                </a:solidFill>
                <a:latin typeface="+mn-lt"/>
                <a:ea typeface="+mn-ea"/>
                <a:cs typeface="+mn-cs"/>
              </a:rPr>
              <a:t>-XML Converter → Message Mapping → </a:t>
            </a:r>
            <a:r>
              <a:rPr lang="de-DE" sz="1200" kern="1200" dirty="0" err="1">
                <a:solidFill>
                  <a:schemeClr val="tx1"/>
                </a:solidFill>
                <a:latin typeface="+mn-lt"/>
                <a:ea typeface="+mn-ea"/>
                <a:cs typeface="+mn-cs"/>
              </a:rPr>
              <a:t>OData</a:t>
            </a:r>
            <a:endParaRPr lang="de-DE" sz="1200" kern="1200" dirty="0">
              <a:solidFill>
                <a:schemeClr val="tx1"/>
              </a:solidFill>
              <a:latin typeface="+mn-lt"/>
              <a:ea typeface="+mn-ea"/>
              <a:cs typeface="+mn-cs"/>
            </a:endParaRPr>
          </a:p>
          <a:p>
            <a:r>
              <a:rPr lang="de-DE" dirty="0"/>
              <a:t>Konfiguration:</a:t>
            </a:r>
          </a:p>
          <a:p>
            <a:r>
              <a:rPr lang="de-DE" dirty="0"/>
              <a:t>Converter verwendet jetzt das Quell-XSD </a:t>
            </a:r>
          </a:p>
          <a:p>
            <a:r>
              <a:rPr lang="de-DE" dirty="0"/>
              <a:t>Message Mapping verwendet Quell- und Ziel-XSD </a:t>
            </a:r>
          </a:p>
          <a:p>
            <a:r>
              <a:rPr lang="de-DE" dirty="0" err="1"/>
              <a:t>OData</a:t>
            </a:r>
            <a:r>
              <a:rPr lang="de-DE" dirty="0"/>
              <a:t>-Receiver bleibt unverändert </a:t>
            </a:r>
          </a:p>
          <a:p>
            <a:endParaRPr lang="de-DE" b="1" dirty="0"/>
          </a:p>
          <a:p>
            <a:r>
              <a:rPr lang="de-DE" dirty="0"/>
              <a:t>Der vorhandene Converter bleibt erhalten, erhält aber eine andere Aufgabe. Er erzeugt jetzt XML entsprechend dem Webshop-Modell.</a:t>
            </a:r>
          </a:p>
          <a:p>
            <a:r>
              <a:rPr lang="de-DE" dirty="0"/>
              <a:t>Danach transformiert das Message Mapping dieses XML in das Sales-Order-Zielmodell. Der </a:t>
            </a:r>
            <a:r>
              <a:rPr lang="de-DE" dirty="0" err="1"/>
              <a:t>OData</a:t>
            </a:r>
            <a:r>
              <a:rPr lang="de-DE" dirty="0"/>
              <a:t>-Receiver-Adapter muss nicht geändert werden, weil er weiterhin dieselbe Zielnachricht erhält.</a:t>
            </a:r>
          </a:p>
          <a:p>
            <a:br>
              <a:rPr lang="de-DE" dirty="0"/>
            </a:br>
            <a:endParaRPr lang="de-DE" dirty="0"/>
          </a:p>
          <a:p>
            <a:r>
              <a:rPr lang="de-DE" b="1" dirty="0"/>
              <a:t>Schritt 5: Fachliches JSON senden</a:t>
            </a:r>
          </a:p>
          <a:p>
            <a:r>
              <a:rPr lang="de-DE" dirty="0"/>
              <a:t>Postman-Nachricht auf das vereinfachte Modell umstellen und senden.</a:t>
            </a:r>
          </a:p>
          <a:p>
            <a:endParaRPr lang="de-DE" b="1" dirty="0"/>
          </a:p>
          <a:p>
            <a:r>
              <a:rPr lang="de-DE" dirty="0"/>
              <a:t>Postman sendet jetzt nur noch das fachliche Webshop-Modell. Technische Bezeichnungen des </a:t>
            </a:r>
            <a:r>
              <a:rPr lang="de-DE" dirty="0" err="1"/>
              <a:t>OData</a:t>
            </a:r>
            <a:r>
              <a:rPr lang="de-DE" dirty="0"/>
              <a:t>-Services kommen in der Nachricht nicht mehr vor.</a:t>
            </a:r>
          </a:p>
          <a:p>
            <a:r>
              <a:rPr lang="de-DE" dirty="0"/>
              <a:t>Wenn der Aufruf erfolgreich ist, wurde die Entkopplung erreicht: Der Sender verwendet sein Modell, der Empfänger erhält sein Modell und der Integration Flow vermittelt zwischen beiden.</a:t>
            </a:r>
          </a:p>
          <a:p>
            <a:br>
              <a:rPr lang="de-DE" dirty="0"/>
            </a:br>
            <a:endParaRPr lang="de-DE" dirty="0"/>
          </a:p>
          <a:p>
            <a:r>
              <a:rPr lang="de-DE" b="1" dirty="0"/>
              <a:t>Schritt 6: Ergebnisse im Trace vergleichen</a:t>
            </a:r>
          </a:p>
          <a:p>
            <a:r>
              <a:rPr lang="de-DE" dirty="0"/>
              <a:t>Im Trace drei Zustände zeigen:</a:t>
            </a:r>
          </a:p>
          <a:p>
            <a:r>
              <a:rPr lang="de-DE" dirty="0"/>
              <a:t>Position</a:t>
            </a:r>
          </a:p>
          <a:p>
            <a:r>
              <a:rPr lang="de-DE" dirty="0"/>
              <a:t>Nachrichtenformat und Struktur</a:t>
            </a:r>
          </a:p>
          <a:p>
            <a:r>
              <a:rPr lang="de-DE" dirty="0"/>
              <a:t>vor dem </a:t>
            </a:r>
            <a:r>
              <a:rPr lang="de-DE" dirty="0" err="1"/>
              <a:t>ConverterJSON</a:t>
            </a:r>
            <a:r>
              <a:rPr lang="de-DE" dirty="0"/>
              <a:t> im Webshop-Modell</a:t>
            </a:r>
          </a:p>
          <a:p>
            <a:r>
              <a:rPr lang="de-DE" dirty="0"/>
              <a:t>nach dem </a:t>
            </a:r>
            <a:r>
              <a:rPr lang="de-DE" dirty="0" err="1"/>
              <a:t>ConverterXML</a:t>
            </a:r>
            <a:r>
              <a:rPr lang="de-DE" dirty="0"/>
              <a:t> im Webshop-Modell</a:t>
            </a:r>
          </a:p>
          <a:p>
            <a:r>
              <a:rPr lang="de-DE" dirty="0"/>
              <a:t>nach dem </a:t>
            </a:r>
            <a:r>
              <a:rPr lang="de-DE" dirty="0" err="1"/>
              <a:t>MappingXML</a:t>
            </a:r>
            <a:r>
              <a:rPr lang="de-DE" dirty="0"/>
              <a:t> im </a:t>
            </a:r>
            <a:r>
              <a:rPr lang="de-DE" dirty="0" err="1"/>
              <a:t>OData</a:t>
            </a:r>
            <a:r>
              <a:rPr lang="de-DE" dirty="0"/>
              <a:t>-Modell</a:t>
            </a:r>
          </a:p>
          <a:p>
            <a:endParaRPr lang="de-DE" b="1" dirty="0"/>
          </a:p>
          <a:p>
            <a:r>
              <a:rPr lang="de-DE" dirty="0"/>
              <a:t>Der Trace zeigt sehr anschaulich die beiden getrennten Verarbeitungsschritte.</a:t>
            </a:r>
          </a:p>
          <a:p>
            <a:r>
              <a:rPr lang="de-DE" dirty="0"/>
              <a:t>Vor dem Converter liegt JSON vor. Nach dem Converter haben wir dieselben fachlichen Felder als XML. Erst nach dem Message Mapping sehen wir die technische Sales-Order-Struktur des </a:t>
            </a:r>
            <a:r>
              <a:rPr lang="de-DE" dirty="0" err="1"/>
              <a:t>OData</a:t>
            </a:r>
            <a:r>
              <a:rPr lang="de-DE" dirty="0"/>
              <a:t>-Services.</a:t>
            </a:r>
          </a:p>
          <a:p>
            <a:r>
              <a:rPr lang="de-DE" dirty="0"/>
              <a:t>Damit können wir eindeutig unterscheiden: Der Converter ändert das Format, das Mapping ändert das Datenmodell.“</a:t>
            </a:r>
          </a:p>
          <a:p>
            <a:br>
              <a:rPr lang="de-DE" dirty="0"/>
            </a:br>
            <a:endParaRPr lang="de-DE" dirty="0"/>
          </a:p>
          <a:p>
            <a:r>
              <a:rPr lang="de-DE" b="1" dirty="0"/>
              <a:t>Abschluss des Mapping-Abschnitts</a:t>
            </a:r>
          </a:p>
          <a:p>
            <a:r>
              <a:rPr lang="de-DE" dirty="0"/>
              <a:t>Unser Integration Flow kann nun Nachrichten empfangen, in ein geeignetes Format konvertieren und unterschiedliche Datenmodelle aufeinander abbilden.</a:t>
            </a:r>
          </a:p>
          <a:p>
            <a:r>
              <a:rPr lang="de-DE" dirty="0"/>
              <a:t>Bisher verläuft die Verarbeitung jedoch immer auf demselben Weg. In realen Integrationsszenarien müssen Nachrichten abhängig von ihrem Inhalt unterschiedlich behandelt, aufgeteilt, an mehrere Empfänger gesendet oder bei Fehlern kontrolliert verarbeitet werden.</a:t>
            </a:r>
          </a:p>
          <a:p>
            <a:r>
              <a:rPr lang="de-DE" dirty="0"/>
              <a:t>Für solche wiederkehrenden Aufgaben verwenden wir Enterprise Integration Patterns.</a:t>
            </a:r>
          </a:p>
          <a:p>
            <a:pPr marL="0" indent="0">
              <a:buFont typeface="+mj-lt"/>
              <a:buNone/>
            </a:pPr>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28</a:t>
            </a:fld>
            <a:endParaRPr lang="de-DE" dirty="0"/>
          </a:p>
        </p:txBody>
      </p:sp>
    </p:spTree>
    <p:extLst>
      <p:ext uri="{BB962C8B-B14F-4D97-AF65-F5344CB8AC3E}">
        <p14:creationId xmlns:p14="http://schemas.microsoft.com/office/powerpoint/2010/main" val="14783541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Nachdem wir die Nachricht konvertiert und auf das Datenmodell des Empfängers abgebildet haben, verläuft unser Integration Flow bisher immer auf demselben Weg.</a:t>
            </a:r>
          </a:p>
          <a:p>
            <a:endParaRPr lang="de-DE" dirty="0"/>
          </a:p>
          <a:p>
            <a:r>
              <a:rPr lang="de-DE" dirty="0"/>
              <a:t>In realen Szenarien reicht das häufig nicht aus. Manche Aufträge benötigen zusätzliche Informationen. Nachrichten müssen abhängig von ihrem Inhalt unterschiedliche Wege nehmen. Eine Nachricht soll möglicherweise mehrere Empfänger erreichen oder eine Liste muss in einzelne Nachrichten zerlegt werden.</a:t>
            </a:r>
          </a:p>
          <a:p>
            <a:endParaRPr lang="de-DE" dirty="0"/>
          </a:p>
          <a:p>
            <a:r>
              <a:rPr lang="de-DE" dirty="0"/>
              <a:t>Außerdem benötigen wir eine definierte Reaktion auf Fehler.</a:t>
            </a:r>
          </a:p>
          <a:p>
            <a:endParaRPr lang="de-DE" dirty="0"/>
          </a:p>
          <a:p>
            <a:r>
              <a:rPr lang="de-DE" dirty="0"/>
              <a:t>Solche Probleme treten nicht nur in unserem Workshop auf. Sie begegnen uns in sehr vielen Integrationsprojekten. Enterprise Integration Patterns geben diesen Problemen und ihren bewährten Lösungen einen Namen.</a:t>
            </a:r>
          </a:p>
          <a:p>
            <a:endParaRPr lang="de-DE" dirty="0"/>
          </a:p>
          <a:p>
            <a:r>
              <a:rPr lang="de-DE" dirty="0"/>
              <a:t>Dadurch können wir Integrationslösungen auf einer höheren Ebene beschreiben. Statt jedes technische Detail zu erklären, können wir beispielsweise sagen: An dieser Stelle verwenden wir einen Content-</a:t>
            </a:r>
            <a:r>
              <a:rPr lang="de-DE" dirty="0" err="1"/>
              <a:t>Based</a:t>
            </a:r>
            <a:r>
              <a:rPr lang="de-DE" dirty="0"/>
              <a:t> Router oder einen Splitter.“</a:t>
            </a:r>
          </a:p>
          <a:p>
            <a:endParaRPr lang="de-DE" b="1" dirty="0"/>
          </a:p>
          <a:p>
            <a:r>
              <a:rPr lang="de-DE" dirty="0"/>
              <a:t>Die Patterns sind keine SAP-Erfindung. Sie sind technologieunabhängige Entwurfsmuster. Die Integration Suite stellt grafische Bausteine bereit, mit denen viele dieser Patterns unmittelbar umgesetzt werden können.</a:t>
            </a:r>
          </a:p>
          <a:p>
            <a:endParaRPr lang="de-DE" b="1" dirty="0"/>
          </a:p>
          <a:p>
            <a:r>
              <a:rPr lang="de-DE" b="1" dirty="0"/>
              <a:t>Übergang</a:t>
            </a:r>
          </a:p>
          <a:p>
            <a:r>
              <a:rPr lang="de-DE" dirty="0"/>
              <a:t>Schauen wir uns zunächst an, wie die abstrakten Patterns mit den konkreten Bausteinen der Integration Suite zusammenhängen.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30</a:t>
            </a:fld>
            <a:endParaRPr lang="de-DE" dirty="0"/>
          </a:p>
        </p:txBody>
      </p:sp>
    </p:spTree>
    <p:extLst>
      <p:ext uri="{BB962C8B-B14F-4D97-AF65-F5344CB8AC3E}">
        <p14:creationId xmlns:p14="http://schemas.microsoft.com/office/powerpoint/2010/main" val="1599905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sollten zwischen dem Pattern und seiner technischen Umsetzung unterscheiden.</a:t>
            </a:r>
          </a:p>
          <a:p>
            <a:endParaRPr lang="de-DE" dirty="0"/>
          </a:p>
          <a:p>
            <a:r>
              <a:rPr lang="de-DE" dirty="0"/>
              <a:t>Ein Message Translator beschreibt allgemein die Übersetzung eines Datenmodells in ein anderes. In unserem Integration Flow setzen wir dieses Pattern mit einem Message Mapping um.</a:t>
            </a:r>
          </a:p>
          <a:p>
            <a:endParaRPr lang="de-DE" dirty="0"/>
          </a:p>
          <a:p>
            <a:r>
              <a:rPr lang="de-DE" dirty="0"/>
              <a:t>Ein Content </a:t>
            </a:r>
            <a:r>
              <a:rPr lang="de-DE" dirty="0" err="1"/>
              <a:t>Enricher</a:t>
            </a:r>
            <a:r>
              <a:rPr lang="de-DE" dirty="0"/>
              <a:t> ergänzt eine Nachricht um Informationen, die in der ursprünglichen Nachricht nicht enthalten sind. Je nach Herkunft der zusätzlichen Daten verwenden wir dafür einen Content </a:t>
            </a:r>
            <a:r>
              <a:rPr lang="de-DE" dirty="0" err="1"/>
              <a:t>Modifier</a:t>
            </a:r>
            <a:r>
              <a:rPr lang="de-DE" dirty="0"/>
              <a:t>, einen Content </a:t>
            </a:r>
            <a:r>
              <a:rPr lang="de-DE" dirty="0" err="1"/>
              <a:t>Enricher</a:t>
            </a:r>
            <a:r>
              <a:rPr lang="de-DE" dirty="0"/>
              <a:t> oder einen Aufruf eines weiteren Systems.</a:t>
            </a:r>
          </a:p>
          <a:p>
            <a:endParaRPr lang="de-DE" dirty="0"/>
          </a:p>
          <a:p>
            <a:r>
              <a:rPr lang="de-DE" dirty="0"/>
              <a:t>Der Content-</a:t>
            </a:r>
            <a:r>
              <a:rPr lang="de-DE" dirty="0" err="1"/>
              <a:t>Based</a:t>
            </a:r>
            <a:r>
              <a:rPr lang="de-DE" dirty="0"/>
              <a:t> Router wählt anhand des Nachrichteninhalts einen Verarbeitungsweg aus. Dafür bietet Cloud Integration den Router.</a:t>
            </a:r>
          </a:p>
          <a:p>
            <a:endParaRPr lang="de-DE" dirty="0"/>
          </a:p>
          <a:p>
            <a:r>
              <a:rPr lang="de-DE" dirty="0"/>
              <a:t>Multicast und Splitter tragen bereits denselben beziehungsweise einen sehr ähnlichen Namen wie die zugehörigen Patterns. Für die Fehlerbehandlung steht der </a:t>
            </a:r>
            <a:r>
              <a:rPr lang="de-DE" dirty="0" err="1"/>
              <a:t>Exception</a:t>
            </a:r>
            <a:r>
              <a:rPr lang="de-DE" dirty="0"/>
              <a:t> </a:t>
            </a:r>
            <a:r>
              <a:rPr lang="de-DE" dirty="0" err="1"/>
              <a:t>Subprocess</a:t>
            </a:r>
            <a:r>
              <a:rPr lang="de-DE" dirty="0"/>
              <a:t> zur Verfügung.</a:t>
            </a:r>
          </a:p>
          <a:p>
            <a:endParaRPr lang="de-DE" dirty="0"/>
          </a:p>
          <a:p>
            <a:r>
              <a:rPr lang="de-DE" dirty="0"/>
              <a:t>Die Tabelle ist keine vollständige Übersicht aller Enterprise Integration Patterns. Wir konzentrieren uns auf die Patterns, die für unseren Beispielprozess besonders anschaulich sind.</a:t>
            </a:r>
          </a:p>
          <a:p>
            <a:endParaRPr lang="de-DE" b="1" dirty="0"/>
          </a:p>
          <a:p>
            <a:r>
              <a:rPr lang="de-DE" b="1" dirty="0"/>
              <a:t>Fachliche Präzisierung</a:t>
            </a:r>
          </a:p>
          <a:p>
            <a:r>
              <a:rPr lang="de-DE" dirty="0"/>
              <a:t>Ein Content </a:t>
            </a:r>
            <a:r>
              <a:rPr lang="de-DE" dirty="0" err="1"/>
              <a:t>Modifier</a:t>
            </a:r>
            <a:r>
              <a:rPr lang="de-DE" dirty="0"/>
              <a:t> ist nicht mit einem vollständigen Content </a:t>
            </a:r>
            <a:r>
              <a:rPr lang="de-DE" dirty="0" err="1"/>
              <a:t>Enricher</a:t>
            </a:r>
            <a:r>
              <a:rPr lang="de-DE" dirty="0"/>
              <a:t> gleichzusetzen. Er eignet sich zum Ergänzen von Konstanten, Headern, Properties oder bereits verfügbaren Werten. Müssen zusätzliche Daten aus einem anderen System gelesen und mit der Nachricht kombiniert werden, verwenden wir einen Content </a:t>
            </a:r>
            <a:r>
              <a:rPr lang="de-DE" dirty="0" err="1"/>
              <a:t>Enricher</a:t>
            </a:r>
            <a:r>
              <a:rPr lang="de-DE" dirty="0"/>
              <a:t> oder einen entsprechenden Request-Reply-Aufruf.</a:t>
            </a:r>
          </a:p>
          <a:p>
            <a:endParaRPr lang="de-DE" b="1" dirty="0"/>
          </a:p>
          <a:p>
            <a:r>
              <a:rPr lang="de-DE" b="1" dirty="0"/>
              <a:t>Übergang</a:t>
            </a:r>
          </a:p>
          <a:p>
            <a:r>
              <a:rPr lang="de-DE" dirty="0"/>
              <a:t>Beginnen wir mit der einfachsten Form der Ergänzung: dem Content </a:t>
            </a:r>
            <a:r>
              <a:rPr lang="de-DE" dirty="0" err="1"/>
              <a:t>Modifier</a:t>
            </a:r>
            <a:r>
              <a:rPr lang="de-DE" dirty="0"/>
              <a:t>.</a:t>
            </a:r>
          </a:p>
        </p:txBody>
      </p:sp>
      <p:sp>
        <p:nvSpPr>
          <p:cNvPr id="4" name="Foliennummernplatzhalter 3"/>
          <p:cNvSpPr>
            <a:spLocks noGrp="1"/>
          </p:cNvSpPr>
          <p:nvPr>
            <p:ph type="sldNum" sz="quarter" idx="5"/>
          </p:nvPr>
        </p:nvSpPr>
        <p:spPr/>
        <p:txBody>
          <a:bodyPr/>
          <a:lstStyle/>
          <a:p>
            <a:fld id="{E9475E6B-8EF9-407D-AAC9-FC0EA114427C}" type="slidenum">
              <a:rPr lang="de-DE" smtClean="0"/>
              <a:t>31</a:t>
            </a:fld>
            <a:endParaRPr lang="de-DE" dirty="0"/>
          </a:p>
        </p:txBody>
      </p:sp>
    </p:spTree>
    <p:extLst>
      <p:ext uri="{BB962C8B-B14F-4D97-AF65-F5344CB8AC3E}">
        <p14:creationId xmlns:p14="http://schemas.microsoft.com/office/powerpoint/2010/main" val="2294226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Mit dem Content </a:t>
            </a:r>
            <a:r>
              <a:rPr lang="de-DE" dirty="0" err="1"/>
              <a:t>Modifier</a:t>
            </a:r>
            <a:r>
              <a:rPr lang="de-DE" dirty="0"/>
              <a:t> können wir verschiedene Bereiche der Nachricht gezielt verändern.</a:t>
            </a:r>
          </a:p>
          <a:p>
            <a:endParaRPr lang="de-DE" dirty="0"/>
          </a:p>
          <a:p>
            <a:r>
              <a:rPr lang="de-DE" dirty="0"/>
              <a:t>Der Body enthält den eigentlichen fachlichen Inhalt. Wir könnten ihn mit dem Content </a:t>
            </a:r>
            <a:r>
              <a:rPr lang="de-DE" dirty="0" err="1"/>
              <a:t>Modifier</a:t>
            </a:r>
            <a:r>
              <a:rPr lang="de-DE" dirty="0"/>
              <a:t> vollständig ersetzen oder aus einer Expression neu erzeugen. In unserem Beispiel bleibt der Body jedoch unverändert.</a:t>
            </a:r>
          </a:p>
          <a:p>
            <a:endParaRPr lang="de-DE" dirty="0"/>
          </a:p>
          <a:p>
            <a:r>
              <a:rPr lang="de-DE" dirty="0"/>
              <a:t>Im Header hinterlegen wir technische Zusatzinformationen. Beispielsweise können wir kennzeichnen, dass die Nachricht aus dem Webshop stammt oder dass es sich um einen Standardauftrag handelt.</a:t>
            </a:r>
          </a:p>
          <a:p>
            <a:endParaRPr lang="de-DE" dirty="0"/>
          </a:p>
          <a:p>
            <a:r>
              <a:rPr lang="de-DE" dirty="0"/>
              <a:t>Exchange Properties dienen als interne Variablen des Integration Flows. Sie werden nicht automatisch an den Empfänger übertragen. Damit können wir einen Wert sichern, bevor der Body später konvertiert oder durch ein Mapping vollständig verändert wird.</a:t>
            </a:r>
          </a:p>
          <a:p>
            <a:endParaRPr lang="de-DE" dirty="0"/>
          </a:p>
          <a:p>
            <a:r>
              <a:rPr lang="de-DE" dirty="0"/>
              <a:t>So könnten wir die ursprüngliche Webshop-Auftragsnummer vor der Transformation als Property speichern und später für Protokollierung oder Fehlerbehandlung verwenden.</a:t>
            </a:r>
          </a:p>
          <a:p>
            <a:endParaRPr lang="de-DE" b="1" dirty="0"/>
          </a:p>
          <a:p>
            <a:r>
              <a:rPr lang="de-DE" b="1" dirty="0"/>
              <a:t>Mündliche Vertiefung</a:t>
            </a:r>
          </a:p>
          <a:p>
            <a:r>
              <a:rPr lang="de-DE" dirty="0"/>
              <a:t>Ob eine Information in den Body, einen Header oder eine Exchange Property gehört, ist eine Entwurfsentscheidung:</a:t>
            </a:r>
          </a:p>
          <a:p>
            <a:endParaRPr lang="de-DE" dirty="0"/>
          </a:p>
          <a:p>
            <a:pPr marL="171450" indent="-171450">
              <a:buFont typeface="Arial" panose="020B0604020202020204" pitchFamily="34" charset="0"/>
              <a:buChar char="•"/>
            </a:pPr>
            <a:r>
              <a:rPr lang="de-DE" dirty="0"/>
              <a:t>Fachliche Informationen gehören normalerweise in den Body. </a:t>
            </a:r>
          </a:p>
          <a:p>
            <a:pPr marL="171450" indent="-171450">
              <a:buFont typeface="Arial" panose="020B0604020202020204" pitchFamily="34" charset="0"/>
              <a:buChar char="•"/>
            </a:pPr>
            <a:r>
              <a:rPr lang="de-DE" dirty="0"/>
              <a:t>Technische Informationen für Adapter oder Protokolle gehören häufig in Header. </a:t>
            </a:r>
          </a:p>
          <a:p>
            <a:pPr marL="171450" indent="-171450">
              <a:buFont typeface="Arial" panose="020B0604020202020204" pitchFamily="34" charset="0"/>
              <a:buChar char="•"/>
            </a:pPr>
            <a:r>
              <a:rPr lang="de-DE" dirty="0"/>
              <a:t>Interne Steuerungsinformationen eignen sich für Exchange Properties.“ </a:t>
            </a:r>
          </a:p>
          <a:p>
            <a:endParaRPr lang="de-DE" b="1" dirty="0"/>
          </a:p>
          <a:p>
            <a:r>
              <a:rPr lang="de-DE" b="1" dirty="0"/>
              <a:t>Hinweis zur Oberfläche</a:t>
            </a:r>
          </a:p>
          <a:p>
            <a:r>
              <a:rPr lang="de-DE" dirty="0"/>
              <a:t>Der Content </a:t>
            </a:r>
            <a:r>
              <a:rPr lang="de-DE" dirty="0" err="1"/>
              <a:t>Modifier</a:t>
            </a:r>
            <a:r>
              <a:rPr lang="de-DE" dirty="0"/>
              <a:t> besitzt typischerweise getrennte Bereiche für:</a:t>
            </a:r>
          </a:p>
          <a:p>
            <a:pPr marL="171450" indent="-171450">
              <a:buFont typeface="Arial" panose="020B0604020202020204" pitchFamily="34" charset="0"/>
              <a:buChar char="•"/>
            </a:pPr>
            <a:r>
              <a:rPr lang="de-DE" dirty="0"/>
              <a:t>Message Body </a:t>
            </a:r>
          </a:p>
          <a:p>
            <a:pPr marL="171450" indent="-171450">
              <a:buFont typeface="Arial" panose="020B0604020202020204" pitchFamily="34" charset="0"/>
              <a:buChar char="•"/>
            </a:pPr>
            <a:r>
              <a:rPr lang="de-DE" dirty="0"/>
              <a:t>Message Headers </a:t>
            </a:r>
          </a:p>
          <a:p>
            <a:pPr marL="171450" indent="-171450">
              <a:buFont typeface="Arial" panose="020B0604020202020204" pitchFamily="34" charset="0"/>
              <a:buChar char="•"/>
            </a:pPr>
            <a:r>
              <a:rPr lang="de-DE" dirty="0"/>
              <a:t>Exchange Properties </a:t>
            </a:r>
          </a:p>
          <a:p>
            <a:endParaRPr lang="de-DE" b="1" dirty="0"/>
          </a:p>
          <a:p>
            <a:r>
              <a:rPr lang="de-DE" b="1" dirty="0"/>
              <a:t>Übergang</a:t>
            </a:r>
          </a:p>
          <a:p>
            <a:r>
              <a:rPr lang="de-DE" dirty="0"/>
              <a:t>Zusätzliche Informationen helfen bei der Verarbeitung. Häufig müssen wir anhand dieser Informationen auch einen Weg auswählen.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32</a:t>
            </a:fld>
            <a:endParaRPr lang="de-DE" dirty="0"/>
          </a:p>
        </p:txBody>
      </p:sp>
    </p:spTree>
    <p:extLst>
      <p:ext uri="{BB962C8B-B14F-4D97-AF65-F5344CB8AC3E}">
        <p14:creationId xmlns:p14="http://schemas.microsoft.com/office/powerpoint/2010/main" val="14026057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Content-</a:t>
            </a:r>
            <a:r>
              <a:rPr lang="de-DE" dirty="0" err="1"/>
              <a:t>Based</a:t>
            </a:r>
            <a:r>
              <a:rPr lang="de-DE" dirty="0"/>
              <a:t> Router betrachtet den Inhalt oder Kontext einer Nachricht und wählt den passenden Verarbeitungsweg.</a:t>
            </a:r>
          </a:p>
          <a:p>
            <a:endParaRPr lang="de-DE" dirty="0"/>
          </a:p>
          <a:p>
            <a:r>
              <a:rPr lang="de-DE" dirty="0"/>
              <a:t>In unserem Beispiel sollen Aufträge ab einem Bruttobetrag von 1.000 Euro als hochwertige Aufträge gekennzeichnet werden. Alle anderen Aufträge folgen der Standardroute.</a:t>
            </a:r>
          </a:p>
          <a:p>
            <a:r>
              <a:rPr lang="de-DE" dirty="0"/>
              <a:t>Für XML-Nachrichten können wir eine </a:t>
            </a:r>
            <a:r>
              <a:rPr lang="de-DE" dirty="0" err="1"/>
              <a:t>XPath</a:t>
            </a:r>
            <a:r>
              <a:rPr lang="de-DE" dirty="0"/>
              <a:t>-Bedingung verwenden. Bei Headern und Exchange Properties stehen entsprechende </a:t>
            </a:r>
            <a:r>
              <a:rPr lang="de-DE" dirty="0" err="1"/>
              <a:t>Expressions</a:t>
            </a:r>
            <a:r>
              <a:rPr lang="de-DE" dirty="0"/>
              <a:t> zur Verfügung.</a:t>
            </a:r>
          </a:p>
          <a:p>
            <a:endParaRPr lang="de-DE" dirty="0"/>
          </a:p>
          <a:p>
            <a:r>
              <a:rPr lang="de-DE" dirty="0"/>
              <a:t>Mindestens eine Route sollte als Default Route definiert werden. Sie wird verwendet, wenn keine der anderen Bedingungen erfüllt ist. Ohne Default Route kann eine Nachricht, auf die keine Bedingung zutrifft, zu einem Laufzeitfehler führen.</a:t>
            </a:r>
          </a:p>
          <a:p>
            <a:endParaRPr lang="de-DE" dirty="0"/>
          </a:p>
          <a:p>
            <a:r>
              <a:rPr lang="de-DE" b="1" dirty="0"/>
              <a:t>Beispielbedingung für den Demo-Flow</a:t>
            </a:r>
          </a:p>
          <a:p>
            <a:r>
              <a:rPr lang="de-DE" dirty="0"/>
              <a:t>Wenn der Router nach der Konvertierung, aber vor dem Mapping liegt:</a:t>
            </a:r>
          </a:p>
          <a:p>
            <a:pPr rtl="0"/>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order</a:t>
            </a:r>
            <a:r>
              <a:rPr lang="de-DE" sz="1200" kern="1200" dirty="0">
                <a:solidFill>
                  <a:schemeClr val="tx1"/>
                </a:solidFill>
                <a:latin typeface="+mn-lt"/>
                <a:ea typeface="+mn-ea"/>
                <a:cs typeface="+mn-cs"/>
              </a:rPr>
              <a:t>/total/</a:t>
            </a:r>
            <a:r>
              <a:rPr lang="de-DE" sz="1200" kern="1200" dirty="0" err="1">
                <a:solidFill>
                  <a:schemeClr val="tx1"/>
                </a:solidFill>
                <a:latin typeface="+mn-lt"/>
                <a:ea typeface="+mn-ea"/>
                <a:cs typeface="+mn-cs"/>
              </a:rPr>
              <a:t>amount</a:t>
            </a:r>
            <a:r>
              <a:rPr lang="de-DE" sz="1200" kern="1200" dirty="0">
                <a:solidFill>
                  <a:schemeClr val="tx1"/>
                </a:solidFill>
                <a:latin typeface="+mn-lt"/>
                <a:ea typeface="+mn-ea"/>
                <a:cs typeface="+mn-cs"/>
              </a:rPr>
              <a:t> &gt;= 1000</a:t>
            </a:r>
          </a:p>
          <a:p>
            <a:pPr rtl="0"/>
            <a:endParaRPr lang="de-DE" sz="1200" kern="1200" dirty="0">
              <a:solidFill>
                <a:schemeClr val="tx1"/>
              </a:solidFill>
              <a:latin typeface="+mn-lt"/>
              <a:ea typeface="+mn-ea"/>
              <a:cs typeface="+mn-cs"/>
            </a:endParaRPr>
          </a:p>
          <a:p>
            <a:r>
              <a:rPr lang="de-DE" dirty="0"/>
              <a:t>Die genaue Eingabe hängt vom Bedingungstyp des Routers ab; im Editor wird dafür </a:t>
            </a:r>
            <a:r>
              <a:rPr lang="de-DE" b="1" dirty="0" err="1"/>
              <a:t>XPath</a:t>
            </a:r>
            <a:r>
              <a:rPr lang="de-DE" dirty="0"/>
              <a:t> ausgewählt.</a:t>
            </a:r>
          </a:p>
          <a:p>
            <a:endParaRPr lang="de-DE" b="1" dirty="0"/>
          </a:p>
          <a:p>
            <a:r>
              <a:rPr lang="de-DE" b="1" dirty="0"/>
              <a:t>Mündliche Vertiefung</a:t>
            </a:r>
          </a:p>
          <a:p>
            <a:r>
              <a:rPr lang="de-DE" dirty="0"/>
              <a:t>Ein Router wählt normalerweise genau einen passenden Verarbeitungsweg. Das unterscheidet ihn vom Multicast, bei dem eine Nachricht bewusst auf mehreren Wegen verarbeitet wird.“</a:t>
            </a:r>
          </a:p>
          <a:p>
            <a:endParaRPr lang="de-DE" b="1" dirty="0"/>
          </a:p>
          <a:p>
            <a:r>
              <a:rPr lang="de-DE" b="1" dirty="0"/>
              <a:t>Übergang</a:t>
            </a:r>
          </a:p>
          <a:p>
            <a:r>
              <a:rPr lang="de-DE" dirty="0"/>
              <a:t>Wenn nicht ein Weg ausgewählt, sondern dieselbe Nachricht an mehrere Verarbeitungszweige übergeben werden soll, verwenden wir einen Multicast.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33</a:t>
            </a:fld>
            <a:endParaRPr lang="de-DE" dirty="0"/>
          </a:p>
        </p:txBody>
      </p:sp>
    </p:spTree>
    <p:extLst>
      <p:ext uri="{BB962C8B-B14F-4D97-AF65-F5344CB8AC3E}">
        <p14:creationId xmlns:p14="http://schemas.microsoft.com/office/powerpoint/2010/main" val="16751545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Beim Multicast wird die Nachricht an mehrere Verarbeitungszweige übergeben.</a:t>
            </a:r>
          </a:p>
          <a:p>
            <a:endParaRPr lang="de-DE" dirty="0"/>
          </a:p>
          <a:p>
            <a:r>
              <a:rPr lang="de-DE" dirty="0"/>
              <a:t>Unser Auftrag könnte beispielsweise im ABAP-System angelegt, zusätzlich für Audit-Zwecke protokolliert und an einen Benachrichtigungsprozess übergeben werden.</a:t>
            </a:r>
          </a:p>
          <a:p>
            <a:r>
              <a:rPr lang="de-DE" dirty="0"/>
              <a:t>Im Unterschied zum Router wird also nicht genau ein Weg ausgewählt. Mehrere Zweige sollen ausgeführt werden.</a:t>
            </a:r>
          </a:p>
          <a:p>
            <a:endParaRPr lang="de-DE" dirty="0"/>
          </a:p>
          <a:p>
            <a:r>
              <a:rPr lang="de-DE" dirty="0"/>
              <a:t>Cloud Integration unterstützt eine sequenzielle und eine parallele Verarbeitung. Bei einem </a:t>
            </a:r>
            <a:r>
              <a:rPr lang="de-DE" dirty="0" err="1"/>
              <a:t>Sequential</a:t>
            </a:r>
            <a:r>
              <a:rPr lang="de-DE" dirty="0"/>
              <a:t> Multicast werden die Zweige nacheinander ausgeführt. Beim Parallel Multicast können sie gleichzeitig verarbeitet werden.</a:t>
            </a:r>
          </a:p>
          <a:p>
            <a:endParaRPr lang="de-DE" dirty="0"/>
          </a:p>
          <a:p>
            <a:r>
              <a:rPr lang="de-DE" dirty="0"/>
              <a:t>Falls die Ergebnisse der Zweige anschließend wieder zu einer Nachricht zusammengeführt werden sollen, kann ein Gather-Schritt verwendet werden.“</a:t>
            </a:r>
          </a:p>
          <a:p>
            <a:endParaRPr lang="de-DE" b="1" dirty="0"/>
          </a:p>
          <a:p>
            <a:r>
              <a:rPr lang="de-DE" b="1" dirty="0"/>
              <a:t>Wichtiger Hinweis</a:t>
            </a:r>
          </a:p>
          <a:p>
            <a:r>
              <a:rPr lang="de-DE" dirty="0"/>
              <a:t>Parallel bedeutet nicht automatisch schneller oder besser. Die Verarbeitungszweige müssen unabhängig voneinander sein. Außerdem muss geklärt werden, wie Fehler in einem einzelnen Zweig behandelt werden.</a:t>
            </a:r>
          </a:p>
          <a:p>
            <a:endParaRPr lang="de-DE" b="1" dirty="0"/>
          </a:p>
          <a:p>
            <a:r>
              <a:rPr lang="de-DE" b="1" dirty="0"/>
              <a:t>Praktisches Beispiel</a:t>
            </a:r>
          </a:p>
          <a:p>
            <a:pPr rtl="0"/>
            <a:r>
              <a:rPr lang="de-DE" sz="1200" kern="1200" dirty="0">
                <a:solidFill>
                  <a:schemeClr val="tx1"/>
                </a:solidFill>
                <a:latin typeface="+mn-lt"/>
                <a:ea typeface="+mn-ea"/>
                <a:cs typeface="+mn-cs"/>
              </a:rPr>
              <a:t>Zweig 1: </a:t>
            </a:r>
            <a:r>
              <a:rPr lang="de-DE" sz="1200" kern="1200" dirty="0" err="1">
                <a:solidFill>
                  <a:schemeClr val="tx1"/>
                </a:solidFill>
                <a:latin typeface="+mn-lt"/>
                <a:ea typeface="+mn-ea"/>
                <a:cs typeface="+mn-cs"/>
              </a:rPr>
              <a:t>OData</a:t>
            </a:r>
            <a:r>
              <a:rPr lang="de-DE" sz="1200" kern="1200" dirty="0">
                <a:solidFill>
                  <a:schemeClr val="tx1"/>
                </a:solidFill>
                <a:latin typeface="+mn-lt"/>
                <a:ea typeface="+mn-ea"/>
                <a:cs typeface="+mn-cs"/>
              </a:rPr>
              <a:t>-Aufruf im ABAP-System</a:t>
            </a:r>
          </a:p>
          <a:p>
            <a:pPr rtl="0"/>
            <a:r>
              <a:rPr lang="de-DE" sz="1200" kern="1200" dirty="0">
                <a:solidFill>
                  <a:schemeClr val="tx1"/>
                </a:solidFill>
                <a:latin typeface="+mn-lt"/>
                <a:ea typeface="+mn-ea"/>
                <a:cs typeface="+mn-cs"/>
              </a:rPr>
              <a:t>Zweig 2: Protokollierung der ursprünglichen Nachricht in einem separaten Prozess</a:t>
            </a:r>
          </a:p>
          <a:p>
            <a:endParaRPr lang="de-DE" b="1" dirty="0"/>
          </a:p>
          <a:p>
            <a:r>
              <a:rPr lang="de-DE" b="1" dirty="0"/>
              <a:t>Übergang</a:t>
            </a:r>
          </a:p>
          <a:p>
            <a:r>
              <a:rPr lang="de-DE" dirty="0"/>
              <a:t>Multicast erzeugt mehrere Kopien einer vollständigen Nachricht. Ein Splitter dagegen zerlegt eine Nachricht in fachliche Teilnachrichten.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34</a:t>
            </a:fld>
            <a:endParaRPr lang="de-DE" dirty="0"/>
          </a:p>
        </p:txBody>
      </p:sp>
    </p:spTree>
    <p:extLst>
      <p:ext uri="{BB962C8B-B14F-4D97-AF65-F5344CB8AC3E}">
        <p14:creationId xmlns:p14="http://schemas.microsoft.com/office/powerpoint/2010/main" val="5745642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Viele Systeme liefern nicht jeden Datensatz einzeln, sondern fassen mehrere Datensätze in einer Nachricht zusammen.</a:t>
            </a:r>
          </a:p>
          <a:p>
            <a:endParaRPr lang="de-DE" dirty="0"/>
          </a:p>
          <a:p>
            <a:r>
              <a:rPr lang="de-DE" dirty="0"/>
              <a:t>Ein Splitter zerlegt eine solche Sammelnachricht. Aus einer Nachricht mit drei Aufträgen entstehen drei einzelne Nachrichten. Jeder Auftrag kann anschließend unabhängig transformiert und an den Empfänger gesendet werden.</a:t>
            </a:r>
          </a:p>
          <a:p>
            <a:endParaRPr lang="de-DE" dirty="0"/>
          </a:p>
          <a:p>
            <a:r>
              <a:rPr lang="de-DE" dirty="0"/>
              <a:t>Beim General Splitter wird die Nachricht anhand einer konfigurierten Regel zerlegt, beispielsweise mit einem </a:t>
            </a:r>
            <a:r>
              <a:rPr lang="de-DE" dirty="0" err="1"/>
              <a:t>XPath</a:t>
            </a:r>
            <a:r>
              <a:rPr lang="de-DE" dirty="0"/>
              <a:t>-Ausdruck. Der </a:t>
            </a:r>
            <a:r>
              <a:rPr lang="de-DE" dirty="0" err="1"/>
              <a:t>Iterating</a:t>
            </a:r>
            <a:r>
              <a:rPr lang="de-DE" dirty="0"/>
              <a:t> Splitter eignet sich für das elementweise Durchlaufen einer XML-Struktur.</a:t>
            </a:r>
          </a:p>
          <a:p>
            <a:endParaRPr lang="de-DE" dirty="0"/>
          </a:p>
          <a:p>
            <a:r>
              <a:rPr lang="de-DE" dirty="0"/>
              <a:t>Nach der Verarbeitung können die Ergebnisse mit einem Gather-Schritt wieder zusammengeführt werden. Das ist jedoch nur notwendig, wenn der nachfolgende Prozess erneut eine Gesamtnachricht benötigt.</a:t>
            </a:r>
          </a:p>
          <a:p>
            <a:endParaRPr lang="de-DE" b="1" dirty="0"/>
          </a:p>
          <a:p>
            <a:r>
              <a:rPr lang="de-DE" b="1" dirty="0"/>
              <a:t>Mündliche Vertiefung</a:t>
            </a:r>
          </a:p>
          <a:p>
            <a:r>
              <a:rPr lang="de-DE" dirty="0"/>
              <a:t>Der Splitter verändert die Anzahl der verarbeiteten Nachrichten. Das hat Auswirkungen auf Laufzeit, Monitoring und Fehlerbehandlung.</a:t>
            </a:r>
          </a:p>
          <a:p>
            <a:r>
              <a:rPr lang="de-DE" dirty="0"/>
              <a:t>Wenn der dritte von hundert Datensätzen fehlschlägt, müssen wir entscheiden, ob die übrigen Datensätze weiterverarbeitet werden dürfen oder ob die gesamte Verarbeitung als fehlgeschlagen gelten soll.</a:t>
            </a:r>
          </a:p>
          <a:p>
            <a:endParaRPr lang="de-DE" b="1" dirty="0"/>
          </a:p>
          <a:p>
            <a:r>
              <a:rPr lang="de-DE" b="1" dirty="0"/>
              <a:t>Beispielkonfiguration</a:t>
            </a:r>
          </a:p>
          <a:p>
            <a:r>
              <a:rPr lang="de-DE" dirty="0"/>
              <a:t>Für eine Nachricht mit mehreren Aufträgen könnte ein </a:t>
            </a:r>
            <a:r>
              <a:rPr lang="de-DE" dirty="0" err="1"/>
              <a:t>XPath</a:t>
            </a:r>
            <a:r>
              <a:rPr lang="de-DE" dirty="0"/>
              <a:t>-Ausdruck lauten:</a:t>
            </a:r>
          </a:p>
          <a:p>
            <a:pPr rtl="0"/>
            <a:r>
              <a:rPr lang="de-DE" sz="1200" kern="1200" dirty="0">
                <a:solidFill>
                  <a:schemeClr val="tx1"/>
                </a:solidFill>
                <a:latin typeface="+mn-lt"/>
                <a:ea typeface="+mn-ea"/>
                <a:cs typeface="+mn-cs"/>
              </a:rPr>
              <a:t>/Orders/Order</a:t>
            </a:r>
          </a:p>
          <a:p>
            <a:endParaRPr lang="de-DE" b="1" dirty="0"/>
          </a:p>
          <a:p>
            <a:r>
              <a:rPr lang="de-DE" b="1" dirty="0"/>
              <a:t>Übergang</a:t>
            </a:r>
          </a:p>
          <a:p>
            <a:r>
              <a:rPr lang="de-DE" dirty="0"/>
              <a:t>Genau bei solchen mehrstufigen Verarbeitungen benötigen wir eine definierte Fehlerstrategie.</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35</a:t>
            </a:fld>
            <a:endParaRPr lang="de-DE" dirty="0"/>
          </a:p>
        </p:txBody>
      </p:sp>
    </p:spTree>
    <p:extLst>
      <p:ext uri="{BB962C8B-B14F-4D97-AF65-F5344CB8AC3E}">
        <p14:creationId xmlns:p14="http://schemas.microsoft.com/office/powerpoint/2010/main" val="21005801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Tritt im Hauptprozess eine </a:t>
            </a:r>
            <a:r>
              <a:rPr lang="de-DE" dirty="0" err="1"/>
              <a:t>Exception</a:t>
            </a:r>
            <a:r>
              <a:rPr lang="de-DE" dirty="0"/>
              <a:t> auf, übernimmt der </a:t>
            </a:r>
            <a:r>
              <a:rPr lang="de-DE" dirty="0" err="1"/>
              <a:t>Exception</a:t>
            </a:r>
            <a:r>
              <a:rPr lang="de-DE" dirty="0"/>
              <a:t> </a:t>
            </a:r>
            <a:r>
              <a:rPr lang="de-DE" dirty="0" err="1"/>
              <a:t>Subprocess</a:t>
            </a:r>
            <a:r>
              <a:rPr lang="de-DE" dirty="0"/>
              <a:t> die Verarbeitung.</a:t>
            </a:r>
          </a:p>
          <a:p>
            <a:endParaRPr lang="de-DE" dirty="0"/>
          </a:p>
          <a:p>
            <a:r>
              <a:rPr lang="de-DE" dirty="0"/>
              <a:t>Er wird innerhalb des Integration </a:t>
            </a:r>
            <a:r>
              <a:rPr lang="de-DE" dirty="0" err="1"/>
              <a:t>Process</a:t>
            </a:r>
            <a:r>
              <a:rPr lang="de-DE" dirty="0"/>
              <a:t> modelliert und reagiert auf Fehler der zugehörigen Verarbeitung. Dort können wir Kontextinformationen sichern, die technische Fehlermeldung auswerten und eine verständliche Antwort erzeugen.</a:t>
            </a:r>
          </a:p>
          <a:p>
            <a:endParaRPr lang="de-DE" dirty="0"/>
          </a:p>
          <a:p>
            <a:r>
              <a:rPr lang="de-DE" dirty="0"/>
              <a:t>Besonders hilfreich sind Exchange Properties, die wir vor kritischen Verarbeitungsschritten gesetzt haben. Selbst wenn der Body später verändert wurde, steht uns beispielsweise die ursprüngliche Auftragsnummer weiterhin zur Verfügung.</a:t>
            </a:r>
          </a:p>
          <a:p>
            <a:endParaRPr lang="de-DE" dirty="0"/>
          </a:p>
          <a:p>
            <a:r>
              <a:rPr lang="de-DE" dirty="0"/>
              <a:t>Am Ende des </a:t>
            </a:r>
            <a:r>
              <a:rPr lang="de-DE" dirty="0" err="1"/>
              <a:t>Exception</a:t>
            </a:r>
            <a:r>
              <a:rPr lang="de-DE" dirty="0"/>
              <a:t> </a:t>
            </a:r>
            <a:r>
              <a:rPr lang="de-DE" dirty="0" err="1"/>
              <a:t>Subprocess</a:t>
            </a:r>
            <a:r>
              <a:rPr lang="de-DE" dirty="0"/>
              <a:t> müssen wir bewusst entscheiden, ob die </a:t>
            </a:r>
            <a:r>
              <a:rPr lang="de-DE" dirty="0" err="1"/>
              <a:t>Exception</a:t>
            </a:r>
            <a:r>
              <a:rPr lang="de-DE" dirty="0"/>
              <a:t> als behandelt gilt oder ob die Nachricht weiterhin den Status </a:t>
            </a:r>
            <a:r>
              <a:rPr lang="de-DE" dirty="0" err="1"/>
              <a:t>Failed</a:t>
            </a:r>
            <a:r>
              <a:rPr lang="de-DE" dirty="0"/>
              <a:t> erhalten soll.</a:t>
            </a:r>
          </a:p>
          <a:p>
            <a:endParaRPr lang="de-DE" dirty="0"/>
          </a:p>
          <a:p>
            <a:r>
              <a:rPr lang="de-DE" dirty="0"/>
              <a:t>Ein normales End Message Event kann dazu führen, dass die Nachricht im Monitoring als erfolgreich beziehungsweise behandelt erscheint. Mit einem Error End Event bleibt der Fehler sichtbar.</a:t>
            </a:r>
          </a:p>
          <a:p>
            <a:endParaRPr lang="de-DE" b="1" dirty="0"/>
          </a:p>
          <a:p>
            <a:r>
              <a:rPr lang="de-DE" b="1" dirty="0"/>
              <a:t>Wichtige Empfehlung</a:t>
            </a:r>
          </a:p>
          <a:p>
            <a:r>
              <a:rPr lang="de-DE" dirty="0"/>
              <a:t>Technische Diagnoseinformationen gehören ins Monitoring; externe Aufrufer erhalten eine kontrollierte, nicht sensible Fehlermeldung.</a:t>
            </a:r>
          </a:p>
          <a:p>
            <a:endParaRPr lang="de-DE" dirty="0"/>
          </a:p>
          <a:p>
            <a:r>
              <a:rPr lang="de-DE" dirty="0"/>
              <a:t>Beispiel für die Antwort an Postman:</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status</a:t>
            </a:r>
            <a:r>
              <a:rPr lang="de-DE" sz="1200" kern="1200" dirty="0">
                <a:solidFill>
                  <a:schemeClr val="tx1"/>
                </a:solidFill>
                <a:latin typeface="+mn-lt"/>
                <a:ea typeface="+mn-ea"/>
                <a:cs typeface="+mn-cs"/>
              </a:rPr>
              <a:t>": "ERROR",</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orderId</a:t>
            </a:r>
            <a:r>
              <a:rPr lang="de-DE" sz="1200" kern="1200" dirty="0">
                <a:solidFill>
                  <a:schemeClr val="tx1"/>
                </a:solidFill>
                <a:latin typeface="+mn-lt"/>
                <a:ea typeface="+mn-ea"/>
                <a:cs typeface="+mn-cs"/>
              </a:rPr>
              <a:t>": "0815",</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message</a:t>
            </a:r>
            <a:r>
              <a:rPr lang="de-DE" sz="1200" kern="1200" dirty="0">
                <a:solidFill>
                  <a:schemeClr val="tx1"/>
                </a:solidFill>
                <a:latin typeface="+mn-lt"/>
                <a:ea typeface="+mn-ea"/>
                <a:cs typeface="+mn-cs"/>
              </a:rPr>
              <a:t>": "Der Auftrag konnte nicht verarbeitet werden."</a:t>
            </a:r>
          </a:p>
          <a:p>
            <a:pPr rtl="0"/>
            <a:r>
              <a:rPr lang="de-DE" sz="1200" kern="1200" dirty="0">
                <a:solidFill>
                  <a:schemeClr val="tx1"/>
                </a:solidFill>
                <a:latin typeface="+mn-lt"/>
                <a:ea typeface="+mn-ea"/>
                <a:cs typeface="+mn-cs"/>
              </a:rPr>
              <a:t>}</a:t>
            </a:r>
          </a:p>
          <a:p>
            <a:endParaRPr lang="de-DE" dirty="0"/>
          </a:p>
          <a:p>
            <a:r>
              <a:rPr lang="de-DE" dirty="0"/>
              <a:t>Nicht an Postman ausgeben:</a:t>
            </a:r>
          </a:p>
          <a:p>
            <a:r>
              <a:rPr lang="de-DE" dirty="0"/>
              <a:t>interne URLs </a:t>
            </a:r>
          </a:p>
          <a:p>
            <a:r>
              <a:rPr lang="de-DE" dirty="0"/>
              <a:t>Benutzernamen </a:t>
            </a:r>
          </a:p>
          <a:p>
            <a:r>
              <a:rPr lang="de-DE" dirty="0" err="1"/>
              <a:t>Stacktraces</a:t>
            </a:r>
            <a:r>
              <a:rPr lang="de-DE" dirty="0"/>
              <a:t> </a:t>
            </a:r>
          </a:p>
          <a:p>
            <a:r>
              <a:rPr lang="de-DE" dirty="0" err="1"/>
              <a:t>Credentials</a:t>
            </a:r>
            <a:r>
              <a:rPr lang="de-DE" dirty="0"/>
              <a:t> </a:t>
            </a:r>
          </a:p>
          <a:p>
            <a:r>
              <a:rPr lang="de-DE" dirty="0"/>
              <a:t>vollständige Backend-Fehlermeldungen </a:t>
            </a:r>
          </a:p>
          <a:p>
            <a:endParaRPr lang="de-DE" b="1" dirty="0"/>
          </a:p>
          <a:p>
            <a:r>
              <a:rPr lang="de-DE" b="1" dirty="0"/>
              <a:t>Übergang</a:t>
            </a:r>
          </a:p>
          <a:p>
            <a:r>
              <a:rPr lang="de-DE" dirty="0"/>
              <a:t>In der Live-Demo setzen wir zunächst den Router um. Der </a:t>
            </a:r>
            <a:r>
              <a:rPr lang="de-DE" dirty="0" err="1"/>
              <a:t>Exception</a:t>
            </a:r>
            <a:r>
              <a:rPr lang="de-DE" dirty="0"/>
              <a:t> </a:t>
            </a:r>
            <a:r>
              <a:rPr lang="de-DE" dirty="0" err="1"/>
              <a:t>Subprocess</a:t>
            </a:r>
            <a:r>
              <a:rPr lang="de-DE" dirty="0"/>
              <a:t> eignet sich anschließend als Erweiterung oder als separate kurze Demonstration.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36</a:t>
            </a:fld>
            <a:endParaRPr lang="de-DE" dirty="0"/>
          </a:p>
        </p:txBody>
      </p:sp>
    </p:spTree>
    <p:extLst>
      <p:ext uri="{BB962C8B-B14F-4D97-AF65-F5344CB8AC3E}">
        <p14:creationId xmlns:p14="http://schemas.microsoft.com/office/powerpoint/2010/main" val="40463296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228600" indent="-228600">
              <a:buFont typeface="+mj-lt"/>
              <a:buAutoNum type="arabicPeriod"/>
            </a:pPr>
            <a:r>
              <a:rPr lang="de-DE" dirty="0"/>
              <a:t>Router nach dem JSON-</a:t>
            </a:r>
            <a:r>
              <a:rPr lang="de-DE" dirty="0" err="1"/>
              <a:t>to</a:t>
            </a:r>
            <a:r>
              <a:rPr lang="de-DE" dirty="0"/>
              <a:t>-XML Converter einfügen </a:t>
            </a:r>
          </a:p>
          <a:p>
            <a:pPr marL="228600" indent="-228600">
              <a:buFont typeface="+mj-lt"/>
              <a:buAutoNum type="arabicPeriod"/>
            </a:pPr>
            <a:r>
              <a:rPr lang="de-DE" dirty="0"/>
              <a:t>High-Value-Bedingung definieren </a:t>
            </a:r>
          </a:p>
          <a:p>
            <a:pPr marL="228600" indent="-228600">
              <a:buFont typeface="+mj-lt"/>
              <a:buAutoNum type="arabicPeriod"/>
            </a:pPr>
            <a:r>
              <a:rPr lang="de-DE" dirty="0"/>
              <a:t>Default Route festlegen </a:t>
            </a:r>
          </a:p>
          <a:p>
            <a:pPr marL="228600" indent="-228600">
              <a:buFont typeface="+mj-lt"/>
              <a:buAutoNum type="arabicPeriod"/>
            </a:pPr>
            <a:r>
              <a:rPr lang="de-DE" dirty="0"/>
              <a:t>Content </a:t>
            </a:r>
            <a:r>
              <a:rPr lang="de-DE" dirty="0" err="1"/>
              <a:t>Modifier</a:t>
            </a:r>
            <a:r>
              <a:rPr lang="de-DE" dirty="0"/>
              <a:t> in beide Wege einfügen </a:t>
            </a:r>
          </a:p>
          <a:p>
            <a:pPr marL="228600" indent="-228600">
              <a:buFont typeface="+mj-lt"/>
              <a:buAutoNum type="arabicPeriod"/>
            </a:pPr>
            <a:r>
              <a:rPr lang="de-DE" dirty="0"/>
              <a:t>zwei Testnachrichten senden </a:t>
            </a:r>
          </a:p>
          <a:p>
            <a:pPr marL="228600" indent="-228600">
              <a:buFont typeface="+mj-lt"/>
              <a:buAutoNum type="arabicPeriod"/>
            </a:pPr>
            <a:r>
              <a:rPr lang="de-DE" dirty="0"/>
              <a:t>Routing und Header im Trace prüfen </a:t>
            </a:r>
          </a:p>
          <a:p>
            <a:endParaRPr lang="de-DE" b="1" dirty="0"/>
          </a:p>
          <a:p>
            <a:r>
              <a:rPr lang="de-DE" b="1" dirty="0"/>
              <a:t>Testfälle</a:t>
            </a:r>
          </a:p>
          <a:p>
            <a:r>
              <a:rPr lang="de-DE" dirty="0"/>
              <a:t>Betrag 499,00</a:t>
            </a:r>
          </a:p>
          <a:p>
            <a:r>
              <a:rPr lang="de-DE" dirty="0"/>
              <a:t>Erwartete Route: Standardauftrag </a:t>
            </a:r>
            <a:r>
              <a:rPr lang="de-DE" sz="1200" kern="1200" dirty="0">
                <a:solidFill>
                  <a:schemeClr val="tx1"/>
                </a:solidFill>
                <a:latin typeface="+mn-lt"/>
                <a:ea typeface="+mn-ea"/>
                <a:cs typeface="+mn-cs"/>
              </a:rPr>
              <a:t>STANDARD</a:t>
            </a:r>
            <a:endParaRPr lang="de-DE" dirty="0"/>
          </a:p>
          <a:p>
            <a:endParaRPr lang="de-DE" dirty="0"/>
          </a:p>
          <a:p>
            <a:r>
              <a:rPr lang="de-DE" dirty="0"/>
              <a:t>Betrag 1.299,00 </a:t>
            </a:r>
          </a:p>
          <a:p>
            <a:r>
              <a:rPr lang="de-DE" dirty="0"/>
              <a:t>Erwartete Route: Hochwertiger Auftrag R</a:t>
            </a:r>
            <a:r>
              <a:rPr lang="de-DE" sz="1200" kern="1200" dirty="0">
                <a:solidFill>
                  <a:schemeClr val="tx1"/>
                </a:solidFill>
                <a:latin typeface="+mn-lt"/>
                <a:ea typeface="+mn-ea"/>
                <a:cs typeface="+mn-cs"/>
              </a:rPr>
              <a:t>HIGH_VALUE</a:t>
            </a:r>
            <a:endParaRPr lang="de-DE" dirty="0"/>
          </a:p>
          <a:p>
            <a:br>
              <a:rPr lang="de-DE" dirty="0"/>
            </a:br>
            <a:endParaRPr lang="de-DE" dirty="0"/>
          </a:p>
          <a:p>
            <a:r>
              <a:rPr lang="de-DE" dirty="0"/>
              <a:t>Wir erweitern unseren Integration Flow jetzt um einen Content-</a:t>
            </a:r>
            <a:r>
              <a:rPr lang="de-DE" dirty="0" err="1"/>
              <a:t>Based</a:t>
            </a:r>
            <a:r>
              <a:rPr lang="de-DE" dirty="0"/>
              <a:t> Router.</a:t>
            </a:r>
          </a:p>
          <a:p>
            <a:r>
              <a:rPr lang="de-DE" dirty="0"/>
              <a:t>Aufträge ab einem Betrag von 1.000 Euro sollen als hochwertige Aufträge gekennzeichnet werden. Alle übrigen Aufträge gelten als Standardaufträge.</a:t>
            </a:r>
          </a:p>
          <a:p>
            <a:r>
              <a:rPr lang="de-DE" dirty="0"/>
              <a:t>Beide Arten werden weiterhin an dasselbe ABAP-System übertragen. Der Router dient in dieser ersten Ausbaustufe nur dazu, unterschiedliche Verarbeitungswege sichtbar zu machen und einen entsprechenden Header zu setzen.“</a:t>
            </a:r>
          </a:p>
          <a:p>
            <a:br>
              <a:rPr lang="de-DE" dirty="0"/>
            </a:br>
            <a:endParaRPr lang="de-DE" dirty="0"/>
          </a:p>
          <a:p>
            <a:r>
              <a:rPr lang="de-DE" b="1" dirty="0"/>
              <a:t>Schritt 1: Router einfügen</a:t>
            </a:r>
          </a:p>
          <a:p>
            <a:r>
              <a:rPr lang="de-DE" dirty="0"/>
              <a:t>Bisher:</a:t>
            </a:r>
          </a:p>
          <a:p>
            <a:pPr rtl="0"/>
            <a:r>
              <a:rPr lang="de-DE" sz="1200" kern="1200" dirty="0">
                <a:solidFill>
                  <a:schemeClr val="tx1"/>
                </a:solidFill>
                <a:latin typeface="+mn-lt"/>
                <a:ea typeface="+mn-ea"/>
                <a:cs typeface="+mn-cs"/>
              </a:rPr>
              <a:t>JSON-</a:t>
            </a:r>
            <a:r>
              <a:rPr lang="de-DE" sz="1200" kern="1200" dirty="0" err="1">
                <a:solidFill>
                  <a:schemeClr val="tx1"/>
                </a:solidFill>
                <a:latin typeface="+mn-lt"/>
                <a:ea typeface="+mn-ea"/>
                <a:cs typeface="+mn-cs"/>
              </a:rPr>
              <a:t>to</a:t>
            </a:r>
            <a:r>
              <a:rPr lang="de-DE" sz="1200" kern="1200" dirty="0">
                <a:solidFill>
                  <a:schemeClr val="tx1"/>
                </a:solidFill>
                <a:latin typeface="+mn-lt"/>
                <a:ea typeface="+mn-ea"/>
                <a:cs typeface="+mn-cs"/>
              </a:rPr>
              <a:t>-XML Converter → Message Mapping</a:t>
            </a:r>
          </a:p>
          <a:p>
            <a:r>
              <a:rPr lang="de-DE" dirty="0"/>
              <a:t>Neu:</a:t>
            </a:r>
          </a:p>
          <a:p>
            <a:pPr rtl="0"/>
            <a:r>
              <a:rPr lang="de-DE" sz="1200" kern="1200" dirty="0">
                <a:solidFill>
                  <a:schemeClr val="tx1"/>
                </a:solidFill>
                <a:latin typeface="+mn-lt"/>
                <a:ea typeface="+mn-ea"/>
                <a:cs typeface="+mn-cs"/>
              </a:rPr>
              <a:t>JSON-</a:t>
            </a:r>
            <a:r>
              <a:rPr lang="de-DE" sz="1200" kern="1200" dirty="0" err="1">
                <a:solidFill>
                  <a:schemeClr val="tx1"/>
                </a:solidFill>
                <a:latin typeface="+mn-lt"/>
                <a:ea typeface="+mn-ea"/>
                <a:cs typeface="+mn-cs"/>
              </a:rPr>
              <a:t>to</a:t>
            </a:r>
            <a:r>
              <a:rPr lang="de-DE" sz="1200" kern="1200" dirty="0">
                <a:solidFill>
                  <a:schemeClr val="tx1"/>
                </a:solidFill>
                <a:latin typeface="+mn-lt"/>
                <a:ea typeface="+mn-ea"/>
                <a:cs typeface="+mn-cs"/>
              </a:rPr>
              <a:t>-XML Converter → Router → Message Mapping</a:t>
            </a:r>
          </a:p>
          <a:p>
            <a:r>
              <a:rPr lang="de-DE" dirty="0"/>
              <a:t>Der Router wird nach dem Converter eingefügt, weil seine Bedingung mit </a:t>
            </a:r>
            <a:r>
              <a:rPr lang="de-DE" dirty="0" err="1"/>
              <a:t>XPath</a:t>
            </a:r>
            <a:r>
              <a:rPr lang="de-DE" dirty="0"/>
              <a:t> auf die XML-Nachricht zugreift.</a:t>
            </a:r>
          </a:p>
          <a:p>
            <a:endParaRPr lang="de-DE" b="1" dirty="0"/>
          </a:p>
          <a:p>
            <a:r>
              <a:rPr lang="de-DE" dirty="0"/>
              <a:t>Der Router wird nach dem JSON-</a:t>
            </a:r>
            <a:r>
              <a:rPr lang="de-DE" dirty="0" err="1"/>
              <a:t>to</a:t>
            </a:r>
            <a:r>
              <a:rPr lang="de-DE" dirty="0"/>
              <a:t>-XML Converter positioniert. An dieser Stelle liegt der Body bereits als XML im fachlichen Webshop-Modell vor.</a:t>
            </a:r>
          </a:p>
          <a:p>
            <a:r>
              <a:rPr lang="de-DE" dirty="0"/>
              <a:t>Damit können wir den Betrag mit einem </a:t>
            </a:r>
            <a:r>
              <a:rPr lang="de-DE" dirty="0" err="1"/>
              <a:t>XPath</a:t>
            </a:r>
            <a:r>
              <a:rPr lang="de-DE" dirty="0"/>
              <a:t>-Ausdruck auslesen.</a:t>
            </a:r>
          </a:p>
          <a:p>
            <a:br>
              <a:rPr lang="de-DE" dirty="0"/>
            </a:br>
            <a:endParaRPr lang="de-DE" dirty="0"/>
          </a:p>
          <a:p>
            <a:r>
              <a:rPr lang="de-DE" b="1" dirty="0"/>
              <a:t>Schritt 2: High-Value-Route konfigurieren</a:t>
            </a:r>
          </a:p>
          <a:p>
            <a:r>
              <a:rPr lang="de-DE" dirty="0"/>
              <a:t>Für die erste Route:</a:t>
            </a:r>
          </a:p>
          <a:p>
            <a:pPr rtl="0"/>
            <a:r>
              <a:rPr lang="de-DE" sz="1200" kern="1200" dirty="0">
                <a:solidFill>
                  <a:schemeClr val="tx1"/>
                </a:solidFill>
                <a:latin typeface="+mn-lt"/>
                <a:ea typeface="+mn-ea"/>
                <a:cs typeface="+mn-cs"/>
              </a:rPr>
              <a:t>Name:           High Value</a:t>
            </a:r>
          </a:p>
          <a:p>
            <a:pPr rtl="0"/>
            <a:r>
              <a:rPr lang="de-DE" sz="1200" kern="1200" dirty="0">
                <a:solidFill>
                  <a:schemeClr val="tx1"/>
                </a:solidFill>
                <a:latin typeface="+mn-lt"/>
                <a:ea typeface="+mn-ea"/>
                <a:cs typeface="+mn-cs"/>
              </a:rPr>
              <a:t>Expression Type: </a:t>
            </a:r>
            <a:r>
              <a:rPr lang="de-DE" sz="1200" kern="1200" dirty="0" err="1">
                <a:solidFill>
                  <a:schemeClr val="tx1"/>
                </a:solidFill>
                <a:latin typeface="+mn-lt"/>
                <a:ea typeface="+mn-ea"/>
                <a:cs typeface="+mn-cs"/>
              </a:rPr>
              <a:t>XPath</a:t>
            </a:r>
            <a:endParaRPr lang="de-DE" sz="1200" kern="1200" dirty="0">
              <a:solidFill>
                <a:schemeClr val="tx1"/>
              </a:solidFill>
              <a:latin typeface="+mn-lt"/>
              <a:ea typeface="+mn-ea"/>
              <a:cs typeface="+mn-cs"/>
            </a:endParaRPr>
          </a:p>
          <a:p>
            <a:pPr rtl="0"/>
            <a:r>
              <a:rPr lang="de-DE" sz="1200" kern="1200" dirty="0" err="1">
                <a:solidFill>
                  <a:schemeClr val="tx1"/>
                </a:solidFill>
                <a:latin typeface="+mn-lt"/>
                <a:ea typeface="+mn-ea"/>
                <a:cs typeface="+mn-cs"/>
              </a:rPr>
              <a:t>Condition</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a:t>
            </a:r>
            <a:r>
              <a:rPr lang="de-DE" sz="1200" kern="1200" dirty="0">
                <a:solidFill>
                  <a:schemeClr val="tx1"/>
                </a:solidFill>
                <a:latin typeface="+mn-lt"/>
                <a:ea typeface="+mn-ea"/>
                <a:cs typeface="+mn-cs"/>
              </a:rPr>
              <a:t>/total/</a:t>
            </a:r>
            <a:r>
              <a:rPr lang="de-DE" sz="1200" kern="1200" dirty="0" err="1">
                <a:solidFill>
                  <a:schemeClr val="tx1"/>
                </a:solidFill>
                <a:latin typeface="+mn-lt"/>
                <a:ea typeface="+mn-ea"/>
                <a:cs typeface="+mn-cs"/>
              </a:rPr>
              <a:t>amount</a:t>
            </a:r>
            <a:r>
              <a:rPr lang="de-DE" sz="1200" kern="1200" dirty="0">
                <a:solidFill>
                  <a:schemeClr val="tx1"/>
                </a:solidFill>
                <a:latin typeface="+mn-lt"/>
                <a:ea typeface="+mn-ea"/>
                <a:cs typeface="+mn-cs"/>
              </a:rPr>
              <a:t> &gt;= 1000</a:t>
            </a:r>
          </a:p>
          <a:p>
            <a:r>
              <a:rPr lang="de-DE" dirty="0"/>
              <a:t>Je nach Editor kann der </a:t>
            </a:r>
            <a:r>
              <a:rPr lang="de-DE" dirty="0" err="1"/>
              <a:t>XPath</a:t>
            </a:r>
            <a:r>
              <a:rPr lang="de-DE" dirty="0"/>
              <a:t>-Ausdruck auch als boolescher Ausdruck eingegeben werden:</a:t>
            </a:r>
          </a:p>
          <a:p>
            <a:pPr rtl="0"/>
            <a:r>
              <a:rPr lang="de-DE" sz="1200" kern="1200" dirty="0" err="1">
                <a:solidFill>
                  <a:schemeClr val="tx1"/>
                </a:solidFill>
                <a:latin typeface="+mn-lt"/>
                <a:ea typeface="+mn-ea"/>
                <a:cs typeface="+mn-cs"/>
              </a:rPr>
              <a:t>number</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order</a:t>
            </a:r>
            <a:r>
              <a:rPr lang="de-DE" sz="1200" kern="1200" dirty="0">
                <a:solidFill>
                  <a:schemeClr val="tx1"/>
                </a:solidFill>
                <a:latin typeface="+mn-lt"/>
                <a:ea typeface="+mn-ea"/>
                <a:cs typeface="+mn-cs"/>
              </a:rPr>
              <a:t>/total/</a:t>
            </a:r>
            <a:r>
              <a:rPr lang="de-DE" sz="1200" kern="1200" dirty="0" err="1">
                <a:solidFill>
                  <a:schemeClr val="tx1"/>
                </a:solidFill>
                <a:latin typeface="+mn-lt"/>
                <a:ea typeface="+mn-ea"/>
                <a:cs typeface="+mn-cs"/>
              </a:rPr>
              <a:t>amount</a:t>
            </a:r>
            <a:r>
              <a:rPr lang="de-DE" sz="1200" kern="1200" dirty="0">
                <a:solidFill>
                  <a:schemeClr val="tx1"/>
                </a:solidFill>
                <a:latin typeface="+mn-lt"/>
                <a:ea typeface="+mn-ea"/>
                <a:cs typeface="+mn-cs"/>
              </a:rPr>
              <a:t>) &gt;= 1000</a:t>
            </a:r>
          </a:p>
          <a:p>
            <a:endParaRPr lang="de-DE" b="1" dirty="0"/>
          </a:p>
          <a:p>
            <a:r>
              <a:rPr lang="de-DE" dirty="0"/>
              <a:t>Die Route wird gewählt, wenn der Betrag mindestens 1.000 beträgt. Mit </a:t>
            </a:r>
            <a:r>
              <a:rPr lang="de-DE" sz="1200" kern="1200" dirty="0" err="1">
                <a:solidFill>
                  <a:schemeClr val="tx1"/>
                </a:solidFill>
                <a:latin typeface="+mn-lt"/>
                <a:ea typeface="+mn-ea"/>
                <a:cs typeface="+mn-cs"/>
              </a:rPr>
              <a:t>number</a:t>
            </a:r>
            <a:r>
              <a:rPr lang="de-DE" sz="1200" kern="1200" dirty="0">
                <a:solidFill>
                  <a:schemeClr val="tx1"/>
                </a:solidFill>
                <a:latin typeface="+mn-lt"/>
                <a:ea typeface="+mn-ea"/>
                <a:cs typeface="+mn-cs"/>
              </a:rPr>
              <a:t>()</a:t>
            </a:r>
            <a:r>
              <a:rPr lang="de-DE" dirty="0"/>
              <a:t> stellen wir sicher, dass der Inhalt als Zahl verglichen wird.</a:t>
            </a:r>
          </a:p>
          <a:p>
            <a:r>
              <a:rPr lang="de-DE" dirty="0"/>
              <a:t>Da unser XML keine Namespaces verwendet, bleibt der </a:t>
            </a:r>
            <a:r>
              <a:rPr lang="de-DE" dirty="0" err="1"/>
              <a:t>XPath</a:t>
            </a:r>
            <a:r>
              <a:rPr lang="de-DE" dirty="0"/>
              <a:t>-Ausdruck übersichtlich. Bei XML-Dokumenten mit Namespaces müssten diese zusätzlich im Integration Flow bekannt gemacht werden.</a:t>
            </a:r>
          </a:p>
          <a:p>
            <a:br>
              <a:rPr lang="de-DE" dirty="0"/>
            </a:br>
            <a:r>
              <a:rPr lang="de-DE" b="1" dirty="0"/>
              <a:t>Schritt 3: Default Route anlegen</a:t>
            </a:r>
          </a:p>
          <a:p>
            <a:r>
              <a:rPr lang="de-DE" dirty="0"/>
              <a:t>Zweite Route:</a:t>
            </a:r>
          </a:p>
          <a:p>
            <a:pPr rtl="0"/>
            <a:r>
              <a:rPr lang="de-DE" sz="1200" kern="1200" dirty="0">
                <a:solidFill>
                  <a:schemeClr val="tx1"/>
                </a:solidFill>
                <a:latin typeface="+mn-lt"/>
                <a:ea typeface="+mn-ea"/>
                <a:cs typeface="+mn-cs"/>
              </a:rPr>
              <a:t>Name: Standard</a:t>
            </a:r>
          </a:p>
          <a:p>
            <a:pPr rtl="0"/>
            <a:r>
              <a:rPr lang="de-DE" sz="1200" kern="1200" dirty="0">
                <a:solidFill>
                  <a:schemeClr val="tx1"/>
                </a:solidFill>
                <a:latin typeface="+mn-lt"/>
                <a:ea typeface="+mn-ea"/>
                <a:cs typeface="+mn-cs"/>
              </a:rPr>
              <a:t>Default Route: aktiviert</a:t>
            </a:r>
          </a:p>
          <a:p>
            <a:endParaRPr lang="de-DE" b="1" dirty="0"/>
          </a:p>
          <a:p>
            <a:r>
              <a:rPr lang="de-DE" dirty="0"/>
              <a:t>Die zweite Route wird als Default Route markiert. Sie verarbeitet alle Nachrichten, auf die keine andere Bedingung zutrifft.</a:t>
            </a:r>
          </a:p>
          <a:p>
            <a:r>
              <a:rPr lang="de-DE" dirty="0"/>
              <a:t>Damit erhält auch ein Auftrag unterhalb von 1.000 Euro einen gültigen Verarbeitungsweg.</a:t>
            </a:r>
          </a:p>
          <a:p>
            <a:br>
              <a:rPr lang="de-DE" dirty="0"/>
            </a:br>
            <a:endParaRPr lang="de-DE" dirty="0"/>
          </a:p>
          <a:p>
            <a:r>
              <a:rPr lang="de-DE" b="1" dirty="0"/>
              <a:t>Schritt 4: Content </a:t>
            </a:r>
            <a:r>
              <a:rPr lang="de-DE" b="1" dirty="0" err="1"/>
              <a:t>Modifier</a:t>
            </a:r>
            <a:r>
              <a:rPr lang="de-DE" b="1" dirty="0"/>
              <a:t> konfigurieren</a:t>
            </a:r>
          </a:p>
          <a:p>
            <a:r>
              <a:rPr lang="de-DE" dirty="0"/>
              <a:t>High-Value-Zweig:</a:t>
            </a:r>
          </a:p>
          <a:p>
            <a:pPr rtl="0"/>
            <a:r>
              <a:rPr lang="de-DE" sz="1200" kern="1200" dirty="0">
                <a:solidFill>
                  <a:schemeClr val="tx1"/>
                </a:solidFill>
                <a:latin typeface="+mn-lt"/>
                <a:ea typeface="+mn-ea"/>
                <a:cs typeface="+mn-cs"/>
              </a:rPr>
              <a:t>Message Header</a:t>
            </a:r>
          </a:p>
          <a:p>
            <a:pPr rtl="0"/>
            <a:r>
              <a:rPr lang="de-DE" sz="1200" kern="1200" dirty="0" err="1">
                <a:solidFill>
                  <a:schemeClr val="tx1"/>
                </a:solidFill>
                <a:latin typeface="+mn-lt"/>
                <a:ea typeface="+mn-ea"/>
                <a:cs typeface="+mn-cs"/>
              </a:rPr>
              <a:t>OrderCategory</a:t>
            </a:r>
            <a:r>
              <a:rPr lang="de-DE" sz="1200" kern="1200" dirty="0">
                <a:solidFill>
                  <a:schemeClr val="tx1"/>
                </a:solidFill>
                <a:latin typeface="+mn-lt"/>
                <a:ea typeface="+mn-ea"/>
                <a:cs typeface="+mn-cs"/>
              </a:rPr>
              <a:t> = HIGH_VALUE</a:t>
            </a:r>
          </a:p>
          <a:p>
            <a:r>
              <a:rPr lang="de-DE" dirty="0"/>
              <a:t>Standardzweig:</a:t>
            </a:r>
          </a:p>
          <a:p>
            <a:pPr rtl="0"/>
            <a:r>
              <a:rPr lang="de-DE" sz="1200" kern="1200" dirty="0">
                <a:solidFill>
                  <a:schemeClr val="tx1"/>
                </a:solidFill>
                <a:latin typeface="+mn-lt"/>
                <a:ea typeface="+mn-ea"/>
                <a:cs typeface="+mn-cs"/>
              </a:rPr>
              <a:t>Message Header</a:t>
            </a:r>
          </a:p>
          <a:p>
            <a:pPr rtl="0"/>
            <a:r>
              <a:rPr lang="de-DE" sz="1200" kern="1200" dirty="0" err="1">
                <a:solidFill>
                  <a:schemeClr val="tx1"/>
                </a:solidFill>
                <a:latin typeface="+mn-lt"/>
                <a:ea typeface="+mn-ea"/>
                <a:cs typeface="+mn-cs"/>
              </a:rPr>
              <a:t>OrderCategory</a:t>
            </a:r>
            <a:r>
              <a:rPr lang="de-DE" sz="1200" kern="1200" dirty="0">
                <a:solidFill>
                  <a:schemeClr val="tx1"/>
                </a:solidFill>
                <a:latin typeface="+mn-lt"/>
                <a:ea typeface="+mn-ea"/>
                <a:cs typeface="+mn-cs"/>
              </a:rPr>
              <a:t> = STANDARD</a:t>
            </a:r>
          </a:p>
          <a:p>
            <a:r>
              <a:rPr lang="de-DE" dirty="0"/>
              <a:t>Optional zusätzlich:</a:t>
            </a:r>
          </a:p>
          <a:p>
            <a:pPr rtl="0"/>
            <a:r>
              <a:rPr lang="de-DE" sz="1200" kern="1200" dirty="0">
                <a:solidFill>
                  <a:schemeClr val="tx1"/>
                </a:solidFill>
                <a:latin typeface="+mn-lt"/>
                <a:ea typeface="+mn-ea"/>
                <a:cs typeface="+mn-cs"/>
              </a:rPr>
              <a:t>Exchange Property</a:t>
            </a:r>
          </a:p>
          <a:p>
            <a:pPr rtl="0"/>
            <a:r>
              <a:rPr lang="de-DE" sz="1200" kern="1200" dirty="0" err="1">
                <a:solidFill>
                  <a:schemeClr val="tx1"/>
                </a:solidFill>
                <a:latin typeface="+mn-lt"/>
                <a:ea typeface="+mn-ea"/>
                <a:cs typeface="+mn-cs"/>
              </a:rPr>
              <a:t>OriginalOrderId</a:t>
            </a:r>
            <a:r>
              <a:rPr lang="de-DE" sz="1200" kern="1200" dirty="0">
                <a:solidFill>
                  <a:schemeClr val="tx1"/>
                </a:solidFill>
                <a:latin typeface="+mn-lt"/>
                <a:ea typeface="+mn-ea"/>
                <a:cs typeface="+mn-cs"/>
              </a:rPr>
              <a:t> = /</a:t>
            </a:r>
            <a:r>
              <a:rPr lang="de-DE" sz="1200" kern="1200" dirty="0" err="1">
                <a:solidFill>
                  <a:schemeClr val="tx1"/>
                </a:solidFill>
                <a:latin typeface="+mn-lt"/>
                <a:ea typeface="+mn-ea"/>
                <a:cs typeface="+mn-cs"/>
              </a:rPr>
              <a:t>order</a:t>
            </a:r>
            <a:r>
              <a:rPr lang="de-DE" sz="1200" kern="1200" dirty="0">
                <a:solidFill>
                  <a:schemeClr val="tx1"/>
                </a:solidFill>
                <a:latin typeface="+mn-lt"/>
                <a:ea typeface="+mn-ea"/>
                <a:cs typeface="+mn-cs"/>
              </a:rPr>
              <a:t>/</a:t>
            </a:r>
            <a:r>
              <a:rPr lang="de-DE" sz="1200" kern="1200" dirty="0" err="1">
                <a:solidFill>
                  <a:schemeClr val="tx1"/>
                </a:solidFill>
                <a:latin typeface="+mn-lt"/>
                <a:ea typeface="+mn-ea"/>
                <a:cs typeface="+mn-cs"/>
              </a:rPr>
              <a:t>id</a:t>
            </a:r>
            <a:endParaRPr lang="de-DE" sz="1200" kern="1200" dirty="0">
              <a:solidFill>
                <a:schemeClr val="tx1"/>
              </a:solidFill>
              <a:latin typeface="+mn-lt"/>
              <a:ea typeface="+mn-ea"/>
              <a:cs typeface="+mn-cs"/>
            </a:endParaRPr>
          </a:p>
          <a:p>
            <a:endParaRPr lang="de-DE" b="1" dirty="0"/>
          </a:p>
          <a:p>
            <a:r>
              <a:rPr lang="de-DE" dirty="0"/>
              <a:t>In jedem Zweig setzen wir mit einem Content </a:t>
            </a:r>
            <a:r>
              <a:rPr lang="de-DE" dirty="0" err="1"/>
              <a:t>Modifier</a:t>
            </a:r>
            <a:r>
              <a:rPr lang="de-DE" dirty="0"/>
              <a:t> den Header </a:t>
            </a:r>
            <a:r>
              <a:rPr lang="de-DE" sz="1200" kern="1200" dirty="0" err="1">
                <a:solidFill>
                  <a:schemeClr val="tx1"/>
                </a:solidFill>
                <a:latin typeface="+mn-lt"/>
                <a:ea typeface="+mn-ea"/>
                <a:cs typeface="+mn-cs"/>
              </a:rPr>
              <a:t>OrderCategory</a:t>
            </a:r>
            <a:r>
              <a:rPr lang="de-DE" dirty="0"/>
              <a:t>.</a:t>
            </a:r>
          </a:p>
          <a:p>
            <a:r>
              <a:rPr lang="de-DE" dirty="0"/>
              <a:t>Der fachliche Body bleibt unverändert. Beide Zweige können deshalb anschließend wieder zum gleichen Message Mapping führen.</a:t>
            </a:r>
          </a:p>
          <a:p>
            <a:br>
              <a:rPr lang="de-DE" dirty="0"/>
            </a:br>
            <a:endParaRPr lang="de-DE" dirty="0"/>
          </a:p>
          <a:p>
            <a:r>
              <a:rPr lang="de-DE" b="1" dirty="0"/>
              <a:t>Schritt 5: Standardauftrag testen</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"0816",</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 "Klein GmbH"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"total":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amount</a:t>
            </a:r>
            <a:r>
              <a:rPr lang="de-DE" sz="1200" kern="1200" dirty="0">
                <a:solidFill>
                  <a:schemeClr val="tx1"/>
                </a:solidFill>
                <a:latin typeface="+mn-lt"/>
                <a:ea typeface="+mn-ea"/>
                <a:cs typeface="+mn-cs"/>
              </a:rPr>
              <a:t>": 499.00,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a:t>
            </a:r>
            <a:r>
              <a:rPr lang="de-DE" sz="1200" kern="1200" dirty="0">
                <a:solidFill>
                  <a:schemeClr val="tx1"/>
                </a:solidFill>
                <a:latin typeface="+mn-lt"/>
                <a:ea typeface="+mn-ea"/>
                <a:cs typeface="+mn-cs"/>
              </a:rPr>
              <a:t>": "EUR"</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r>
              <a:rPr lang="de-DE" dirty="0"/>
              <a:t>Erwartung:</a:t>
            </a:r>
          </a:p>
          <a:p>
            <a:pPr rtl="0"/>
            <a:r>
              <a:rPr lang="de-DE" sz="1200" kern="1200" dirty="0" err="1">
                <a:solidFill>
                  <a:schemeClr val="tx1"/>
                </a:solidFill>
                <a:latin typeface="+mn-lt"/>
                <a:ea typeface="+mn-ea"/>
                <a:cs typeface="+mn-cs"/>
              </a:rPr>
              <a:t>OrderCategory</a:t>
            </a:r>
            <a:r>
              <a:rPr lang="de-DE" sz="1200" kern="1200" dirty="0">
                <a:solidFill>
                  <a:schemeClr val="tx1"/>
                </a:solidFill>
                <a:latin typeface="+mn-lt"/>
                <a:ea typeface="+mn-ea"/>
                <a:cs typeface="+mn-cs"/>
              </a:rPr>
              <a:t> = STANDARD</a:t>
            </a:r>
          </a:p>
          <a:p>
            <a:endParaRPr lang="de-DE" b="1" dirty="0"/>
          </a:p>
          <a:p>
            <a:r>
              <a:rPr lang="de-DE" dirty="0"/>
              <a:t>Der erste Auftrag liegt unterhalb des Grenzwerts. Deshalb muss die Default Route ausgeführt werden.</a:t>
            </a:r>
          </a:p>
          <a:p>
            <a:br>
              <a:rPr lang="de-DE" dirty="0"/>
            </a:br>
            <a:r>
              <a:rPr lang="de-DE" b="1" dirty="0"/>
              <a:t>Schritt 6: hochwertigen Auftrag testen</a:t>
            </a:r>
          </a:p>
          <a:p>
            <a:pPr rtl="0"/>
            <a:r>
              <a:rPr lang="de-DE" sz="1200" kern="1200" dirty="0">
                <a:solidFill>
                  <a:schemeClr val="tx1"/>
                </a:solidFill>
                <a:latin typeface="+mn-lt"/>
                <a:ea typeface="+mn-ea"/>
                <a:cs typeface="+mn-cs"/>
              </a:rPr>
              <a:t>{</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order</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id</a:t>
            </a:r>
            <a:r>
              <a:rPr lang="de-DE" sz="1200" kern="1200" dirty="0">
                <a:solidFill>
                  <a:schemeClr val="tx1"/>
                </a:solidFill>
                <a:latin typeface="+mn-lt"/>
                <a:ea typeface="+mn-ea"/>
                <a:cs typeface="+mn-cs"/>
              </a:rPr>
              <a:t>": "0817",</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customer</a:t>
            </a:r>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name</a:t>
            </a:r>
            <a:r>
              <a:rPr lang="de-DE" sz="1200" kern="1200" dirty="0">
                <a:solidFill>
                  <a:schemeClr val="tx1"/>
                </a:solidFill>
                <a:latin typeface="+mn-lt"/>
                <a:ea typeface="+mn-ea"/>
                <a:cs typeface="+mn-cs"/>
              </a:rPr>
              <a:t>": "Müller GmbH"</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"total": {</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amount</a:t>
            </a:r>
            <a:r>
              <a:rPr lang="de-DE" sz="1200" kern="1200" dirty="0">
                <a:solidFill>
                  <a:schemeClr val="tx1"/>
                </a:solidFill>
                <a:latin typeface="+mn-lt"/>
                <a:ea typeface="+mn-ea"/>
                <a:cs typeface="+mn-cs"/>
              </a:rPr>
              <a:t>": 1299.00,</a:t>
            </a:r>
          </a:p>
          <a:p>
            <a:pPr rtl="0"/>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currency</a:t>
            </a:r>
            <a:r>
              <a:rPr lang="de-DE" sz="1200" kern="1200" dirty="0">
                <a:solidFill>
                  <a:schemeClr val="tx1"/>
                </a:solidFill>
                <a:latin typeface="+mn-lt"/>
                <a:ea typeface="+mn-ea"/>
                <a:cs typeface="+mn-cs"/>
              </a:rPr>
              <a:t>": "EUR"</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  }</a:t>
            </a:r>
          </a:p>
          <a:p>
            <a:pPr rtl="0"/>
            <a:r>
              <a:rPr lang="de-DE" sz="1200" kern="1200" dirty="0">
                <a:solidFill>
                  <a:schemeClr val="tx1"/>
                </a:solidFill>
                <a:latin typeface="+mn-lt"/>
                <a:ea typeface="+mn-ea"/>
                <a:cs typeface="+mn-cs"/>
              </a:rPr>
              <a:t>}</a:t>
            </a:r>
          </a:p>
          <a:p>
            <a:r>
              <a:rPr lang="de-DE" dirty="0"/>
              <a:t>Erwartung:</a:t>
            </a:r>
          </a:p>
          <a:p>
            <a:pPr rtl="0"/>
            <a:r>
              <a:rPr lang="de-DE" sz="1200" kern="1200" dirty="0" err="1">
                <a:solidFill>
                  <a:schemeClr val="tx1"/>
                </a:solidFill>
                <a:latin typeface="+mn-lt"/>
                <a:ea typeface="+mn-ea"/>
                <a:cs typeface="+mn-cs"/>
              </a:rPr>
              <a:t>OrderCategory</a:t>
            </a:r>
            <a:r>
              <a:rPr lang="de-DE" sz="1200" kern="1200" dirty="0">
                <a:solidFill>
                  <a:schemeClr val="tx1"/>
                </a:solidFill>
                <a:latin typeface="+mn-lt"/>
                <a:ea typeface="+mn-ea"/>
                <a:cs typeface="+mn-cs"/>
              </a:rPr>
              <a:t> = HIGH_VALUE</a:t>
            </a:r>
          </a:p>
          <a:p>
            <a:endParaRPr lang="de-DE" b="1" dirty="0"/>
          </a:p>
          <a:p>
            <a:r>
              <a:rPr lang="de-DE" dirty="0"/>
              <a:t>Der zweite Auftrag erfüllt die High-Value-Bedingung. Der Router wählt deshalb den oberen Zweig und der Content </a:t>
            </a:r>
            <a:r>
              <a:rPr lang="de-DE" dirty="0" err="1"/>
              <a:t>Modifier</a:t>
            </a:r>
            <a:r>
              <a:rPr lang="de-DE" dirty="0"/>
              <a:t> setzt den entsprechenden Header.</a:t>
            </a:r>
          </a:p>
          <a:p>
            <a:br>
              <a:rPr lang="de-DE" dirty="0"/>
            </a:br>
            <a:r>
              <a:rPr lang="de-DE" b="1" dirty="0"/>
              <a:t>Schritt 7: Trace vergleichen</a:t>
            </a:r>
          </a:p>
          <a:p>
            <a:r>
              <a:rPr lang="de-DE" dirty="0"/>
              <a:t>Im Trace zeigen:</a:t>
            </a:r>
          </a:p>
          <a:p>
            <a:r>
              <a:rPr lang="de-DE" dirty="0"/>
              <a:t>XML nach dem Converter </a:t>
            </a:r>
          </a:p>
          <a:p>
            <a:r>
              <a:rPr lang="de-DE" dirty="0"/>
              <a:t>gewählte Router-Verzweigung </a:t>
            </a:r>
          </a:p>
          <a:p>
            <a:r>
              <a:rPr lang="de-DE" dirty="0"/>
              <a:t>gesetzten Header </a:t>
            </a:r>
            <a:r>
              <a:rPr lang="de-DE" sz="1200" kern="1200" dirty="0" err="1">
                <a:solidFill>
                  <a:schemeClr val="tx1"/>
                </a:solidFill>
                <a:latin typeface="+mn-lt"/>
                <a:ea typeface="+mn-ea"/>
                <a:cs typeface="+mn-cs"/>
              </a:rPr>
              <a:t>OrderCategory</a:t>
            </a:r>
            <a:r>
              <a:rPr lang="de-DE" dirty="0"/>
              <a:t> </a:t>
            </a:r>
          </a:p>
          <a:p>
            <a:r>
              <a:rPr lang="de-DE" dirty="0"/>
              <a:t>unveränderten Body </a:t>
            </a:r>
          </a:p>
          <a:p>
            <a:r>
              <a:rPr lang="de-DE" dirty="0"/>
              <a:t>Ergebnis nach dem Message Mapping </a:t>
            </a:r>
          </a:p>
          <a:p>
            <a:endParaRPr lang="de-DE" b="1" dirty="0"/>
          </a:p>
          <a:p>
            <a:r>
              <a:rPr lang="de-DE" dirty="0"/>
              <a:t>„Im Trace erkennen wir, welchen Zweig die Nachricht durchlaufen hat. Außerdem sehen wir den gesetzten Header.</a:t>
            </a:r>
          </a:p>
          <a:p>
            <a:r>
              <a:rPr lang="de-DE" dirty="0"/>
              <a:t>Der Body ist in beiden Zweigen unverändert. Der Router steuert also die Verarbeitung, ohne das fachliche Datenmodell zu verändern.“</a:t>
            </a:r>
          </a:p>
          <a:p>
            <a:br>
              <a:rPr lang="de-DE" dirty="0"/>
            </a:br>
            <a:endParaRPr lang="de-DE" dirty="0"/>
          </a:p>
          <a:p>
            <a:r>
              <a:rPr lang="de-DE" b="1" dirty="0"/>
              <a:t>Abschluss des Abschnitts</a:t>
            </a:r>
          </a:p>
          <a:p>
            <a:r>
              <a:rPr lang="de-DE" dirty="0"/>
              <a:t>Mit Enterprise Integration Patterns können wir Integrationsprozesse aus bewährten, allgemein verständlichen Lösungsbausteinen zusammensetzen:</a:t>
            </a:r>
          </a:p>
          <a:p>
            <a:r>
              <a:rPr lang="de-DE" dirty="0"/>
              <a:t>Der Content </a:t>
            </a:r>
            <a:r>
              <a:rPr lang="de-DE" dirty="0" err="1"/>
              <a:t>Modifier</a:t>
            </a:r>
            <a:r>
              <a:rPr lang="de-DE" dirty="0"/>
              <a:t> ergänzt Kontext. </a:t>
            </a:r>
          </a:p>
          <a:p>
            <a:r>
              <a:rPr lang="de-DE" dirty="0"/>
              <a:t>Der Router wählt einen Weg. </a:t>
            </a:r>
          </a:p>
          <a:p>
            <a:r>
              <a:rPr lang="de-DE" dirty="0"/>
              <a:t>Multicast aktiviert mehrere Wege. </a:t>
            </a:r>
          </a:p>
          <a:p>
            <a:r>
              <a:rPr lang="de-DE" dirty="0"/>
              <a:t>Der Splitter erzeugt einzelne Nachrichten. </a:t>
            </a:r>
          </a:p>
          <a:p>
            <a:r>
              <a:rPr lang="de-DE" dirty="0"/>
              <a:t>Der </a:t>
            </a:r>
            <a:r>
              <a:rPr lang="de-DE" dirty="0" err="1"/>
              <a:t>Exception</a:t>
            </a:r>
            <a:r>
              <a:rPr lang="de-DE" dirty="0"/>
              <a:t> </a:t>
            </a:r>
            <a:r>
              <a:rPr lang="de-DE" dirty="0" err="1"/>
              <a:t>Subprocess</a:t>
            </a:r>
            <a:r>
              <a:rPr lang="de-DE" dirty="0"/>
              <a:t> behandelt Fehler. </a:t>
            </a:r>
          </a:p>
          <a:p>
            <a:r>
              <a:rPr lang="de-DE" dirty="0"/>
              <a:t>Diese Bausteine bilden zusammen mit Integration Flow, Mappings, Schemas und weiteren Ressourcen eine vollständige Integrationslösung. Im nächsten Abschnitt betrachten wir, wie solche Artefakte in Integration Packages organisiert, transportiert und wiederverwendet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37</a:t>
            </a:fld>
            <a:endParaRPr lang="de-DE" dirty="0"/>
          </a:p>
        </p:txBody>
      </p:sp>
    </p:spTree>
    <p:extLst>
      <p:ext uri="{BB962C8B-B14F-4D97-AF65-F5344CB8AC3E}">
        <p14:creationId xmlns:p14="http://schemas.microsoft.com/office/powerpoint/2010/main" val="26715565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haben während des Workshops verschiedene Bestandteile einer Integrationslösung erstellt.</a:t>
            </a:r>
          </a:p>
          <a:p>
            <a:endParaRPr lang="de-DE" dirty="0"/>
          </a:p>
          <a:p>
            <a:r>
              <a:rPr lang="de-DE" dirty="0"/>
              <a:t>Der Integration Flow beschreibt den Ablauf. Das Message Mapping übersetzt das Webshop-Modell in das </a:t>
            </a:r>
            <a:r>
              <a:rPr lang="de-DE" dirty="0" err="1"/>
              <a:t>OData</a:t>
            </a:r>
            <a:r>
              <a:rPr lang="de-DE" dirty="0"/>
              <a:t>-Zielmodell. Das Value Mapping übersetzt unterschiedliche Codewerte. Zusätzlich können Skripte, Schemas und Dokumentation benötigt werden.</a:t>
            </a:r>
          </a:p>
          <a:p>
            <a:endParaRPr lang="de-DE" dirty="0"/>
          </a:p>
          <a:p>
            <a:r>
              <a:rPr lang="de-DE" dirty="0"/>
              <a:t>Ein Integration Package bildet die fachliche Klammer um diese zusammengehörigen Inhalte. Unser Package könnte beispielsweise </a:t>
            </a:r>
            <a:r>
              <a:rPr lang="de-DE" sz="1200" kern="1200" dirty="0">
                <a:solidFill>
                  <a:schemeClr val="tx1"/>
                </a:solidFill>
                <a:latin typeface="+mn-lt"/>
                <a:ea typeface="+mn-ea"/>
                <a:cs typeface="+mn-cs"/>
              </a:rPr>
              <a:t>Webshop Integration </a:t>
            </a:r>
            <a:r>
              <a:rPr lang="de-DE" sz="1200" kern="1200" dirty="0" err="1">
                <a:solidFill>
                  <a:schemeClr val="tx1"/>
                </a:solidFill>
                <a:latin typeface="+mn-lt"/>
                <a:ea typeface="+mn-ea"/>
                <a:cs typeface="+mn-cs"/>
              </a:rPr>
              <a:t>with</a:t>
            </a:r>
            <a:r>
              <a:rPr lang="de-DE" sz="1200" kern="1200" dirty="0">
                <a:solidFill>
                  <a:schemeClr val="tx1"/>
                </a:solidFill>
                <a:latin typeface="+mn-lt"/>
                <a:ea typeface="+mn-ea"/>
                <a:cs typeface="+mn-cs"/>
              </a:rPr>
              <a:t> SAP Sales Orders</a:t>
            </a:r>
            <a:r>
              <a:rPr lang="de-DE" dirty="0"/>
              <a:t> heißen.</a:t>
            </a:r>
          </a:p>
          <a:p>
            <a:endParaRPr lang="de-DE" dirty="0"/>
          </a:p>
          <a:p>
            <a:r>
              <a:rPr lang="de-DE" dirty="0"/>
              <a:t>SAP beschreibt das Integration Package vereinfacht als eine Art Ordner für Integrationsinhalte. Es ist aber mehr als ein beliebiger technischer Dateiordner: Der Name und die Beschreibung sollten deutlich machen, welches fachliche Integrationsszenario das Package umsetzt.</a:t>
            </a:r>
          </a:p>
          <a:p>
            <a:endParaRPr lang="de-DE" dirty="0"/>
          </a:p>
          <a:p>
            <a:r>
              <a:rPr lang="de-DE" dirty="0"/>
              <a:t>Das Package selbst wird nicht als ein einziger laufender Prozess ausgeführt. Deployt werden die darin enthaltenen ausführbaren Artefakte, beispielsweise Integration Flows und Value Mappings.</a:t>
            </a:r>
          </a:p>
          <a:p>
            <a:br>
              <a:rPr lang="de-DE" dirty="0"/>
            </a:br>
            <a:r>
              <a:rPr lang="de-DE" dirty="0">
                <a:hlinkClick r:id="rId3"/>
              </a:rPr>
              <a:t>SAP: Create an Integration Package</a:t>
            </a:r>
            <a:endParaRPr lang="de-DE" dirty="0"/>
          </a:p>
          <a:p>
            <a:endParaRPr lang="de-DE" dirty="0"/>
          </a:p>
          <a:p>
            <a:r>
              <a:rPr lang="de-DE" b="1" dirty="0"/>
              <a:t>Mündliche Vertiefung</a:t>
            </a:r>
          </a:p>
          <a:p>
            <a:r>
              <a:rPr lang="de-DE" dirty="0"/>
              <a:t>Schemas und lokale Groovy-Skripte können Ressourcen eines Integration Flows sein. Message Mappings und </a:t>
            </a:r>
            <a:r>
              <a:rPr lang="de-DE" dirty="0" err="1"/>
              <a:t>Script</a:t>
            </a:r>
            <a:r>
              <a:rPr lang="de-DE" dirty="0"/>
              <a:t> Collections können je nach Wiederverwendungsbedarf auch als eigenständige Artefakte angelegt werden.</a:t>
            </a:r>
          </a:p>
          <a:p>
            <a:endParaRPr lang="de-DE" dirty="0"/>
          </a:p>
          <a:p>
            <a:r>
              <a:rPr lang="de-DE" b="1" dirty="0"/>
              <a:t>Übergang</a:t>
            </a:r>
          </a:p>
          <a:p>
            <a:r>
              <a:rPr lang="de-DE" dirty="0"/>
              <a:t>Welche Inhalte eigenständige Artefakte sind und welche nur als Ressourcen eines Integration Flows existieren, sollten wir bewusst entscheiden.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39</a:t>
            </a:fld>
            <a:endParaRPr lang="de-DE" dirty="0"/>
          </a:p>
        </p:txBody>
      </p:sp>
    </p:spTree>
    <p:extLst>
      <p:ext uri="{BB962C8B-B14F-4D97-AF65-F5344CB8AC3E}">
        <p14:creationId xmlns:p14="http://schemas.microsoft.com/office/powerpoint/2010/main" val="18620953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Nicht jede Datei innerhalb eines Integrationsszenarios ist ein eigenständiges Artefakt.</a:t>
            </a:r>
          </a:p>
          <a:p>
            <a:endParaRPr lang="de-DE" dirty="0"/>
          </a:p>
          <a:p>
            <a:r>
              <a:rPr lang="de-DE" dirty="0"/>
              <a:t>Unser Integration Flow und das Value Mapping erscheinen direkt in der </a:t>
            </a:r>
            <a:r>
              <a:rPr lang="de-DE" dirty="0" err="1"/>
              <a:t>Artefaktliste</a:t>
            </a:r>
            <a:r>
              <a:rPr lang="de-DE" dirty="0"/>
              <a:t> des Package. Ein Value Mapping wird außerdem separat deployt.</a:t>
            </a:r>
          </a:p>
          <a:p>
            <a:endParaRPr lang="de-DE" dirty="0"/>
          </a:p>
          <a:p>
            <a:r>
              <a:rPr lang="de-DE" dirty="0"/>
              <a:t>Das Quell-XSD für den Webshop und das vom </a:t>
            </a:r>
            <a:r>
              <a:rPr lang="de-DE" dirty="0" err="1"/>
              <a:t>OData</a:t>
            </a:r>
            <a:r>
              <a:rPr lang="de-DE" dirty="0"/>
              <a:t>-Service erzeugte Ziel-XSD haben wir als Ressourcen des Integration Flows hinzugefügt. Sie werden gemeinsam mit dem Flow gespeichert und deployt.</a:t>
            </a:r>
          </a:p>
          <a:p>
            <a:endParaRPr lang="de-DE" dirty="0"/>
          </a:p>
          <a:p>
            <a:r>
              <a:rPr lang="de-DE" dirty="0"/>
              <a:t>Ein Message Mapping kann direkt im Integration Flow definiert werden. Es kann aber auch als eigenständiges Artefakt angelegt werden, wenn mehrere Integration Flows dasselbe Mapping verwenden sollen.</a:t>
            </a:r>
          </a:p>
          <a:p>
            <a:endParaRPr lang="de-DE" dirty="0"/>
          </a:p>
          <a:p>
            <a:r>
              <a:rPr lang="de-DE" dirty="0"/>
              <a:t>Dasselbe Prinzip gilt für Groovy-Skripte: Ein kleines, nur für diesen Flow benötigtes </a:t>
            </a:r>
            <a:r>
              <a:rPr lang="de-DE" dirty="0" err="1"/>
              <a:t>Script</a:t>
            </a:r>
            <a:r>
              <a:rPr lang="de-DE" dirty="0"/>
              <a:t> bleibt lokale Ressource. Allgemein nutzbare Funktionen können in einer </a:t>
            </a:r>
            <a:r>
              <a:rPr lang="de-DE" dirty="0" err="1"/>
              <a:t>Script</a:t>
            </a:r>
            <a:r>
              <a:rPr lang="de-DE" dirty="0"/>
              <a:t> Collection zusammengefasst werden.</a:t>
            </a:r>
          </a:p>
          <a:p>
            <a:endParaRPr lang="de-DE" dirty="0"/>
          </a:p>
          <a:p>
            <a:r>
              <a:rPr lang="de-DE" dirty="0"/>
              <a:t>Wir sollten Inhalte nicht vorschnell global wiederverwendbar machen. Eine eigenständige Komponente benötigt eine stabile Schnittstelle, Dokumentation und einen kontrollierten Lebenszyklus.</a:t>
            </a:r>
          </a:p>
          <a:p>
            <a:endParaRPr lang="de-DE" b="1" dirty="0"/>
          </a:p>
          <a:p>
            <a:r>
              <a:rPr lang="de-DE" b="1" dirty="0"/>
              <a:t>Beispiel für die Entscheidung</a:t>
            </a:r>
          </a:p>
          <a:p>
            <a:r>
              <a:rPr lang="de-DE" sz="1200" kern="1200" dirty="0">
                <a:solidFill>
                  <a:schemeClr val="tx1"/>
                </a:solidFill>
                <a:latin typeface="+mn-lt"/>
                <a:ea typeface="+mn-ea"/>
                <a:cs typeface="+mn-cs"/>
              </a:rPr>
              <a:t>WebshopOrder.xsd		</a:t>
            </a:r>
            <a:r>
              <a:rPr lang="de-DE" dirty="0"/>
              <a:t>lokale Ressource</a:t>
            </a:r>
          </a:p>
          <a:p>
            <a:r>
              <a:rPr lang="de-DE" dirty="0" err="1"/>
              <a:t>OData</a:t>
            </a:r>
            <a:r>
              <a:rPr lang="de-DE" dirty="0"/>
              <a:t>-Ziel-XSD		lokale Ressource</a:t>
            </a:r>
          </a:p>
          <a:p>
            <a:r>
              <a:rPr lang="de-DE" dirty="0"/>
              <a:t>kleines Demo-Fehlerscript		lokale Ressource</a:t>
            </a:r>
          </a:p>
          <a:p>
            <a:r>
              <a:rPr lang="de-DE" dirty="0"/>
              <a:t>Currency Codes		eigenständiges Value Mapping</a:t>
            </a:r>
          </a:p>
          <a:p>
            <a:r>
              <a:rPr lang="de-DE" dirty="0"/>
              <a:t>Create Sales Order		eigenständiger Integration Flow</a:t>
            </a:r>
          </a:p>
          <a:p>
            <a:endParaRPr lang="de-DE" dirty="0"/>
          </a:p>
          <a:p>
            <a:r>
              <a:rPr lang="de-DE" b="1" dirty="0"/>
              <a:t>Übergang</a:t>
            </a:r>
          </a:p>
          <a:p>
            <a:r>
              <a:rPr lang="de-DE" dirty="0"/>
              <a:t>Neben der technischen Aufteilung entscheidet auch die Benennung darüber, ob ein Package später verständlich bleibt.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40</a:t>
            </a:fld>
            <a:endParaRPr lang="de-DE" dirty="0"/>
          </a:p>
        </p:txBody>
      </p:sp>
    </p:spTree>
    <p:extLst>
      <p:ext uri="{BB962C8B-B14F-4D97-AF65-F5344CB8AC3E}">
        <p14:creationId xmlns:p14="http://schemas.microsoft.com/office/powerpoint/2010/main" val="7872326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Packages und Artefakte sollten nach ihrem fachlichen Zweck benannt werden. Namen wie </a:t>
            </a:r>
            <a:r>
              <a:rPr lang="de-DE" sz="1200" kern="1200" dirty="0">
                <a:solidFill>
                  <a:schemeClr val="tx1"/>
                </a:solidFill>
                <a:latin typeface="+mn-lt"/>
                <a:ea typeface="+mn-ea"/>
                <a:cs typeface="+mn-cs"/>
              </a:rPr>
              <a:t>Test 2</a:t>
            </a:r>
            <a:r>
              <a:rPr lang="de-DE" dirty="0"/>
              <a:t>, </a:t>
            </a:r>
            <a:r>
              <a:rPr lang="de-DE" sz="1200" kern="1200" dirty="0">
                <a:solidFill>
                  <a:schemeClr val="tx1"/>
                </a:solidFill>
                <a:latin typeface="+mn-lt"/>
                <a:ea typeface="+mn-ea"/>
                <a:cs typeface="+mn-cs"/>
              </a:rPr>
              <a:t>Neu</a:t>
            </a:r>
            <a:r>
              <a:rPr lang="de-DE" dirty="0"/>
              <a:t> oder </a:t>
            </a:r>
            <a:r>
              <a:rPr lang="de-DE" sz="1200" kern="1200" dirty="0">
                <a:solidFill>
                  <a:schemeClr val="tx1"/>
                </a:solidFill>
                <a:latin typeface="+mn-lt"/>
                <a:ea typeface="+mn-ea"/>
                <a:cs typeface="+mn-cs"/>
              </a:rPr>
              <a:t>Final</a:t>
            </a:r>
            <a:r>
              <a:rPr lang="de-DE" dirty="0"/>
              <a:t> helfen spätestens einige Monate später niemandem mehr.</a:t>
            </a:r>
          </a:p>
          <a:p>
            <a:endParaRPr lang="de-DE" dirty="0"/>
          </a:p>
          <a:p>
            <a:r>
              <a:rPr lang="de-DE" dirty="0"/>
              <a:t>Neben dem sichtbaren Namen besitzt ein Artefakt normalerweise eine technische ID. Diese ID sollte stabil bleiben, weil sie beispielsweise für Endpunkte, Transporte und APIs relevant sein kann.</a:t>
            </a:r>
          </a:p>
          <a:p>
            <a:endParaRPr lang="de-DE" dirty="0"/>
          </a:p>
          <a:p>
            <a:r>
              <a:rPr lang="de-DE" dirty="0"/>
              <a:t>Ein weiterer wichtiger Punkt ist die Trennung von Implementierung und Konfiguration.</a:t>
            </a:r>
          </a:p>
          <a:p>
            <a:endParaRPr lang="de-DE" dirty="0"/>
          </a:p>
          <a:p>
            <a:r>
              <a:rPr lang="de-DE" dirty="0"/>
              <a:t>Die Adresse des ABAP-Systems, der Name des Security Material oder ein Timeout unterscheiden sich möglicherweise zwischen Entwicklungs-, Test- und Produktivsystem. Solche Werte sollten nicht fest im Modell stehen, sondern externalisiert werden.</a:t>
            </a:r>
          </a:p>
          <a:p>
            <a:endParaRPr lang="de-DE" dirty="0"/>
          </a:p>
          <a:p>
            <a:r>
              <a:rPr lang="de-DE" dirty="0"/>
              <a:t>Dann kann derselbe Integration Flow in mehreren Umgebungen verwendet werden, ohne das eigentliche Modell verändern zu müssen.“</a:t>
            </a:r>
          </a:p>
          <a:p>
            <a:endParaRPr lang="de-DE" b="1" dirty="0"/>
          </a:p>
          <a:p>
            <a:r>
              <a:rPr lang="de-DE" b="1" dirty="0"/>
              <a:t>Beispiel für externalisierte Parameter</a:t>
            </a:r>
          </a:p>
          <a:p>
            <a:endParaRPr lang="de-DE" b="1" dirty="0"/>
          </a:p>
          <a:p>
            <a:r>
              <a:rPr lang="de-DE" dirty="0"/>
              <a:t>Parameter		Entwicklung		Produktion</a:t>
            </a:r>
          </a:p>
          <a:p>
            <a:r>
              <a:rPr lang="de-DE" sz="1200" kern="1200" dirty="0" err="1">
                <a:solidFill>
                  <a:schemeClr val="tx1"/>
                </a:solidFill>
                <a:latin typeface="+mn-lt"/>
                <a:ea typeface="+mn-ea"/>
                <a:cs typeface="+mn-cs"/>
              </a:rPr>
              <a:t>ReceiverAddress</a:t>
            </a:r>
            <a:r>
              <a:rPr lang="de-DE" sz="1200" kern="1200" dirty="0">
                <a:solidFill>
                  <a:schemeClr val="tx1"/>
                </a:solidFill>
                <a:latin typeface="+mn-lt"/>
                <a:ea typeface="+mn-ea"/>
                <a:cs typeface="+mn-cs"/>
              </a:rPr>
              <a:t>	</a:t>
            </a:r>
            <a:r>
              <a:rPr lang="de-DE" dirty="0"/>
              <a:t>ABAP-Dev-URL	ABAP-</a:t>
            </a:r>
            <a:r>
              <a:rPr lang="de-DE" dirty="0" err="1"/>
              <a:t>Prod</a:t>
            </a:r>
            <a:r>
              <a:rPr lang="de-DE" dirty="0"/>
              <a:t>-URL</a:t>
            </a:r>
          </a:p>
          <a:p>
            <a:r>
              <a:rPr lang="de-DE" sz="1200" kern="1200" dirty="0" err="1">
                <a:solidFill>
                  <a:schemeClr val="tx1"/>
                </a:solidFill>
                <a:latin typeface="+mn-lt"/>
                <a:ea typeface="+mn-ea"/>
                <a:cs typeface="+mn-cs"/>
              </a:rPr>
              <a:t>CredentialName</a:t>
            </a:r>
            <a:r>
              <a:rPr lang="de-DE" sz="1200" kern="1200" dirty="0">
                <a:solidFill>
                  <a:schemeClr val="tx1"/>
                </a:solidFill>
                <a:latin typeface="+mn-lt"/>
                <a:ea typeface="+mn-ea"/>
                <a:cs typeface="+mn-cs"/>
              </a:rPr>
              <a:t>	ABAP_DEV		ABAP_PROD</a:t>
            </a:r>
            <a:endParaRPr lang="de-DE" dirty="0"/>
          </a:p>
          <a:p>
            <a:r>
              <a:rPr lang="de-DE" sz="1200" kern="1200" dirty="0" err="1">
                <a:solidFill>
                  <a:schemeClr val="tx1"/>
                </a:solidFill>
                <a:latin typeface="+mn-lt"/>
                <a:ea typeface="+mn-ea"/>
                <a:cs typeface="+mn-cs"/>
              </a:rPr>
              <a:t>HighValueLimit</a:t>
            </a:r>
            <a:r>
              <a:rPr lang="de-DE" sz="1200" kern="1200" dirty="0">
                <a:solidFill>
                  <a:schemeClr val="tx1"/>
                </a:solidFill>
                <a:latin typeface="+mn-lt"/>
                <a:ea typeface="+mn-ea"/>
                <a:cs typeface="+mn-cs"/>
              </a:rPr>
              <a:t>	1000		5000</a:t>
            </a:r>
            <a:endParaRPr lang="de-DE" dirty="0"/>
          </a:p>
          <a:p>
            <a:r>
              <a:rPr lang="de-DE" sz="1200" kern="1200" dirty="0" err="1">
                <a:solidFill>
                  <a:schemeClr val="tx1"/>
                </a:solidFill>
                <a:latin typeface="+mn-lt"/>
                <a:ea typeface="+mn-ea"/>
                <a:cs typeface="+mn-cs"/>
              </a:rPr>
              <a:t>LogPayload</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true</a:t>
            </a:r>
            <a:r>
              <a:rPr lang="de-DE" sz="1200" kern="1200" dirty="0">
                <a:solidFill>
                  <a:schemeClr val="tx1"/>
                </a:solidFill>
                <a:latin typeface="+mn-lt"/>
                <a:ea typeface="+mn-ea"/>
                <a:cs typeface="+mn-cs"/>
              </a:rPr>
              <a:t>		</a:t>
            </a:r>
            <a:r>
              <a:rPr lang="de-DE" sz="1200" kern="1200" dirty="0" err="1">
                <a:solidFill>
                  <a:schemeClr val="tx1"/>
                </a:solidFill>
                <a:latin typeface="+mn-lt"/>
                <a:ea typeface="+mn-ea"/>
                <a:cs typeface="+mn-cs"/>
              </a:rPr>
              <a:t>false</a:t>
            </a:r>
            <a:endParaRPr lang="de-DE" sz="1200" kern="1200" dirty="0">
              <a:solidFill>
                <a:schemeClr val="tx1"/>
              </a:solidFill>
              <a:latin typeface="+mn-lt"/>
              <a:ea typeface="+mn-ea"/>
              <a:cs typeface="+mn-cs"/>
            </a:endParaRPr>
          </a:p>
          <a:p>
            <a:endParaRPr lang="de-DE" dirty="0"/>
          </a:p>
          <a:p>
            <a:r>
              <a:rPr lang="de-DE" b="1" dirty="0"/>
              <a:t>Sprecherhinweis zu Secrets</a:t>
            </a:r>
          </a:p>
          <a:p>
            <a:r>
              <a:rPr lang="de-DE" dirty="0"/>
              <a:t>Externalisierung bedeutet nicht, dass Passwörter als normale Parameter hinterlegt werden. Zugangsdaten bleiben im Security Material. Externalisiert wird nur dessen logischer Name.</a:t>
            </a:r>
          </a:p>
          <a:p>
            <a:endParaRPr lang="de-DE" dirty="0"/>
          </a:p>
          <a:p>
            <a:r>
              <a:rPr lang="de-DE" b="1" dirty="0"/>
              <a:t>Übergang</a:t>
            </a:r>
          </a:p>
          <a:p>
            <a:r>
              <a:rPr lang="de-DE" dirty="0"/>
              <a:t>Nicht jedes Integrationsszenario müssen wir selbst entwickeln. SAP und Partner stellen zahlreiche vorgefertigte Packages bereit.</a:t>
            </a:r>
          </a:p>
          <a:p>
            <a:r>
              <a:rPr lang="de-DE" dirty="0">
                <a:hlinkClick r:id="rId3"/>
              </a:rPr>
              <a:t>SAP: </a:t>
            </a:r>
            <a:r>
              <a:rPr lang="de-DE" dirty="0" err="1">
                <a:hlinkClick r:id="rId3"/>
              </a:rPr>
              <a:t>Externalize</a:t>
            </a:r>
            <a:r>
              <a:rPr lang="de-DE" dirty="0">
                <a:hlinkClick r:id="rId3"/>
              </a:rPr>
              <a:t> Parameters </a:t>
            </a:r>
            <a:r>
              <a:rPr lang="de-DE" dirty="0" err="1">
                <a:hlinkClick r:id="rId3"/>
              </a:rPr>
              <a:t>of</a:t>
            </a:r>
            <a:r>
              <a:rPr lang="de-DE" dirty="0">
                <a:hlinkClick r:id="rId3"/>
              </a:rPr>
              <a:t> an Integration Flow</a:t>
            </a:r>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41</a:t>
            </a:fld>
            <a:endParaRPr lang="de-DE" dirty="0"/>
          </a:p>
        </p:txBody>
      </p:sp>
    </p:spTree>
    <p:extLst>
      <p:ext uri="{BB962C8B-B14F-4D97-AF65-F5344CB8AC3E}">
        <p14:creationId xmlns:p14="http://schemas.microsoft.com/office/powerpoint/2010/main" val="2604465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SAP stellt eine große Zahl vorgefertigter Integrationsinhalte zur Verfügung.</a:t>
            </a:r>
          </a:p>
          <a:p>
            <a:endParaRPr lang="de-DE" dirty="0"/>
          </a:p>
          <a:p>
            <a:r>
              <a:rPr lang="de-DE" dirty="0"/>
              <a:t>Der SAP Business </a:t>
            </a:r>
            <a:r>
              <a:rPr lang="de-DE" dirty="0" err="1"/>
              <a:t>Accelerator</a:t>
            </a:r>
            <a:r>
              <a:rPr lang="de-DE" dirty="0"/>
              <a:t> Hub ist die zentrale Plattform zur Recherche. Dort finden wir nicht nur Integration Packages, sondern auch APIs, Events, Adapter und weitere Inhalte.</a:t>
            </a:r>
          </a:p>
          <a:p>
            <a:endParaRPr lang="de-DE" dirty="0"/>
          </a:p>
          <a:p>
            <a:r>
              <a:rPr lang="de-DE" dirty="0"/>
              <a:t>In der Integration Suite gibt es außerdem den Bereich </a:t>
            </a:r>
            <a:r>
              <a:rPr lang="de-DE" sz="1200" kern="1200" dirty="0">
                <a:solidFill>
                  <a:schemeClr val="tx1"/>
                </a:solidFill>
                <a:latin typeface="+mn-lt"/>
                <a:ea typeface="+mn-ea"/>
                <a:cs typeface="+mn-cs"/>
              </a:rPr>
              <a:t>Discover </a:t>
            </a:r>
            <a:r>
              <a:rPr lang="de-DE" sz="1200" kern="1200" dirty="0" err="1">
                <a:solidFill>
                  <a:schemeClr val="tx1"/>
                </a:solidFill>
                <a:latin typeface="+mn-lt"/>
                <a:ea typeface="+mn-ea"/>
                <a:cs typeface="+mn-cs"/>
              </a:rPr>
              <a:t>Integrations</a:t>
            </a:r>
            <a:r>
              <a:rPr lang="de-DE" dirty="0"/>
              <a:t>. Dort sehen wir die für unseren Tenant verfügbaren Packages und können sie in den eigenen Designbereich kopieren.</a:t>
            </a:r>
          </a:p>
          <a:p>
            <a:endParaRPr lang="de-DE" dirty="0"/>
          </a:p>
          <a:p>
            <a:r>
              <a:rPr lang="de-DE" dirty="0"/>
              <a:t>Die beiden Bereiche erfüllen damit unterschiedliche Aufgaben. Der </a:t>
            </a:r>
            <a:r>
              <a:rPr lang="de-DE" dirty="0" err="1"/>
              <a:t>Accelerator</a:t>
            </a:r>
            <a:r>
              <a:rPr lang="de-DE" dirty="0"/>
              <a:t> Hub unterstützt die Recherche und Bewertung. Die Discover-Ansicht im Tenant dient der konkreten Übernahme eines Package in den eigenen Workspace.</a:t>
            </a:r>
          </a:p>
          <a:p>
            <a:endParaRPr lang="de-DE" dirty="0"/>
          </a:p>
          <a:p>
            <a:r>
              <a:rPr lang="de-DE" dirty="0"/>
              <a:t>Die frühere Bezeichnung </a:t>
            </a:r>
            <a:r>
              <a:rPr lang="de-DE" sz="1200" kern="1200" dirty="0">
                <a:solidFill>
                  <a:schemeClr val="tx1"/>
                </a:solidFill>
                <a:latin typeface="+mn-lt"/>
                <a:ea typeface="+mn-ea"/>
                <a:cs typeface="+mn-cs"/>
              </a:rPr>
              <a:t>SAP API Business Hub</a:t>
            </a:r>
            <a:r>
              <a:rPr lang="de-DE" dirty="0"/>
              <a:t> findet man noch in älteren Unterlagen. Die aktuelle Bezeichnung lautet </a:t>
            </a:r>
            <a:r>
              <a:rPr lang="de-DE" sz="1200" kern="1200" dirty="0">
                <a:solidFill>
                  <a:schemeClr val="tx1"/>
                </a:solidFill>
                <a:latin typeface="+mn-lt"/>
                <a:ea typeface="+mn-ea"/>
                <a:cs typeface="+mn-cs"/>
              </a:rPr>
              <a:t>SAP Business </a:t>
            </a:r>
            <a:r>
              <a:rPr lang="de-DE" sz="1200" kern="1200" dirty="0" err="1">
                <a:solidFill>
                  <a:schemeClr val="tx1"/>
                </a:solidFill>
                <a:latin typeface="+mn-lt"/>
                <a:ea typeface="+mn-ea"/>
                <a:cs typeface="+mn-cs"/>
              </a:rPr>
              <a:t>Accelerator</a:t>
            </a:r>
            <a:r>
              <a:rPr lang="de-DE" sz="1200" kern="1200" dirty="0">
                <a:solidFill>
                  <a:schemeClr val="tx1"/>
                </a:solidFill>
                <a:latin typeface="+mn-lt"/>
                <a:ea typeface="+mn-ea"/>
                <a:cs typeface="+mn-cs"/>
              </a:rPr>
              <a:t> Hub</a:t>
            </a:r>
            <a:r>
              <a:rPr lang="de-DE" dirty="0"/>
              <a:t>.</a:t>
            </a:r>
          </a:p>
          <a:p>
            <a:endParaRPr lang="de-DE" b="1" dirty="0"/>
          </a:p>
          <a:p>
            <a:r>
              <a:rPr lang="de-DE" b="1" dirty="0"/>
              <a:t>Mündliche Vertiefung</a:t>
            </a:r>
          </a:p>
          <a:p>
            <a:r>
              <a:rPr lang="de-DE" dirty="0"/>
              <a:t>Bevor ein neues Integrationsszenario vollständig selbst entwickelt wird, sollte geprüft werden, ob SAP bereits passenden Inhalt bereitstellt. Selbst wenn das Package nicht direkt eingesetzt werden kann, liefert es häufig wertvolle Informationen über APIs, Adapter und empfohlene Integrationswege.</a:t>
            </a:r>
          </a:p>
          <a:p>
            <a:endParaRPr lang="de-DE" b="1" dirty="0"/>
          </a:p>
          <a:p>
            <a:r>
              <a:rPr lang="de-DE" b="1" dirty="0"/>
              <a:t>Übergang</a:t>
            </a:r>
          </a:p>
          <a:p>
            <a:r>
              <a:rPr lang="de-DE" dirty="0"/>
              <a:t>Das Kopieren eines Packages ist allerdings erst der Anfang. Vorgefertigter Inhalt muss geprüft und für die eigene Systemlandschaft konfiguriert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42</a:t>
            </a:fld>
            <a:endParaRPr lang="de-DE" dirty="0"/>
          </a:p>
        </p:txBody>
      </p:sp>
    </p:spTree>
    <p:extLst>
      <p:ext uri="{BB962C8B-B14F-4D97-AF65-F5344CB8AC3E}">
        <p14:creationId xmlns:p14="http://schemas.microsoft.com/office/powerpoint/2010/main" val="13398031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Ein Package aus dem Katalog ist keine fertige Verbindung zu unserer konkreten Systemlandschaft.</a:t>
            </a:r>
          </a:p>
          <a:p>
            <a:endParaRPr lang="de-DE" dirty="0"/>
          </a:p>
          <a:p>
            <a:r>
              <a:rPr lang="de-DE" dirty="0"/>
              <a:t>Nach dem Kopieren prüfen wir zunächst die enthaltene Dokumentation und die technischen Voraussetzungen. Häufig müssen bestimmte APIs aktiviert, Communication Arrangements angelegt oder Berechtigungen vergeben werden.</a:t>
            </a:r>
          </a:p>
          <a:p>
            <a:endParaRPr lang="de-DE" dirty="0"/>
          </a:p>
          <a:p>
            <a:r>
              <a:rPr lang="de-DE" dirty="0"/>
              <a:t>Danach konfigurieren wir die externalisierten Parameter. Dazu gehören beispielsweise Zieladressen, </a:t>
            </a:r>
            <a:r>
              <a:rPr lang="de-DE" dirty="0" err="1"/>
              <a:t>Credential</a:t>
            </a:r>
            <a:r>
              <a:rPr lang="de-DE" dirty="0"/>
              <a:t>-Namen und Zeitpläne.</a:t>
            </a:r>
          </a:p>
          <a:p>
            <a:endParaRPr lang="de-DE" dirty="0"/>
          </a:p>
          <a:p>
            <a:r>
              <a:rPr lang="de-DE" dirty="0"/>
              <a:t>Security Materials werden nicht aus dem Katalog übernommen. Sie müssen im eigenen Tenant sicher angelegt und referenziert werden.</a:t>
            </a:r>
          </a:p>
          <a:p>
            <a:endParaRPr lang="de-DE" dirty="0"/>
          </a:p>
          <a:p>
            <a:r>
              <a:rPr lang="de-DE" dirty="0"/>
              <a:t>Auch das </a:t>
            </a:r>
            <a:r>
              <a:rPr lang="de-DE" dirty="0" err="1"/>
              <a:t>Deployment</a:t>
            </a:r>
            <a:r>
              <a:rPr lang="de-DE" dirty="0"/>
              <a:t> erfolgt nicht automatisch. Je nach Package müssen mehrere Integration Flows, Value Mappings oder weitere Artefakte in einer bestimmten Reihenfolge deployt werden.</a:t>
            </a:r>
          </a:p>
          <a:p>
            <a:endParaRPr lang="de-DE" dirty="0"/>
          </a:p>
          <a:p>
            <a:r>
              <a:rPr lang="de-DE" dirty="0"/>
              <a:t>Vor einer produktiven Nutzung folgen technische und fachliche Tests.</a:t>
            </a:r>
          </a:p>
          <a:p>
            <a:endParaRPr lang="de-DE" b="1" dirty="0"/>
          </a:p>
          <a:p>
            <a:r>
              <a:rPr lang="de-DE" b="1" dirty="0"/>
              <a:t>Wichtiger Hinweis zu Aktualisierungen</a:t>
            </a:r>
          </a:p>
          <a:p>
            <a:r>
              <a:rPr lang="de-DE" dirty="0"/>
              <a:t>Änderungen an kopierten SAP-Inhalten können bei einer späteren Aktualisierung überschrieben werden.</a:t>
            </a:r>
          </a:p>
          <a:p>
            <a:endParaRPr lang="de-DE" b="1" dirty="0"/>
          </a:p>
          <a:p>
            <a:r>
              <a:rPr lang="de-DE" b="1" dirty="0"/>
              <a:t>Sprechertext zur Aktualisierung</a:t>
            </a:r>
          </a:p>
          <a:p>
            <a:r>
              <a:rPr lang="de-DE" dirty="0"/>
              <a:t>Besondere Vorsicht ist bei direkten Änderungen an kopiertem Standardinhalt erforderlich. Wenn später eine neue Version des SAP-Package kopiert wird, können eigene Änderungen überschrieben werden.</a:t>
            </a:r>
          </a:p>
          <a:p>
            <a:endParaRPr lang="de-DE" dirty="0"/>
          </a:p>
          <a:p>
            <a:r>
              <a:rPr lang="de-DE" dirty="0"/>
              <a:t>Deshalb sollten wir dokumentieren, welche Anpassungen vorgenommen wurden. Wenn der Inhalt Erweiterungspunkte anbietet, sind diese direkten Änderungen vorzuziehen.</a:t>
            </a:r>
            <a:br>
              <a:rPr lang="de-DE" dirty="0"/>
            </a:br>
            <a:r>
              <a:rPr lang="de-DE" dirty="0">
                <a:hlinkClick r:id="rId3"/>
              </a:rPr>
              <a:t>SAP: Integration Flow Extension</a:t>
            </a:r>
            <a:endParaRPr lang="de-DE" dirty="0"/>
          </a:p>
          <a:p>
            <a:endParaRPr lang="de-DE" b="1" dirty="0"/>
          </a:p>
          <a:p>
            <a:r>
              <a:rPr lang="de-DE" b="1" dirty="0"/>
              <a:t>Übergang</a:t>
            </a:r>
          </a:p>
          <a:p>
            <a:r>
              <a:rPr lang="de-DE" dirty="0"/>
              <a:t>Damit stellt sich die Frage, wann ein vorgefertigtes Package und wann eine Eigenentwicklung die bessere Wahl ist.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43</a:t>
            </a:fld>
            <a:endParaRPr lang="de-DE" dirty="0"/>
          </a:p>
        </p:txBody>
      </p:sp>
    </p:spTree>
    <p:extLst>
      <p:ext uri="{BB962C8B-B14F-4D97-AF65-F5344CB8AC3E}">
        <p14:creationId xmlns:p14="http://schemas.microsoft.com/office/powerpoint/2010/main" val="19606577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Vorgefertigter Inhalt ist besonders attraktiv, wenn das eigene Szenario weitgehend dem von SAP vorgesehenen Standardprozess entspricht.</a:t>
            </a:r>
          </a:p>
          <a:p>
            <a:endParaRPr lang="de-DE" dirty="0"/>
          </a:p>
          <a:p>
            <a:r>
              <a:rPr lang="de-DE" dirty="0"/>
              <a:t>Dann sparen wir Entwicklungszeit und profitieren von dokumentierten Schnittstellen sowie möglichen Aktualisierungen.</a:t>
            </a:r>
          </a:p>
          <a:p>
            <a:endParaRPr lang="de-DE" dirty="0"/>
          </a:p>
          <a:p>
            <a:r>
              <a:rPr lang="de-DE" dirty="0"/>
              <a:t>Wenn sich das eigene Szenario jedoch stark unterscheidet, können umfangreiche Anpassungen schwieriger zu verstehen und zu warten sein als ein kleiner eigener Integration Flow.</a:t>
            </a:r>
          </a:p>
          <a:p>
            <a:endParaRPr lang="de-DE" dirty="0"/>
          </a:p>
          <a:p>
            <a:r>
              <a:rPr lang="de-DE" dirty="0"/>
              <a:t>Entscheidend ist daher nicht, ob irgendein Package ähnlich aussieht. Entscheidend ist die fachliche Übereinstimmung und die vorgesehene Erweiterbarkeit.</a:t>
            </a:r>
          </a:p>
          <a:p>
            <a:endParaRPr lang="de-DE" dirty="0"/>
          </a:p>
          <a:p>
            <a:r>
              <a:rPr lang="de-DE" dirty="0"/>
              <a:t>Eine vollständige Kopie mit zahlreichen direkten Änderungen kann langfristig dazu führen, dass Aktualisierungen kaum noch übernommen werden können. In einem solchen Fall ist eine bewusst entwickelte eigene Lösung möglicherweise transparenter.</a:t>
            </a:r>
          </a:p>
          <a:p>
            <a:endParaRPr lang="de-DE" dirty="0"/>
          </a:p>
          <a:p>
            <a:r>
              <a:rPr lang="de-DE" b="1" dirty="0"/>
              <a:t>Prüfkriterien</a:t>
            </a:r>
          </a:p>
          <a:p>
            <a:pPr marL="171450" indent="-171450">
              <a:buFont typeface="Arial" panose="020B0604020202020204" pitchFamily="34" charset="0"/>
              <a:buChar char="•"/>
            </a:pPr>
            <a:r>
              <a:rPr lang="de-DE" dirty="0"/>
              <a:t>fachliche Übereinstimmung </a:t>
            </a:r>
          </a:p>
          <a:p>
            <a:pPr marL="171450" indent="-171450">
              <a:buFont typeface="Arial" panose="020B0604020202020204" pitchFamily="34" charset="0"/>
              <a:buChar char="•"/>
            </a:pPr>
            <a:r>
              <a:rPr lang="de-DE" dirty="0"/>
              <a:t>unterstützte Systemversionen </a:t>
            </a:r>
          </a:p>
          <a:p>
            <a:pPr marL="171450" indent="-171450">
              <a:buFont typeface="Arial" panose="020B0604020202020204" pitchFamily="34" charset="0"/>
              <a:buChar char="•"/>
            </a:pPr>
            <a:r>
              <a:rPr lang="de-DE" dirty="0"/>
              <a:t>Erweiterbarkeit </a:t>
            </a:r>
          </a:p>
          <a:p>
            <a:pPr marL="171450" indent="-171450">
              <a:buFont typeface="Arial" panose="020B0604020202020204" pitchFamily="34" charset="0"/>
              <a:buChar char="•"/>
            </a:pPr>
            <a:r>
              <a:rPr lang="de-DE" dirty="0"/>
              <a:t>Updatefähigkeit </a:t>
            </a:r>
          </a:p>
          <a:p>
            <a:pPr marL="171450" indent="-171450">
              <a:buFont typeface="Arial" panose="020B0604020202020204" pitchFamily="34" charset="0"/>
              <a:buChar char="•"/>
            </a:pPr>
            <a:r>
              <a:rPr lang="de-DE" dirty="0"/>
              <a:t>Komplexität der Anpassungen </a:t>
            </a:r>
          </a:p>
          <a:p>
            <a:pPr marL="171450" indent="-171450">
              <a:buFont typeface="Arial" panose="020B0604020202020204" pitchFamily="34" charset="0"/>
              <a:buChar char="•"/>
            </a:pPr>
            <a:r>
              <a:rPr lang="de-DE" dirty="0"/>
              <a:t>Betriebs- und Supportmodell </a:t>
            </a:r>
          </a:p>
          <a:p>
            <a:pPr marL="171450" indent="-171450">
              <a:buFont typeface="Arial" panose="020B0604020202020204" pitchFamily="34" charset="0"/>
              <a:buChar char="•"/>
            </a:pPr>
            <a:r>
              <a:rPr lang="de-DE" dirty="0"/>
              <a:t>verfügbare Kenntnisse im Team</a:t>
            </a:r>
          </a:p>
          <a:p>
            <a:endParaRPr lang="de-DE" b="1" dirty="0"/>
          </a:p>
          <a:p>
            <a:r>
              <a:rPr lang="de-DE" b="1" dirty="0"/>
              <a:t>Mündliche Vertiefung</a:t>
            </a:r>
          </a:p>
          <a:p>
            <a:r>
              <a:rPr lang="de-DE" dirty="0"/>
              <a:t>Eine gute Voranalyse vergleicht nicht nur die Entwicklungskosten. Sie berücksichtigt auch Betrieb, Monitoring, Updates, Support und spätere Änderungen.</a:t>
            </a:r>
          </a:p>
          <a:p>
            <a:endParaRPr lang="de-DE" b="1" dirty="0"/>
          </a:p>
          <a:p>
            <a:r>
              <a:rPr lang="de-DE" b="1" dirty="0"/>
              <a:t>Übergang</a:t>
            </a:r>
          </a:p>
          <a:p>
            <a:r>
              <a:rPr lang="de-DE" dirty="0"/>
              <a:t>Zum Abschluss schauen wir uns den Weg von Discover in den eigenen Designbereich direkt in der Oberfläche an.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44</a:t>
            </a:fld>
            <a:endParaRPr lang="de-DE" dirty="0"/>
          </a:p>
        </p:txBody>
      </p:sp>
    </p:spTree>
    <p:extLst>
      <p:ext uri="{BB962C8B-B14F-4D97-AF65-F5344CB8AC3E}">
        <p14:creationId xmlns:p14="http://schemas.microsoft.com/office/powerpoint/2010/main" val="20672051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werden jetzt kein fremdes Package vollständig konfigurieren. Das würde zusätzliche Systeme, Zugangsdaten und fachliche Voraussetzungen erfordern.</a:t>
            </a:r>
          </a:p>
          <a:p>
            <a:endParaRPr lang="de-DE" dirty="0"/>
          </a:p>
          <a:p>
            <a:r>
              <a:rPr lang="de-DE" dirty="0"/>
              <a:t>Stattdessen betrachten wir den typischen Ablauf: Wir suchen einen Integrationsinhalt, prüfen seine Dokumentation, sehen uns die enthaltenen Artefakte an und kopieren ihn in unseren Designbereich.</a:t>
            </a:r>
          </a:p>
          <a:p>
            <a:endParaRPr lang="de-DE" dirty="0"/>
          </a:p>
          <a:p>
            <a:r>
              <a:rPr lang="de-DE" dirty="0"/>
              <a:t>Anschließend identifizieren wir die Stellen, die vor einem </a:t>
            </a:r>
            <a:r>
              <a:rPr lang="de-DE" dirty="0" err="1"/>
              <a:t>Deployment</a:t>
            </a:r>
            <a:r>
              <a:rPr lang="de-DE" dirty="0"/>
              <a:t> angepasst werden müssten.</a:t>
            </a:r>
          </a:p>
          <a:p>
            <a:endParaRPr lang="de-DE" dirty="0"/>
          </a:p>
          <a:p>
            <a:r>
              <a:rPr lang="de-DE" b="1" dirty="0"/>
              <a:t>Schritt 1: Discover öffnen</a:t>
            </a:r>
          </a:p>
          <a:p>
            <a:r>
              <a:rPr lang="de-DE" dirty="0"/>
              <a:t>Integration Suite öffnen </a:t>
            </a:r>
          </a:p>
          <a:p>
            <a:r>
              <a:rPr lang="de-DE" b="1" dirty="0"/>
              <a:t>Discover → </a:t>
            </a:r>
            <a:r>
              <a:rPr lang="de-DE" b="1" dirty="0" err="1"/>
              <a:t>Integrations</a:t>
            </a:r>
            <a:r>
              <a:rPr lang="de-DE" dirty="0"/>
              <a:t> auswählen </a:t>
            </a:r>
          </a:p>
          <a:p>
            <a:r>
              <a:rPr lang="de-DE" dirty="0"/>
              <a:t>Such- und Filtermöglichkeiten zeigen </a:t>
            </a:r>
          </a:p>
          <a:p>
            <a:endParaRPr lang="de-DE" dirty="0"/>
          </a:p>
          <a:p>
            <a:r>
              <a:rPr lang="de-DE" dirty="0"/>
              <a:t>Die Discover-Ansicht enthält die für den Tenant verfügbaren vorgefertigten Inhalte.</a:t>
            </a:r>
          </a:p>
          <a:p>
            <a:r>
              <a:rPr lang="de-DE" dirty="0"/>
              <a:t>Wir können nach Begriffen, beteiligten Anwendungen, Anbietern oder Integrationsmustern suchen.</a:t>
            </a:r>
          </a:p>
          <a:p>
            <a:br>
              <a:rPr lang="de-DE" dirty="0"/>
            </a:br>
            <a:endParaRPr lang="de-DE" dirty="0"/>
          </a:p>
          <a:p>
            <a:r>
              <a:rPr lang="de-DE" b="1" dirty="0"/>
              <a:t>Schritt 2: Package auswählen</a:t>
            </a:r>
          </a:p>
          <a:p>
            <a:r>
              <a:rPr lang="de-DE" dirty="0"/>
              <a:t>Bei der Auswahl beachten:</a:t>
            </a:r>
          </a:p>
          <a:p>
            <a:r>
              <a:rPr lang="de-DE" dirty="0"/>
              <a:t>verständliches, nicht zu umfangreiches Beispiel </a:t>
            </a:r>
          </a:p>
          <a:p>
            <a:r>
              <a:rPr lang="de-DE" dirty="0"/>
              <a:t>mehrere enthaltene Artefakte </a:t>
            </a:r>
          </a:p>
          <a:p>
            <a:r>
              <a:rPr lang="de-DE" dirty="0"/>
              <a:t>sichtbare Dokumentation </a:t>
            </a:r>
          </a:p>
          <a:p>
            <a:r>
              <a:rPr lang="de-DE" dirty="0"/>
              <a:t>externalisierte Parameter </a:t>
            </a:r>
          </a:p>
          <a:p>
            <a:r>
              <a:rPr lang="de-DE" dirty="0"/>
              <a:t>kein Package, das eine lange zusätzliche Bereitstellung erfordert </a:t>
            </a:r>
          </a:p>
          <a:p>
            <a:endParaRPr lang="de-DE" b="1" dirty="0"/>
          </a:p>
          <a:p>
            <a:r>
              <a:rPr lang="de-DE" b="1" dirty="0"/>
              <a:t>Sprechertext</a:t>
            </a:r>
          </a:p>
          <a:p>
            <a:r>
              <a:rPr lang="de-DE" dirty="0"/>
              <a:t>Für die Demo wählen wir bewusst ein überschaubares Package. Es geht nicht um die fachliche Inbetriebnahme, sondern darum, Aufbau und Übernahmeprinzip zu verstehen.</a:t>
            </a:r>
          </a:p>
          <a:p>
            <a:br>
              <a:rPr lang="de-DE" dirty="0"/>
            </a:br>
            <a:endParaRPr lang="de-DE" dirty="0"/>
          </a:p>
          <a:p>
            <a:r>
              <a:rPr lang="de-DE" b="1" dirty="0"/>
              <a:t>Schritt 3: Package-Informationen prüfen</a:t>
            </a:r>
          </a:p>
          <a:p>
            <a:r>
              <a:rPr lang="de-DE" dirty="0"/>
              <a:t>Zeigen:</a:t>
            </a:r>
          </a:p>
          <a:p>
            <a:r>
              <a:rPr lang="de-DE" dirty="0"/>
              <a:t>Beschreibung </a:t>
            </a:r>
          </a:p>
          <a:p>
            <a:r>
              <a:rPr lang="de-DE" dirty="0"/>
              <a:t>Anbieter </a:t>
            </a:r>
          </a:p>
          <a:p>
            <a:r>
              <a:rPr lang="de-DE" dirty="0"/>
              <a:t>Version </a:t>
            </a:r>
          </a:p>
          <a:p>
            <a:r>
              <a:rPr lang="de-DE" dirty="0"/>
              <a:t>Aktualisierungsdatum </a:t>
            </a:r>
          </a:p>
          <a:p>
            <a:r>
              <a:rPr lang="de-DE" dirty="0"/>
              <a:t>Voraussetzungen </a:t>
            </a:r>
          </a:p>
          <a:p>
            <a:r>
              <a:rPr lang="de-DE" dirty="0"/>
              <a:t>Konfigurationsleitfaden </a:t>
            </a:r>
          </a:p>
          <a:p>
            <a:r>
              <a:rPr lang="de-DE" dirty="0"/>
              <a:t>enthaltene Artefakte </a:t>
            </a:r>
          </a:p>
          <a:p>
            <a:endParaRPr lang="de-DE" b="1" dirty="0"/>
          </a:p>
          <a:p>
            <a:r>
              <a:rPr lang="de-DE" b="1" dirty="0"/>
              <a:t>Sprechertext</a:t>
            </a:r>
          </a:p>
          <a:p>
            <a:r>
              <a:rPr lang="de-DE" dirty="0"/>
              <a:t>Vor dem Kopieren prüfen wir die Package-Informationen. Besonders wichtig sind die Systemvoraussetzungen und die Dokumentation.</a:t>
            </a:r>
          </a:p>
          <a:p>
            <a:r>
              <a:rPr lang="de-DE" dirty="0"/>
              <a:t>Die Liste der Artefakte zeigt uns, ob das Package nur einen Integration Flow oder eine größere Integrationslösung mit mehreren Flows und Mappings enthält.</a:t>
            </a:r>
          </a:p>
          <a:p>
            <a:br>
              <a:rPr lang="de-DE" dirty="0"/>
            </a:br>
            <a:endParaRPr lang="de-DE" dirty="0"/>
          </a:p>
          <a:p>
            <a:r>
              <a:rPr lang="de-DE" b="1" dirty="0"/>
              <a:t>Schritt 4: Package kopieren</a:t>
            </a:r>
          </a:p>
          <a:p>
            <a:r>
              <a:rPr lang="de-DE" b="1" dirty="0"/>
              <a:t>Copy</a:t>
            </a:r>
            <a:r>
              <a:rPr lang="de-DE" dirty="0"/>
              <a:t> wählen </a:t>
            </a:r>
          </a:p>
          <a:p>
            <a:r>
              <a:rPr lang="de-DE" dirty="0"/>
              <a:t>gegebenenfalls Suffix beziehungsweise </a:t>
            </a:r>
            <a:r>
              <a:rPr lang="de-DE" dirty="0" err="1"/>
              <a:t>Zielname</a:t>
            </a:r>
            <a:r>
              <a:rPr lang="de-DE" dirty="0"/>
              <a:t> vergeben </a:t>
            </a:r>
          </a:p>
          <a:p>
            <a:r>
              <a:rPr lang="de-DE" dirty="0"/>
              <a:t>Kopiervorgang bestätigen </a:t>
            </a:r>
          </a:p>
          <a:p>
            <a:r>
              <a:rPr lang="de-DE" dirty="0"/>
              <a:t>in den Bereich </a:t>
            </a:r>
            <a:r>
              <a:rPr lang="de-DE" b="1" dirty="0"/>
              <a:t>Design </a:t>
            </a:r>
            <a:r>
              <a:rPr lang="de-DE" b="1" dirty="0" err="1"/>
              <a:t>Integrations</a:t>
            </a:r>
            <a:r>
              <a:rPr lang="de-DE" dirty="0"/>
              <a:t> wechseln </a:t>
            </a:r>
          </a:p>
          <a:p>
            <a:endParaRPr lang="de-DE" dirty="0"/>
          </a:p>
          <a:p>
            <a:r>
              <a:rPr lang="de-DE" dirty="0"/>
              <a:t>Mit </a:t>
            </a:r>
            <a:r>
              <a:rPr lang="de-DE" sz="1200" kern="1200" dirty="0">
                <a:solidFill>
                  <a:schemeClr val="tx1"/>
                </a:solidFill>
                <a:latin typeface="+mn-lt"/>
                <a:ea typeface="+mn-ea"/>
                <a:cs typeface="+mn-cs"/>
              </a:rPr>
              <a:t>Copy</a:t>
            </a:r>
            <a:r>
              <a:rPr lang="de-DE" dirty="0"/>
              <a:t> wird eine eigene Kopie des Package in unserem Designbereich angelegt. Erst diese Kopie können wir konfigurieren und – abhängig vom Inhalt – bearbeiten.</a:t>
            </a:r>
          </a:p>
          <a:p>
            <a:r>
              <a:rPr lang="de-DE" dirty="0"/>
              <a:t>Bei SAP-zu-SAP-Inhalten kann die Oberfläche zusätzliche Optionen wie einen Suffix für die Kopie anbieten.</a:t>
            </a:r>
            <a:br>
              <a:rPr lang="de-DE" dirty="0"/>
            </a:br>
            <a:r>
              <a:rPr lang="de-DE" dirty="0">
                <a:hlinkClick r:id="rId3"/>
              </a:rPr>
              <a:t>SAP: Working </a:t>
            </a:r>
            <a:r>
              <a:rPr lang="de-DE" dirty="0" err="1">
                <a:hlinkClick r:id="rId3"/>
              </a:rPr>
              <a:t>with</a:t>
            </a:r>
            <a:r>
              <a:rPr lang="de-DE" dirty="0">
                <a:hlinkClick r:id="rId3"/>
              </a:rPr>
              <a:t> </a:t>
            </a:r>
            <a:r>
              <a:rPr lang="de-DE" dirty="0" err="1">
                <a:hlinkClick r:id="rId3"/>
              </a:rPr>
              <a:t>Prepackaged</a:t>
            </a:r>
            <a:r>
              <a:rPr lang="de-DE" dirty="0">
                <a:hlinkClick r:id="rId3"/>
              </a:rPr>
              <a:t> Integration Content</a:t>
            </a:r>
            <a:endParaRPr lang="de-DE" dirty="0"/>
          </a:p>
          <a:p>
            <a:br>
              <a:rPr lang="de-DE" dirty="0"/>
            </a:br>
            <a:endParaRPr lang="de-DE" dirty="0"/>
          </a:p>
          <a:p>
            <a:r>
              <a:rPr lang="de-DE" b="1" dirty="0"/>
              <a:t>Schritt 5: Artefakte untersuchen</a:t>
            </a:r>
          </a:p>
          <a:p>
            <a:r>
              <a:rPr lang="de-DE" dirty="0"/>
              <a:t>Im kopierten Package zeigen:</a:t>
            </a:r>
          </a:p>
          <a:p>
            <a:r>
              <a:rPr lang="de-DE" dirty="0"/>
              <a:t>Integration Flows </a:t>
            </a:r>
          </a:p>
          <a:p>
            <a:r>
              <a:rPr lang="de-DE" dirty="0"/>
              <a:t>Mappings </a:t>
            </a:r>
          </a:p>
          <a:p>
            <a:r>
              <a:rPr lang="de-DE" dirty="0"/>
              <a:t>Value Mappings </a:t>
            </a:r>
          </a:p>
          <a:p>
            <a:r>
              <a:rPr lang="de-DE" dirty="0"/>
              <a:t>Dokumentation </a:t>
            </a:r>
          </a:p>
          <a:p>
            <a:r>
              <a:rPr lang="de-DE" dirty="0"/>
              <a:t>Konfigurationsstatus </a:t>
            </a:r>
          </a:p>
          <a:p>
            <a:r>
              <a:rPr lang="de-DE" dirty="0" err="1"/>
              <a:t>Deploymentstatus</a:t>
            </a:r>
            <a:r>
              <a:rPr lang="de-DE" dirty="0"/>
              <a:t> </a:t>
            </a:r>
          </a:p>
          <a:p>
            <a:endParaRPr lang="de-DE" dirty="0"/>
          </a:p>
          <a:p>
            <a:r>
              <a:rPr lang="de-DE" dirty="0"/>
              <a:t>Im eigenen Designbereich sehen wir dieselbe Grundstruktur, die wir auch für unser Workshop-Package verwendet haben.</a:t>
            </a:r>
          </a:p>
          <a:p>
            <a:r>
              <a:rPr lang="de-DE" dirty="0"/>
              <a:t>Jetzt können wir prüfen, welche Artefakte ausführbar sind, welche separat deployt werden müssen und welche Inhalte nur Dokumentation oder Hilfsressourcen darstellen.</a:t>
            </a:r>
          </a:p>
          <a:p>
            <a:br>
              <a:rPr lang="de-DE" dirty="0"/>
            </a:br>
            <a:r>
              <a:rPr lang="de-DE" b="1" dirty="0"/>
              <a:t>Schritt 6: Externe Parameter zeigen</a:t>
            </a:r>
          </a:p>
          <a:p>
            <a:r>
              <a:rPr lang="de-DE" dirty="0"/>
              <a:t>Bei einem Integration Flow:</a:t>
            </a:r>
          </a:p>
          <a:p>
            <a:r>
              <a:rPr lang="de-DE" b="1" dirty="0"/>
              <a:t>Actions → </a:t>
            </a:r>
            <a:r>
              <a:rPr lang="de-DE" b="1" dirty="0" err="1"/>
              <a:t>Configure</a:t>
            </a:r>
            <a:r>
              <a:rPr lang="de-DE" dirty="0"/>
              <a:t> wählen. </a:t>
            </a:r>
          </a:p>
          <a:p>
            <a:r>
              <a:rPr lang="de-DE" dirty="0"/>
              <a:t>externalisierte Parameter öffnen. </a:t>
            </a:r>
          </a:p>
          <a:p>
            <a:r>
              <a:rPr lang="de-DE" dirty="0"/>
              <a:t>Zieladresse, </a:t>
            </a:r>
            <a:r>
              <a:rPr lang="de-DE" dirty="0" err="1"/>
              <a:t>Credential</a:t>
            </a:r>
            <a:r>
              <a:rPr lang="de-DE" dirty="0"/>
              <a:t>-Namen oder Zeitpläne zeigen. </a:t>
            </a:r>
          </a:p>
          <a:p>
            <a:r>
              <a:rPr lang="de-DE" dirty="0"/>
              <a:t>keine echten produktiven Daten eintragen. </a:t>
            </a:r>
          </a:p>
          <a:p>
            <a:endParaRPr lang="de-DE" b="1" dirty="0"/>
          </a:p>
          <a:p>
            <a:r>
              <a:rPr lang="de-DE" dirty="0"/>
              <a:t>Die </a:t>
            </a:r>
            <a:r>
              <a:rPr lang="de-DE" dirty="0" err="1"/>
              <a:t>Configure</a:t>
            </a:r>
            <a:r>
              <a:rPr lang="de-DE" dirty="0"/>
              <a:t>-Ansicht zeigt, welche Werte der Anbieter bewusst von der Implementierung getrennt hat.</a:t>
            </a:r>
          </a:p>
          <a:p>
            <a:r>
              <a:rPr lang="de-DE" dirty="0"/>
              <a:t>Hier tragen wir unsere Systemadressen und die Namen unserer Security Materials ein. Das eigentliche Modell des Integration Flow muss dafür nicht geöffnet oder verändert werden.</a:t>
            </a:r>
          </a:p>
          <a:p>
            <a:br>
              <a:rPr lang="de-DE" dirty="0"/>
            </a:br>
            <a:r>
              <a:rPr lang="de-DE" b="1" dirty="0"/>
              <a:t>Schritt 7: Nicht deployen – Voraussetzungen zusammenfassen</a:t>
            </a:r>
          </a:p>
          <a:p>
            <a:r>
              <a:rPr lang="de-DE" dirty="0"/>
              <a:t>Abschlussfragen:</a:t>
            </a:r>
          </a:p>
          <a:p>
            <a:pPr rtl="0"/>
            <a:r>
              <a:rPr lang="de-DE" sz="1200" kern="1200" dirty="0">
                <a:solidFill>
                  <a:schemeClr val="tx1"/>
                </a:solidFill>
                <a:latin typeface="+mn-lt"/>
                <a:ea typeface="+mn-ea"/>
                <a:cs typeface="+mn-cs"/>
              </a:rPr>
              <a:t>Welche Systeme fehlen?</a:t>
            </a:r>
          </a:p>
          <a:p>
            <a:pPr rtl="0"/>
            <a:r>
              <a:rPr lang="de-DE" sz="1200" kern="1200" dirty="0">
                <a:solidFill>
                  <a:schemeClr val="tx1"/>
                </a:solidFill>
                <a:latin typeface="+mn-lt"/>
                <a:ea typeface="+mn-ea"/>
                <a:cs typeface="+mn-cs"/>
              </a:rPr>
              <a:t>Welche </a:t>
            </a:r>
            <a:r>
              <a:rPr lang="de-DE" sz="1200" kern="1200" dirty="0" err="1">
                <a:solidFill>
                  <a:schemeClr val="tx1"/>
                </a:solidFill>
                <a:latin typeface="+mn-lt"/>
                <a:ea typeface="+mn-ea"/>
                <a:cs typeface="+mn-cs"/>
              </a:rPr>
              <a:t>Credentials</a:t>
            </a:r>
            <a:r>
              <a:rPr lang="de-DE" sz="1200" kern="1200" dirty="0">
                <a:solidFill>
                  <a:schemeClr val="tx1"/>
                </a:solidFill>
                <a:latin typeface="+mn-lt"/>
                <a:ea typeface="+mn-ea"/>
                <a:cs typeface="+mn-cs"/>
              </a:rPr>
              <a:t> werden benötigt?</a:t>
            </a:r>
          </a:p>
          <a:p>
            <a:pPr rtl="0"/>
            <a:r>
              <a:rPr lang="de-DE" sz="1200" kern="1200" dirty="0">
                <a:solidFill>
                  <a:schemeClr val="tx1"/>
                </a:solidFill>
                <a:latin typeface="+mn-lt"/>
                <a:ea typeface="+mn-ea"/>
                <a:cs typeface="+mn-cs"/>
              </a:rPr>
              <a:t>Welche Services müssen aktiviert werden?</a:t>
            </a:r>
          </a:p>
          <a:p>
            <a:pPr rtl="0"/>
            <a:r>
              <a:rPr lang="de-DE" sz="1200" kern="1200" dirty="0">
                <a:solidFill>
                  <a:schemeClr val="tx1"/>
                </a:solidFill>
                <a:latin typeface="+mn-lt"/>
                <a:ea typeface="+mn-ea"/>
                <a:cs typeface="+mn-cs"/>
              </a:rPr>
              <a:t>Welche Tests wären vor dem </a:t>
            </a:r>
            <a:r>
              <a:rPr lang="de-DE" sz="1200" kern="1200" dirty="0" err="1">
                <a:solidFill>
                  <a:schemeClr val="tx1"/>
                </a:solidFill>
                <a:latin typeface="+mn-lt"/>
                <a:ea typeface="+mn-ea"/>
                <a:cs typeface="+mn-cs"/>
              </a:rPr>
              <a:t>Deployment</a:t>
            </a:r>
            <a:r>
              <a:rPr lang="de-DE" sz="1200" kern="1200" dirty="0">
                <a:solidFill>
                  <a:schemeClr val="tx1"/>
                </a:solidFill>
                <a:latin typeface="+mn-lt"/>
                <a:ea typeface="+mn-ea"/>
                <a:cs typeface="+mn-cs"/>
              </a:rPr>
              <a:t> notwendig?</a:t>
            </a:r>
          </a:p>
          <a:p>
            <a:endParaRPr lang="de-DE" b="1" dirty="0"/>
          </a:p>
          <a:p>
            <a:r>
              <a:rPr lang="de-DE" dirty="0"/>
              <a:t>Wir deployen dieses Package bewusst nicht. Uns fehlen die benötigten Gegenstellen und Zugangsdaten.</a:t>
            </a:r>
          </a:p>
          <a:p>
            <a:endParaRPr lang="de-DE" dirty="0"/>
          </a:p>
          <a:p>
            <a:r>
              <a:rPr lang="de-DE" dirty="0"/>
              <a:t>Die Demo zeigt damit auch eine wichtige professionelle Haltung: Ein Artefakt wird nicht allein deshalb deployt, weil die Schaltfläche verfügbar ist. Zunächst müssen Voraussetzungen, Sicherheit und Auswirkungen geklärt sein.</a:t>
            </a:r>
          </a:p>
          <a:p>
            <a:endParaRPr lang="de-DE" dirty="0"/>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45</a:t>
            </a:fld>
            <a:endParaRPr lang="de-DE" dirty="0"/>
          </a:p>
        </p:txBody>
      </p:sp>
    </p:spTree>
    <p:extLst>
      <p:ext uri="{BB962C8B-B14F-4D97-AF65-F5344CB8AC3E}">
        <p14:creationId xmlns:p14="http://schemas.microsoft.com/office/powerpoint/2010/main" val="32674197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Wir haben mit einem einfachen HTTPS-Endpunkt begonnen und den Integration Flow schrittweise erweitert.</a:t>
            </a:r>
          </a:p>
          <a:p>
            <a:endParaRPr lang="de-DE" dirty="0"/>
          </a:p>
          <a:p>
            <a:r>
              <a:rPr lang="de-DE" dirty="0"/>
              <a:t>Zunächst haben wir Sender und Empfänger verbunden. Danach haben wir die Nachricht konvertiert und unterschiedliche Datenmodelle mit einem Mapping entkoppelt.</a:t>
            </a:r>
          </a:p>
          <a:p>
            <a:endParaRPr lang="de-DE" dirty="0"/>
          </a:p>
          <a:p>
            <a:r>
              <a:rPr lang="de-DE" dirty="0"/>
              <a:t>Enterprise Integration Patterns haben uns gezeigt, wie wiederkehrende Verarbeitungsprobleme mit verständlichen Bausteinen gelöst werden.</a:t>
            </a:r>
          </a:p>
          <a:p>
            <a:endParaRPr lang="de-DE" dirty="0"/>
          </a:p>
          <a:p>
            <a:r>
              <a:rPr lang="de-DE" dirty="0"/>
              <a:t>Zum Schluss haben wir alle Bestandteile als zusammengehörige Integrationslösung betrachtet und gesehen, wie vorgefertigter Inhalt recherchiert und in den eigenen Tenant übernommen werden kann.</a:t>
            </a:r>
          </a:p>
          <a:p>
            <a:endParaRPr lang="de-DE" dirty="0"/>
          </a:p>
          <a:p>
            <a:r>
              <a:rPr lang="de-DE" dirty="0"/>
              <a:t>Damit reicht der Blick nun von der einzelnen Nachricht bis zum organisierten und wiederverwendbaren Integration Package.</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46</a:t>
            </a:fld>
            <a:endParaRPr lang="de-DE" dirty="0"/>
          </a:p>
        </p:txBody>
      </p:sp>
    </p:spTree>
    <p:extLst>
      <p:ext uri="{BB962C8B-B14F-4D97-AF65-F5344CB8AC3E}">
        <p14:creationId xmlns:p14="http://schemas.microsoft.com/office/powerpoint/2010/main" val="17190505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Bevor wir einen Integration Flow entwickeln und aufrufen können, müssen zwei unterschiedliche Zugriffswege eingerichtet sein. Einerseits benötigen Entwickler Zugriff auf die Oberfläche der Integration Suite. Andererseits braucht ein sendendes System eine technische Identität und eine Berechtigung zum Aufruf des Integration Flows.</a:t>
            </a:r>
          </a:p>
        </p:txBody>
      </p:sp>
      <p:sp>
        <p:nvSpPr>
          <p:cNvPr id="4" name="Foliennummernplatzhalter 3"/>
          <p:cNvSpPr>
            <a:spLocks noGrp="1"/>
          </p:cNvSpPr>
          <p:nvPr>
            <p:ph type="sldNum" sz="quarter" idx="5"/>
          </p:nvPr>
        </p:nvSpPr>
        <p:spPr/>
        <p:txBody>
          <a:bodyPr/>
          <a:lstStyle/>
          <a:p>
            <a:fld id="{E9475E6B-8EF9-407D-AAC9-FC0EA114427C}" type="slidenum">
              <a:rPr lang="de-DE" smtClean="0"/>
              <a:t>48</a:t>
            </a:fld>
            <a:endParaRPr lang="de-DE" dirty="0"/>
          </a:p>
        </p:txBody>
      </p:sp>
    </p:spTree>
    <p:extLst>
      <p:ext uri="{BB962C8B-B14F-4D97-AF65-F5344CB8AC3E}">
        <p14:creationId xmlns:p14="http://schemas.microsoft.com/office/powerpoint/2010/main" val="30429065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erste Schritt erfolgt auf Ebene des Global Accounts. Dort wird festgelegt, welche Services ein Subaccount grundsätzlich verwenden darf.</a:t>
            </a:r>
          </a:p>
          <a:p>
            <a:endParaRPr lang="de-DE" dirty="0"/>
          </a:p>
          <a:p>
            <a:r>
              <a:rPr lang="de-DE" dirty="0"/>
              <a:t>Dazu wird dem Subaccount ein </a:t>
            </a:r>
            <a:r>
              <a:rPr lang="de-DE" dirty="0" err="1"/>
              <a:t>Entitlement</a:t>
            </a:r>
            <a:r>
              <a:rPr lang="de-DE" dirty="0"/>
              <a:t> für die SAP Integration Suite zugeordnet und für die </a:t>
            </a:r>
            <a:r>
              <a:rPr lang="de-DE" dirty="0" err="1"/>
              <a:t>Process</a:t>
            </a:r>
            <a:r>
              <a:rPr lang="de-DE" dirty="0"/>
              <a:t> Integration </a:t>
            </a:r>
            <a:r>
              <a:rPr lang="de-DE" dirty="0" err="1"/>
              <a:t>Runtime</a:t>
            </a:r>
            <a:r>
              <a:rPr lang="de-DE" dirty="0"/>
              <a:t> zugeordnet. Abhängig vom Vertrag kann das beispielsweise ein Free-, PAYG- oder kommerzieller Plan sein.</a:t>
            </a:r>
          </a:p>
          <a:p>
            <a:endParaRPr lang="de-DE" dirty="0"/>
          </a:p>
          <a:p>
            <a:r>
              <a:rPr lang="de-DE" dirty="0"/>
              <a:t>Dieser Schritt war in unserer Umgebung nicht automatisch erledigt. Ohne das </a:t>
            </a:r>
            <a:r>
              <a:rPr lang="de-DE" dirty="0" err="1"/>
              <a:t>Entitlement</a:t>
            </a:r>
            <a:r>
              <a:rPr lang="de-DE" dirty="0"/>
              <a:t> erscheint die Integration Suite entweder nicht im Service Marketplace oder die gewünschte </a:t>
            </a:r>
            <a:r>
              <a:rPr lang="de-DE" dirty="0" err="1"/>
              <a:t>Subscription</a:t>
            </a:r>
            <a:r>
              <a:rPr lang="de-DE" dirty="0"/>
              <a:t> kann nicht angelegt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49</a:t>
            </a:fld>
            <a:endParaRPr lang="de-DE" dirty="0"/>
          </a:p>
        </p:txBody>
      </p:sp>
    </p:spTree>
    <p:extLst>
      <p:ext uri="{BB962C8B-B14F-4D97-AF65-F5344CB8AC3E}">
        <p14:creationId xmlns:p14="http://schemas.microsoft.com/office/powerpoint/2010/main" val="25026210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Nachdem das </a:t>
            </a:r>
            <a:r>
              <a:rPr lang="de-DE" dirty="0" err="1"/>
              <a:t>Entitlement</a:t>
            </a:r>
            <a:r>
              <a:rPr lang="de-DE" dirty="0"/>
              <a:t> vorhanden ist, abonnieren wir die Integration Suite im gewünschten Subaccount.</a:t>
            </a:r>
          </a:p>
          <a:p>
            <a:endParaRPr lang="de-DE" dirty="0"/>
          </a:p>
          <a:p>
            <a:r>
              <a:rPr lang="de-DE" dirty="0"/>
              <a:t>Für den ersten Zugriff benötigt ein Administrator beziehungsweise </a:t>
            </a:r>
            <a:r>
              <a:rPr lang="de-DE" dirty="0" err="1"/>
              <a:t>Provisionierer</a:t>
            </a:r>
            <a:r>
              <a:rPr lang="de-DE" dirty="0"/>
              <a:t> die passende Rolle. </a:t>
            </a:r>
          </a:p>
          <a:p>
            <a:endParaRPr lang="de-DE" dirty="0"/>
          </a:p>
          <a:p>
            <a:r>
              <a:rPr lang="de-DE" dirty="0"/>
              <a:t>Erst nach der </a:t>
            </a:r>
            <a:r>
              <a:rPr lang="de-DE" dirty="0" err="1"/>
              <a:t>Subscription</a:t>
            </a:r>
            <a:r>
              <a:rPr lang="de-DE" dirty="0"/>
              <a:t> und erst nach der Zuweisung der Role Collection </a:t>
            </a:r>
            <a:r>
              <a:rPr lang="de-DE" dirty="0" err="1"/>
              <a:t>Integration_Provisioner</a:t>
            </a:r>
            <a:r>
              <a:rPr lang="de-DE" dirty="0"/>
              <a:t> können wir die Integration Suite öffnen. </a:t>
            </a:r>
          </a:p>
          <a:p>
            <a:endParaRPr lang="de-DE" dirty="0"/>
          </a:p>
          <a:p>
            <a:r>
              <a:rPr lang="de-DE" dirty="0"/>
              <a:t>Allerdings sind die einzelnen </a:t>
            </a:r>
            <a:r>
              <a:rPr lang="de-DE" dirty="0" err="1"/>
              <a:t>Capabilities</a:t>
            </a:r>
            <a:r>
              <a:rPr lang="de-DE" dirty="0"/>
              <a:t> noch nicht zwangsläufig aktiviert. Die </a:t>
            </a:r>
            <a:r>
              <a:rPr lang="de-DE" dirty="0" err="1"/>
              <a:t>Subscription</a:t>
            </a:r>
            <a:r>
              <a:rPr lang="de-DE" dirty="0"/>
              <a:t> ist also der Zugang zur Suite, nicht bereits die vollständige Bereitstellung von Cloud Integration.</a:t>
            </a:r>
            <a:br>
              <a:rPr lang="de-DE" dirty="0"/>
            </a:br>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50</a:t>
            </a:fld>
            <a:endParaRPr lang="de-DE" dirty="0"/>
          </a:p>
        </p:txBody>
      </p:sp>
    </p:spTree>
    <p:extLst>
      <p:ext uri="{BB962C8B-B14F-4D97-AF65-F5344CB8AC3E}">
        <p14:creationId xmlns:p14="http://schemas.microsoft.com/office/powerpoint/2010/main" val="5545297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Die Integration Suite bündelt mehrere Funktionen, </a:t>
            </a:r>
            <a:r>
              <a:rPr lang="de-DE" dirty="0" err="1"/>
              <a:t>Capabilities</a:t>
            </a:r>
            <a:r>
              <a:rPr lang="de-DE" dirty="0"/>
              <a:t> genannt. Für unseren ersten Workshopteil benötigen wir die </a:t>
            </a:r>
            <a:r>
              <a:rPr lang="de-DE" dirty="0" err="1"/>
              <a:t>Capability</a:t>
            </a:r>
            <a:r>
              <a:rPr lang="de-DE" dirty="0"/>
              <a:t> </a:t>
            </a:r>
            <a:r>
              <a:rPr lang="de-DE" b="1" dirty="0" err="1"/>
              <a:t>Build</a:t>
            </a:r>
            <a:r>
              <a:rPr lang="de-DE" b="1" dirty="0"/>
              <a:t> Integration Scenarios</a:t>
            </a:r>
            <a:r>
              <a:rPr lang="de-DE" dirty="0"/>
              <a:t>.</a:t>
            </a:r>
          </a:p>
          <a:p>
            <a:endParaRPr lang="de-DE" dirty="0"/>
          </a:p>
          <a:p>
            <a:r>
              <a:rPr lang="de-DE" dirty="0"/>
              <a:t>Bei der Aktivierung werden die benötigten Laufzeitkomponenten eingerichtet. Dieser Vorgang kann etwas dauern. Erst nach erfolgreicher Aktivierung stehen die Bereiche für Entwicklung, </a:t>
            </a:r>
            <a:r>
              <a:rPr lang="de-DE" dirty="0" err="1"/>
              <a:t>Deployment</a:t>
            </a:r>
            <a:r>
              <a:rPr lang="de-DE" dirty="0"/>
              <a:t> und Monitoring von Integration Flows zur Verfügung.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51</a:t>
            </a:fld>
            <a:endParaRPr lang="de-DE" dirty="0"/>
          </a:p>
        </p:txBody>
      </p:sp>
    </p:spTree>
    <p:extLst>
      <p:ext uri="{BB962C8B-B14F-4D97-AF65-F5344CB8AC3E}">
        <p14:creationId xmlns:p14="http://schemas.microsoft.com/office/powerpoint/2010/main" val="34562085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Nun erhalten die beteiligten Personen Zugriff auf die Funktionen der Integration Suite. Je nach Aufgabe werden unterschiedliche Rollen beziehungsweise Role Collections benötigt.</a:t>
            </a:r>
          </a:p>
          <a:p>
            <a:endParaRPr lang="de-DE" dirty="0"/>
          </a:p>
          <a:p>
            <a:r>
              <a:rPr lang="de-DE" dirty="0"/>
              <a:t>Ein Entwickler muss Integrationspakete und Integration Flows bearbeiten können. Für das </a:t>
            </a:r>
            <a:r>
              <a:rPr lang="de-DE" dirty="0" err="1"/>
              <a:t>Deployment</a:t>
            </a:r>
            <a:r>
              <a:rPr lang="de-DE" dirty="0"/>
              <a:t> und für das Monitoring können zusätzliche Berechtigungen erforderlich sein.</a:t>
            </a:r>
          </a:p>
          <a:p>
            <a:endParaRPr lang="de-DE" dirty="0"/>
          </a:p>
          <a:p>
            <a:r>
              <a:rPr lang="de-DE" dirty="0"/>
              <a:t>Wichtig ist erneut die Trennung: Diese Rollen ermöglichen den Zugriff auf die Weboberfläche. Sie berechtigen Postman oder ein anderes sendendes System noch nicht zum Aufruf eines Integration Flows.</a:t>
            </a:r>
          </a:p>
          <a:p>
            <a:endParaRPr lang="de-DE" dirty="0"/>
          </a:p>
          <a:p>
            <a:r>
              <a:rPr lang="de-DE" dirty="0"/>
              <a:t>https://help.sap.com/docs/integration-suite/sap-integration-suite/configuring-user-access</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52</a:t>
            </a:fld>
            <a:endParaRPr lang="de-DE" dirty="0"/>
          </a:p>
        </p:txBody>
      </p:sp>
    </p:spTree>
    <p:extLst>
      <p:ext uri="{BB962C8B-B14F-4D97-AF65-F5344CB8AC3E}">
        <p14:creationId xmlns:p14="http://schemas.microsoft.com/office/powerpoint/2010/main" val="29171949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Der HTTP-Senderadapter legt nicht nur die Adresse des Endpunkts fest. Er kann außerdem verlangen, dass der Aufrufer eine bestimmte Rolle besitzt.</a:t>
            </a:r>
          </a:p>
          <a:p>
            <a:endParaRPr lang="de-DE" dirty="0"/>
          </a:p>
          <a:p>
            <a:r>
              <a:rPr lang="de-DE" dirty="0"/>
              <a:t>Für Integration Flows ist </a:t>
            </a:r>
            <a:r>
              <a:rPr lang="de-DE" sz="1200" kern="1200" dirty="0" err="1">
                <a:solidFill>
                  <a:schemeClr val="tx1"/>
                </a:solidFill>
                <a:latin typeface="+mn-lt"/>
                <a:ea typeface="+mn-ea"/>
                <a:cs typeface="+mn-cs"/>
              </a:rPr>
              <a:t>ESBMessaging.send</a:t>
            </a:r>
            <a:r>
              <a:rPr lang="de-DE" dirty="0"/>
              <a:t> die typische vordefinierte Rolle. Es können aber auch eigene oder andere passende Rollen verwendet werden. Entscheidend ist, dass die Rolle im Senderadapter zur Berechtigung des technischen Clients passt.</a:t>
            </a:r>
          </a:p>
          <a:p>
            <a:endParaRPr lang="de-DE" dirty="0"/>
          </a:p>
          <a:p>
            <a:r>
              <a:rPr lang="de-DE" dirty="0"/>
              <a:t>https://help.sap.com/docs/cloud-integration/sap-cloud-integration/managing-user-roles-cloud-foundry-environment</a:t>
            </a:r>
          </a:p>
        </p:txBody>
      </p:sp>
      <p:sp>
        <p:nvSpPr>
          <p:cNvPr id="4" name="Foliennummernplatzhalter 3"/>
          <p:cNvSpPr>
            <a:spLocks noGrp="1"/>
          </p:cNvSpPr>
          <p:nvPr>
            <p:ph type="sldNum" sz="quarter" idx="5"/>
          </p:nvPr>
        </p:nvSpPr>
        <p:spPr/>
        <p:txBody>
          <a:bodyPr/>
          <a:lstStyle/>
          <a:p>
            <a:fld id="{E9475E6B-8EF9-407D-AAC9-FC0EA114427C}" type="slidenum">
              <a:rPr lang="de-DE" smtClean="0"/>
              <a:t>53</a:t>
            </a:fld>
            <a:endParaRPr lang="de-DE" dirty="0"/>
          </a:p>
        </p:txBody>
      </p:sp>
    </p:spTree>
    <p:extLst>
      <p:ext uri="{BB962C8B-B14F-4D97-AF65-F5344CB8AC3E}">
        <p14:creationId xmlns:p14="http://schemas.microsoft.com/office/powerpoint/2010/main" val="22783585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Postman soll den Integration Flow nicht unter meiner persönlichen Identität aufrufen. Deshalb legen wir eine technische Identität über eine Service-Instanz der </a:t>
            </a:r>
            <a:r>
              <a:rPr lang="de-DE" dirty="0" err="1"/>
              <a:t>Process</a:t>
            </a:r>
            <a:r>
              <a:rPr lang="de-DE" dirty="0"/>
              <a:t> Integration </a:t>
            </a:r>
            <a:r>
              <a:rPr lang="de-DE" dirty="0" err="1"/>
              <a:t>Runtime</a:t>
            </a:r>
            <a:r>
              <a:rPr lang="de-DE" dirty="0"/>
              <a:t> an.</a:t>
            </a:r>
          </a:p>
          <a:p>
            <a:endParaRPr lang="de-DE" dirty="0"/>
          </a:p>
          <a:p>
            <a:r>
              <a:rPr lang="de-DE" dirty="0"/>
              <a:t>Bei der Service-Instanz wird festgelegt, welche Rolle der Client erhalten soll. Anschließend erzeugen wir einen Service Key. Er enthält die Client-ID, das Client-Secret sowie die relevanten URLs.</a:t>
            </a:r>
          </a:p>
          <a:p>
            <a:endParaRPr lang="de-DE" dirty="0"/>
          </a:p>
          <a:p>
            <a:r>
              <a:rPr lang="de-DE" dirty="0"/>
              <a:t>Das Client-Secret wird wie ein Passwort behandelt und gehört weder auf eine Folie noch in ein </a:t>
            </a:r>
            <a:r>
              <a:rPr lang="de-DE" dirty="0" err="1"/>
              <a:t>Git</a:t>
            </a:r>
            <a:r>
              <a:rPr lang="de-DE" dirty="0"/>
              <a:t>-Repository. Für Screenshots sollten Client-ID und Secret deshalb unkenntlich gemacht werden.</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54</a:t>
            </a:fld>
            <a:endParaRPr lang="de-DE" dirty="0"/>
          </a:p>
        </p:txBody>
      </p:sp>
    </p:spTree>
    <p:extLst>
      <p:ext uri="{BB962C8B-B14F-4D97-AF65-F5344CB8AC3E}">
        <p14:creationId xmlns:p14="http://schemas.microsoft.com/office/powerpoint/2010/main" val="8442705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Nach dem </a:t>
            </a:r>
            <a:r>
              <a:rPr lang="de-DE" dirty="0" err="1"/>
              <a:t>Deployment</a:t>
            </a:r>
            <a:r>
              <a:rPr lang="de-DE" dirty="0"/>
              <a:t> zeigt die Integration Suite den erzeugten Endpunkt an. In Postman verwenden wir die Client-ID und das Client-Secret aus dem Service Key.</a:t>
            </a:r>
          </a:p>
          <a:p>
            <a:endParaRPr lang="de-DE" dirty="0"/>
          </a:p>
          <a:p>
            <a:r>
              <a:rPr lang="de-DE" dirty="0"/>
              <a:t>In unserer Demo hat der Aufruf mit dem persönlichen SAP-Benutzer zu einem </a:t>
            </a:r>
            <a:r>
              <a:rPr lang="de-DE" sz="1200" kern="1200" dirty="0">
                <a:solidFill>
                  <a:schemeClr val="tx1"/>
                </a:solidFill>
                <a:latin typeface="+mn-lt"/>
                <a:ea typeface="+mn-ea"/>
                <a:cs typeface="+mn-cs"/>
              </a:rPr>
              <a:t>403 </a:t>
            </a:r>
            <a:r>
              <a:rPr lang="de-DE" sz="1200" kern="1200" dirty="0" err="1">
                <a:solidFill>
                  <a:schemeClr val="tx1"/>
                </a:solidFill>
                <a:latin typeface="+mn-lt"/>
                <a:ea typeface="+mn-ea"/>
                <a:cs typeface="+mn-cs"/>
              </a:rPr>
              <a:t>Forbidden</a:t>
            </a:r>
            <a:r>
              <a:rPr lang="de-DE" dirty="0"/>
              <a:t> geführt. Das war kein fehlgeschlagenes Login, sondern eine fehlende Laufzeitberechtigung.</a:t>
            </a:r>
          </a:p>
          <a:p>
            <a:endParaRPr lang="de-DE" dirty="0"/>
          </a:p>
          <a:p>
            <a:r>
              <a:rPr lang="de-DE" dirty="0"/>
              <a:t>Ein erfolgreicher HTTP-Status sagt zunächst nur, dass die Integration Suite die Nachricht angenommen hat. Ob sie vollständig verarbeitet wurde, sehen wir anschließend im Message Processing Log.</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55</a:t>
            </a:fld>
            <a:endParaRPr lang="de-DE" dirty="0"/>
          </a:p>
        </p:txBody>
      </p:sp>
    </p:spTree>
    <p:extLst>
      <p:ext uri="{BB962C8B-B14F-4D97-AF65-F5344CB8AC3E}">
        <p14:creationId xmlns:p14="http://schemas.microsoft.com/office/powerpoint/2010/main" val="4465477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Ausgangspunkt ist unser RAP-Business-</a:t>
            </a:r>
            <a:r>
              <a:rPr lang="de-DE" dirty="0" err="1"/>
              <a:t>Object</a:t>
            </a:r>
            <a:r>
              <a:rPr lang="de-DE" dirty="0"/>
              <a:t> für die Sales Orders. Eine Service Definition legt fest, welche Entitäten veröffentlicht werden. Das Service Binding stellt daraus einen OData-V4-Service bereit.</a:t>
            </a:r>
          </a:p>
          <a:p>
            <a:endParaRPr lang="de-DE" dirty="0"/>
          </a:p>
          <a:p>
            <a:r>
              <a:rPr lang="de-DE" dirty="0"/>
              <a:t>Bevor wir die Kommunikation konfigurieren, testen wir den Service innerhalb der Entwicklungsumgebung. So trennen wir Fehler des RAP-Business-Objects von späteren Problemen mit Authentifizierung und Berechtigungen.</a:t>
            </a:r>
          </a:p>
          <a:p>
            <a:endParaRPr lang="de-DE" dirty="0"/>
          </a:p>
          <a:p>
            <a:r>
              <a:rPr lang="de-DE" dirty="0"/>
              <a:t>Die Aktivierung des Service Bindings allein reicht jedoch noch nicht aus, damit ein externes System den Service verwenden darf.</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57</a:t>
            </a:fld>
            <a:endParaRPr lang="de-DE" dirty="0"/>
          </a:p>
        </p:txBody>
      </p:sp>
    </p:spTree>
    <p:extLst>
      <p:ext uri="{BB962C8B-B14F-4D97-AF65-F5344CB8AC3E}">
        <p14:creationId xmlns:p14="http://schemas.microsoft.com/office/powerpoint/2010/main" val="41591108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Das Communication Scenario ist ein Entwicklungsobjekt. Es beschreibt, welche Kommunikationsdienste für einen Integrationsfall verwendet werden dürfen.</a:t>
            </a:r>
          </a:p>
          <a:p>
            <a:endParaRPr lang="de-DE" dirty="0"/>
          </a:p>
          <a:p>
            <a:r>
              <a:rPr lang="de-DE" dirty="0"/>
              <a:t>Für unsere Demo legen wir das kundeneigene Szenario </a:t>
            </a:r>
            <a:r>
              <a:rPr lang="de-DE" sz="1200" kern="1200" dirty="0">
                <a:solidFill>
                  <a:schemeClr val="tx1"/>
                </a:solidFill>
                <a:latin typeface="+mn-lt"/>
                <a:ea typeface="+mn-ea"/>
                <a:cs typeface="+mn-cs"/>
              </a:rPr>
              <a:t>Z_MWIS_ORDER</a:t>
            </a:r>
            <a:r>
              <a:rPr lang="de-DE" dirty="0"/>
              <a:t> an und ordnen ihm den </a:t>
            </a:r>
            <a:r>
              <a:rPr lang="de-DE" dirty="0" err="1"/>
              <a:t>OData</a:t>
            </a:r>
            <a:r>
              <a:rPr lang="de-DE" dirty="0"/>
              <a:t>-Service als Inbound Service zu.</a:t>
            </a:r>
          </a:p>
          <a:p>
            <a:endParaRPr lang="de-DE" dirty="0"/>
          </a:p>
          <a:p>
            <a:r>
              <a:rPr lang="de-DE" dirty="0"/>
              <a:t>Das Szenario enthält keine konkreten Zugangsdaten und keine konkrete Gegenstelle. Es beschreibt zunächst nur den freigegebenen Kommunikationsumfang.</a:t>
            </a:r>
          </a:p>
          <a:p>
            <a:endParaRPr lang="de-DE" dirty="0"/>
          </a:p>
          <a:p>
            <a:r>
              <a:rPr lang="de-DE" dirty="0"/>
              <a:t>https://help.sap.com/docs/abap-cloud/abap-integration-connectivity/communication-scenario?version=sap_cross_product_abap</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58</a:t>
            </a:fld>
            <a:endParaRPr lang="de-DE" dirty="0"/>
          </a:p>
        </p:txBody>
      </p:sp>
    </p:spTree>
    <p:extLst>
      <p:ext uri="{BB962C8B-B14F-4D97-AF65-F5344CB8AC3E}">
        <p14:creationId xmlns:p14="http://schemas.microsoft.com/office/powerpoint/2010/main" val="29536314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Für den Integration Flow legen wir einen eigenen Communication User an. Dieser Benutzer ist ausschließlich für die technische Kommunikation vorgesehen.</a:t>
            </a:r>
          </a:p>
          <a:p>
            <a:endParaRPr lang="de-DE" dirty="0"/>
          </a:p>
          <a:p>
            <a:r>
              <a:rPr lang="de-DE" dirty="0"/>
              <a:t>Für unsere erste Demo verwenden wir Benutzername und Passwort. Das ist leicht nachvollziehbar und reduziert die Zahl der gleichzeitig zu erklärenden Sicherheitsmechanismen.</a:t>
            </a:r>
          </a:p>
          <a:p>
            <a:endParaRPr lang="de-DE" dirty="0"/>
          </a:p>
          <a:p>
            <a:r>
              <a:rPr lang="de-DE" dirty="0"/>
              <a:t>Für produktive Szenarien sollte abhängig von den Sicherheitsanforderungen geprüft werden, ob ein zertifikats- oder </a:t>
            </a:r>
            <a:r>
              <a:rPr lang="de-DE" dirty="0" err="1"/>
              <a:t>tokenbasiertes</a:t>
            </a:r>
            <a:r>
              <a:rPr lang="de-DE" dirty="0"/>
              <a:t> Verfahren besser geeignet ist.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59</a:t>
            </a:fld>
            <a:endParaRPr lang="de-DE" dirty="0"/>
          </a:p>
        </p:txBody>
      </p:sp>
    </p:spTree>
    <p:extLst>
      <p:ext uri="{BB962C8B-B14F-4D97-AF65-F5344CB8AC3E}">
        <p14:creationId xmlns:p14="http://schemas.microsoft.com/office/powerpoint/2010/main" val="42595192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Das Communication System repräsentiert die externe Gegenstelle. In unserem Fall ist dies die Integration Suite beziehungsweise der Integration Flow.</a:t>
            </a:r>
          </a:p>
          <a:p>
            <a:endParaRPr lang="de-DE" dirty="0"/>
          </a:p>
          <a:p>
            <a:r>
              <a:rPr lang="de-DE" dirty="0"/>
              <a:t>Wir ordnen dem System den zuvor angelegten Communication User als Inbound User zu. Damit ist beschrieben, unter welcher technischen Identität Anfragen dieses Systems im ABAP-System verarbeitet werden.</a:t>
            </a:r>
          </a:p>
          <a:p>
            <a:endParaRPr lang="de-DE" dirty="0"/>
          </a:p>
          <a:p>
            <a:r>
              <a:rPr lang="de-DE" dirty="0"/>
              <a:t>Das Communication System legt aber noch nicht fest, welche Services verwendet werden dürfen. Diese Verbindung entsteht erst durch das Communication Arrangement.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60</a:t>
            </a:fld>
            <a:endParaRPr lang="de-DE" dirty="0"/>
          </a:p>
        </p:txBody>
      </p:sp>
    </p:spTree>
    <p:extLst>
      <p:ext uri="{BB962C8B-B14F-4D97-AF65-F5344CB8AC3E}">
        <p14:creationId xmlns:p14="http://schemas.microsoft.com/office/powerpoint/2010/main" val="16271883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Das Communication Arrangement ist die konkrete Konfiguration unseres Kommunikationsszenarios.</a:t>
            </a:r>
          </a:p>
          <a:p>
            <a:endParaRPr lang="de-DE" dirty="0"/>
          </a:p>
          <a:p>
            <a:r>
              <a:rPr lang="de-DE" dirty="0"/>
              <a:t>Hier verbinden wir das Communication Scenario mit dem Communication System und damit indirekt mit dem Communication User. Erst durch diese Kombination wird der </a:t>
            </a:r>
            <a:r>
              <a:rPr lang="de-DE" dirty="0" err="1"/>
              <a:t>OData</a:t>
            </a:r>
            <a:r>
              <a:rPr lang="de-DE" dirty="0"/>
              <a:t>-Service für die technische Identität erreichbar.</a:t>
            </a:r>
          </a:p>
          <a:p>
            <a:endParaRPr lang="de-DE" dirty="0"/>
          </a:p>
          <a:p>
            <a:r>
              <a:rPr lang="de-DE" dirty="0"/>
              <a:t>Das Arrangement zeigt außerdem die erzeugte Service-URL. Diese URL übernehmen wir später in den </a:t>
            </a:r>
            <a:r>
              <a:rPr lang="de-DE" dirty="0" err="1"/>
              <a:t>OData</a:t>
            </a:r>
            <a:r>
              <a:rPr lang="de-DE" dirty="0"/>
              <a:t>-Receiver-Adapter.</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61</a:t>
            </a:fld>
            <a:endParaRPr lang="de-DE" dirty="0"/>
          </a:p>
        </p:txBody>
      </p:sp>
    </p:spTree>
    <p:extLst>
      <p:ext uri="{BB962C8B-B14F-4D97-AF65-F5344CB8AC3E}">
        <p14:creationId xmlns:p14="http://schemas.microsoft.com/office/powerpoint/2010/main" val="25313424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Im Receiver-Adapter tragen wir die URL aus dem Communication Arrangement ein. Benutzername und Passwort schreiben wir nicht direkt in den Integration Flow, sondern hinterlegen sie als Security Material und referenzieren nur dessen Namen.</a:t>
            </a:r>
          </a:p>
          <a:p>
            <a:endParaRPr lang="de-DE" dirty="0"/>
          </a:p>
          <a:p>
            <a:r>
              <a:rPr lang="de-DE" dirty="0"/>
              <a:t>Beim schreibenden Zugriff können anschließend drei unterschiedliche Fehlerklassen auftreten: Das ABAP-System kann die Zugangsdaten ablehnen, der Benutzer kann für den Service nicht berechtigt sein oder der CSRF-Schutz kann den Aufruf verhindern.</a:t>
            </a:r>
          </a:p>
          <a:p>
            <a:endParaRPr lang="de-DE" dirty="0"/>
          </a:p>
          <a:p>
            <a:r>
              <a:rPr lang="de-DE" dirty="0"/>
              <a:t>In unserer Demo kam danach noch eine vierte Fehlerklasse hinzu: Der </a:t>
            </a:r>
            <a:r>
              <a:rPr lang="de-DE" dirty="0" err="1"/>
              <a:t>OData</a:t>
            </a:r>
            <a:r>
              <a:rPr lang="de-DE" dirty="0"/>
              <a:t>-Adapter erwartete XML, erhielt aber JSON. Die Meldung </a:t>
            </a:r>
            <a:r>
              <a:rPr lang="de-DE" sz="1200" kern="1200" dirty="0" err="1">
                <a:solidFill>
                  <a:schemeClr val="tx1"/>
                </a:solidFill>
                <a:latin typeface="+mn-lt"/>
                <a:ea typeface="+mn-ea"/>
                <a:cs typeface="+mn-cs"/>
              </a:rPr>
              <a:t>Unexpected</a:t>
            </a:r>
            <a:r>
              <a:rPr lang="de-DE" sz="1200" kern="1200" dirty="0">
                <a:solidFill>
                  <a:schemeClr val="tx1"/>
                </a:solidFill>
                <a:latin typeface="+mn-lt"/>
                <a:ea typeface="+mn-ea"/>
                <a:cs typeface="+mn-cs"/>
              </a:rPr>
              <a:t> End-</a:t>
            </a:r>
            <a:r>
              <a:rPr lang="de-DE" sz="1200" kern="1200" dirty="0" err="1">
                <a:solidFill>
                  <a:schemeClr val="tx1"/>
                </a:solidFill>
                <a:latin typeface="+mn-lt"/>
                <a:ea typeface="+mn-ea"/>
                <a:cs typeface="+mn-cs"/>
              </a:rPr>
              <a:t>of</a:t>
            </a:r>
            <a:r>
              <a:rPr lang="de-DE" sz="1200" kern="1200" dirty="0">
                <a:solidFill>
                  <a:schemeClr val="tx1"/>
                </a:solidFill>
                <a:latin typeface="+mn-lt"/>
                <a:ea typeface="+mn-ea"/>
                <a:cs typeface="+mn-cs"/>
              </a:rPr>
              <a:t>-input in </a:t>
            </a:r>
            <a:r>
              <a:rPr lang="de-DE" sz="1200" kern="1200" dirty="0" err="1">
                <a:solidFill>
                  <a:schemeClr val="tx1"/>
                </a:solidFill>
                <a:latin typeface="+mn-lt"/>
                <a:ea typeface="+mn-ea"/>
                <a:cs typeface="+mn-cs"/>
              </a:rPr>
              <a:t>prolog</a:t>
            </a:r>
            <a:r>
              <a:rPr lang="de-DE" dirty="0"/>
              <a:t> war daher kein Berechtigungsproblem. Erst die JSON-zu-XML-Konvertierung mit dem aus dem </a:t>
            </a:r>
            <a:r>
              <a:rPr lang="de-DE" dirty="0" err="1"/>
              <a:t>OData</a:t>
            </a:r>
            <a:r>
              <a:rPr lang="de-DE" dirty="0"/>
              <a:t>-Modell erzeugten XSD lieferte das vom Adapter erwartete Format.</a:t>
            </a:r>
          </a:p>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62</a:t>
            </a:fld>
            <a:endParaRPr lang="de-DE" dirty="0"/>
          </a:p>
        </p:txBody>
      </p:sp>
    </p:spTree>
    <p:extLst>
      <p:ext uri="{BB962C8B-B14F-4D97-AF65-F5344CB8AC3E}">
        <p14:creationId xmlns:p14="http://schemas.microsoft.com/office/powerpoint/2010/main" val="22148114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64</a:t>
            </a:fld>
            <a:endParaRPr lang="de-DE" dirty="0"/>
          </a:p>
        </p:txBody>
      </p:sp>
    </p:spTree>
    <p:extLst>
      <p:ext uri="{BB962C8B-B14F-4D97-AF65-F5344CB8AC3E}">
        <p14:creationId xmlns:p14="http://schemas.microsoft.com/office/powerpoint/2010/main" val="7349828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9475E6B-8EF9-407D-AAC9-FC0EA114427C}" type="slidenum">
              <a:rPr lang="de-DE" smtClean="0"/>
              <a:t>65</a:t>
            </a:fld>
            <a:endParaRPr lang="de-DE" dirty="0"/>
          </a:p>
        </p:txBody>
      </p:sp>
    </p:spTree>
    <p:extLst>
      <p:ext uri="{BB962C8B-B14F-4D97-AF65-F5344CB8AC3E}">
        <p14:creationId xmlns:p14="http://schemas.microsoft.com/office/powerpoint/2010/main" val="322993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CBA5C6-AA22-3537-BFD8-3B3B96B501E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0BB920B5-11DB-39F1-438C-45576462E4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CFFC1068-AC93-FA27-6824-B39557D75988}"/>
              </a:ext>
            </a:extLst>
          </p:cNvPr>
          <p:cNvSpPr>
            <a:spLocks noGrp="1"/>
          </p:cNvSpPr>
          <p:nvPr>
            <p:ph type="dt" sz="half" idx="10"/>
          </p:nvPr>
        </p:nvSpPr>
        <p:spPr>
          <a:xfrm>
            <a:off x="838200" y="6356350"/>
            <a:ext cx="2743200" cy="365125"/>
          </a:xfrm>
          <a:prstGeom prst="rect">
            <a:avLst/>
          </a:prstGeom>
        </p:spPr>
        <p:txBody>
          <a:bodyPr/>
          <a:lstStyle/>
          <a:p>
            <a:fld id="{A9536FE4-5786-419D-BEFC-501822F05845}" type="datetime1">
              <a:rPr lang="de-DE" smtClean="0"/>
              <a:t>18.07.2026</a:t>
            </a:fld>
            <a:endParaRPr lang="de-DE" dirty="0"/>
          </a:p>
        </p:txBody>
      </p:sp>
      <p:sp>
        <p:nvSpPr>
          <p:cNvPr id="5" name="Fußzeilenplatzhalter 4">
            <a:extLst>
              <a:ext uri="{FF2B5EF4-FFF2-40B4-BE49-F238E27FC236}">
                <a16:creationId xmlns:a16="http://schemas.microsoft.com/office/drawing/2014/main" id="{B79C8490-17D4-2876-2238-01DFC41C9E76}"/>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CDC8C4AA-D2D4-85E2-46CC-A17FD346EBEE}"/>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09924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BE5684-8251-E29F-5A2A-12D2C04081D0}"/>
              </a:ext>
            </a:extLst>
          </p:cNvPr>
          <p:cNvSpPr>
            <a:spLocks noGrp="1"/>
          </p:cNvSpPr>
          <p:nvPr>
            <p:ph type="title"/>
          </p:nvPr>
        </p:nvSpPr>
        <p:spPr/>
        <p:txBody>
          <a:bodyPr lIns="0"/>
          <a:lstStyle/>
          <a:p>
            <a:r>
              <a:rPr lang="de-DE" dirty="0"/>
              <a:t>Mastertitelformat bearbeiten</a:t>
            </a:r>
          </a:p>
        </p:txBody>
      </p:sp>
      <p:sp>
        <p:nvSpPr>
          <p:cNvPr id="3" name="Inhaltsplatzhalter 2">
            <a:extLst>
              <a:ext uri="{FF2B5EF4-FFF2-40B4-BE49-F238E27FC236}">
                <a16:creationId xmlns:a16="http://schemas.microsoft.com/office/drawing/2014/main" id="{667783B3-FAFD-8C19-FBB1-16BFD18789E9}"/>
              </a:ext>
            </a:extLst>
          </p:cNvPr>
          <p:cNvSpPr>
            <a:spLocks noGrp="1"/>
          </p:cNvSpPr>
          <p:nvPr>
            <p:ph idx="1"/>
          </p:nvPr>
        </p:nvSpPr>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D51285BF-5671-0420-60D5-884EC2F6FF5E}"/>
              </a:ext>
            </a:extLst>
          </p:cNvPr>
          <p:cNvSpPr>
            <a:spLocks noGrp="1"/>
          </p:cNvSpPr>
          <p:nvPr>
            <p:ph type="dt" sz="half" idx="10"/>
          </p:nvPr>
        </p:nvSpPr>
        <p:spPr>
          <a:xfrm>
            <a:off x="838200" y="6356350"/>
            <a:ext cx="2743200" cy="365125"/>
          </a:xfrm>
          <a:prstGeom prst="rect">
            <a:avLst/>
          </a:prstGeom>
        </p:spPr>
        <p:txBody>
          <a:bodyPr/>
          <a:lstStyle/>
          <a:p>
            <a:fld id="{15B639AA-02E9-47DF-BFAD-69C50BB74770}" type="datetime1">
              <a:rPr lang="de-DE" smtClean="0"/>
              <a:t>18.07.2026</a:t>
            </a:fld>
            <a:endParaRPr lang="de-DE" dirty="0"/>
          </a:p>
        </p:txBody>
      </p:sp>
      <p:sp>
        <p:nvSpPr>
          <p:cNvPr id="5" name="Fußzeilenplatzhalter 4">
            <a:extLst>
              <a:ext uri="{FF2B5EF4-FFF2-40B4-BE49-F238E27FC236}">
                <a16:creationId xmlns:a16="http://schemas.microsoft.com/office/drawing/2014/main" id="{10F8A230-46A9-6446-6656-1613579BA8AC}"/>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8FF5EC8A-A7F1-7E1D-EF78-D2BD6560E815}"/>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178965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DD6CEF-83A0-8501-0860-64379D07AD5C}"/>
              </a:ext>
            </a:extLst>
          </p:cNvPr>
          <p:cNvSpPr>
            <a:spLocks noGrp="1"/>
          </p:cNvSpPr>
          <p:nvPr>
            <p:ph type="title"/>
          </p:nvPr>
        </p:nvSpPr>
        <p:spPr>
          <a:xfrm>
            <a:off x="831850" y="1709738"/>
            <a:ext cx="10515600" cy="2852737"/>
          </a:xfrm>
        </p:spPr>
        <p:txBody>
          <a:bodyPr lIns="0" anchor="b"/>
          <a:lstStyle>
            <a:lvl1pPr>
              <a:defRPr sz="6000"/>
            </a:lvl1pPr>
          </a:lstStyle>
          <a:p>
            <a:r>
              <a:rPr lang="de-DE" dirty="0"/>
              <a:t>Mastertitelformat bearbeiten</a:t>
            </a:r>
          </a:p>
        </p:txBody>
      </p:sp>
      <p:sp>
        <p:nvSpPr>
          <p:cNvPr id="3" name="Textplatzhalter 2">
            <a:extLst>
              <a:ext uri="{FF2B5EF4-FFF2-40B4-BE49-F238E27FC236}">
                <a16:creationId xmlns:a16="http://schemas.microsoft.com/office/drawing/2014/main" id="{E2CA302A-1DF6-5BFE-AAB4-243E6F266692}"/>
              </a:ext>
            </a:extLst>
          </p:cNvPr>
          <p:cNvSpPr>
            <a:spLocks noGrp="1"/>
          </p:cNvSpPr>
          <p:nvPr>
            <p:ph type="body" idx="1"/>
          </p:nvPr>
        </p:nvSpPr>
        <p:spPr>
          <a:xfrm>
            <a:off x="831850" y="4589463"/>
            <a:ext cx="10515600" cy="1500187"/>
          </a:xfrm>
        </p:spPr>
        <p:txBody>
          <a:bodyPr lIns="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dirty="0"/>
              <a:t>Mastertextformat bearbeiten</a:t>
            </a:r>
          </a:p>
        </p:txBody>
      </p:sp>
      <p:sp>
        <p:nvSpPr>
          <p:cNvPr id="4" name="Datumsplatzhalter 3">
            <a:extLst>
              <a:ext uri="{FF2B5EF4-FFF2-40B4-BE49-F238E27FC236}">
                <a16:creationId xmlns:a16="http://schemas.microsoft.com/office/drawing/2014/main" id="{ACB97290-D9D2-BDEA-B544-9D80C7C92688}"/>
              </a:ext>
            </a:extLst>
          </p:cNvPr>
          <p:cNvSpPr>
            <a:spLocks noGrp="1"/>
          </p:cNvSpPr>
          <p:nvPr>
            <p:ph type="dt" sz="half" idx="10"/>
          </p:nvPr>
        </p:nvSpPr>
        <p:spPr>
          <a:xfrm>
            <a:off x="838200" y="6356350"/>
            <a:ext cx="2743200" cy="365125"/>
          </a:xfrm>
          <a:prstGeom prst="rect">
            <a:avLst/>
          </a:prstGeom>
        </p:spPr>
        <p:txBody>
          <a:bodyPr/>
          <a:lstStyle/>
          <a:p>
            <a:fld id="{2791E82D-3FE7-482A-9BEE-155BD834B8C0}" type="datetime1">
              <a:rPr lang="de-DE" smtClean="0"/>
              <a:t>18.07.2026</a:t>
            </a:fld>
            <a:endParaRPr lang="de-DE" dirty="0"/>
          </a:p>
        </p:txBody>
      </p:sp>
      <p:sp>
        <p:nvSpPr>
          <p:cNvPr id="5" name="Fußzeilenplatzhalter 4">
            <a:extLst>
              <a:ext uri="{FF2B5EF4-FFF2-40B4-BE49-F238E27FC236}">
                <a16:creationId xmlns:a16="http://schemas.microsoft.com/office/drawing/2014/main" id="{BCBA3C84-9825-0644-758D-17885723D524}"/>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B93EE689-D1AA-12E2-15CE-D86564CA263F}"/>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095475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193A0F-F7B1-1AEE-20A3-08A6B8BEEF86}"/>
              </a:ext>
            </a:extLst>
          </p:cNvPr>
          <p:cNvSpPr>
            <a:spLocks noGrp="1"/>
          </p:cNvSpPr>
          <p:nvPr>
            <p:ph type="title"/>
          </p:nvPr>
        </p:nvSpPr>
        <p:spPr/>
        <p:txBody>
          <a:bodyPr lIns="0"/>
          <a:lstStyle/>
          <a:p>
            <a:r>
              <a:rPr lang="de-DE" dirty="0"/>
              <a:t>Mastertitelformat bearbeiten</a:t>
            </a:r>
          </a:p>
        </p:txBody>
      </p:sp>
      <p:sp>
        <p:nvSpPr>
          <p:cNvPr id="3" name="Inhaltsplatzhalter 2">
            <a:extLst>
              <a:ext uri="{FF2B5EF4-FFF2-40B4-BE49-F238E27FC236}">
                <a16:creationId xmlns:a16="http://schemas.microsoft.com/office/drawing/2014/main" id="{1B48FD81-6911-F9F5-18A9-321A9DE0310A}"/>
              </a:ext>
            </a:extLst>
          </p:cNvPr>
          <p:cNvSpPr>
            <a:spLocks noGrp="1"/>
          </p:cNvSpPr>
          <p:nvPr>
            <p:ph sz="half" idx="1"/>
          </p:nvPr>
        </p:nvSpPr>
        <p:spPr>
          <a:xfrm>
            <a:off x="838200" y="1825625"/>
            <a:ext cx="5181600" cy="435133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055F3876-CC10-CBB5-5183-554DDD8485F2}"/>
              </a:ext>
            </a:extLst>
          </p:cNvPr>
          <p:cNvSpPr>
            <a:spLocks noGrp="1"/>
          </p:cNvSpPr>
          <p:nvPr>
            <p:ph sz="half" idx="2"/>
          </p:nvPr>
        </p:nvSpPr>
        <p:spPr>
          <a:xfrm>
            <a:off x="6172200" y="1825625"/>
            <a:ext cx="5181600" cy="435133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Datumsplatzhalter 4">
            <a:extLst>
              <a:ext uri="{FF2B5EF4-FFF2-40B4-BE49-F238E27FC236}">
                <a16:creationId xmlns:a16="http://schemas.microsoft.com/office/drawing/2014/main" id="{85613C97-875A-9A9D-9134-D376362DB8D2}"/>
              </a:ext>
            </a:extLst>
          </p:cNvPr>
          <p:cNvSpPr>
            <a:spLocks noGrp="1"/>
          </p:cNvSpPr>
          <p:nvPr>
            <p:ph type="dt" sz="half" idx="10"/>
          </p:nvPr>
        </p:nvSpPr>
        <p:spPr>
          <a:xfrm>
            <a:off x="838200" y="6356350"/>
            <a:ext cx="2743200" cy="365125"/>
          </a:xfrm>
          <a:prstGeom prst="rect">
            <a:avLst/>
          </a:prstGeom>
        </p:spPr>
        <p:txBody>
          <a:bodyPr/>
          <a:lstStyle/>
          <a:p>
            <a:fld id="{A9B7B6AC-FEDE-4E87-906B-CA84082377CE}" type="datetime1">
              <a:rPr lang="de-DE" smtClean="0"/>
              <a:t>18.07.2026</a:t>
            </a:fld>
            <a:endParaRPr lang="de-DE" dirty="0"/>
          </a:p>
        </p:txBody>
      </p:sp>
      <p:sp>
        <p:nvSpPr>
          <p:cNvPr id="6" name="Fußzeilenplatzhalter 5">
            <a:extLst>
              <a:ext uri="{FF2B5EF4-FFF2-40B4-BE49-F238E27FC236}">
                <a16:creationId xmlns:a16="http://schemas.microsoft.com/office/drawing/2014/main" id="{D7EB2499-5D99-DB45-0226-CBBFB473779A}"/>
              </a:ext>
            </a:extLst>
          </p:cNvPr>
          <p:cNvSpPr>
            <a:spLocks noGrp="1"/>
          </p:cNvSpPr>
          <p:nvPr>
            <p:ph type="ftr" sz="quarter" idx="11"/>
          </p:nvPr>
        </p:nvSpPr>
        <p:spPr/>
        <p:txBody>
          <a:bodyPr lIns="0"/>
          <a:lstStyle/>
          <a:p>
            <a:endParaRPr lang="de-DE" dirty="0"/>
          </a:p>
        </p:txBody>
      </p:sp>
      <p:sp>
        <p:nvSpPr>
          <p:cNvPr id="7" name="Foliennummernplatzhalter 6">
            <a:extLst>
              <a:ext uri="{FF2B5EF4-FFF2-40B4-BE49-F238E27FC236}">
                <a16:creationId xmlns:a16="http://schemas.microsoft.com/office/drawing/2014/main" id="{E20C516F-6889-2622-CB47-71F4A953FC9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20252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E41093-F901-B522-3FF7-96221A8DB03C}"/>
              </a:ext>
            </a:extLst>
          </p:cNvPr>
          <p:cNvSpPr>
            <a:spLocks noGrp="1"/>
          </p:cNvSpPr>
          <p:nvPr>
            <p:ph type="title"/>
          </p:nvPr>
        </p:nvSpPr>
        <p:spPr>
          <a:xfrm>
            <a:off x="839788" y="365125"/>
            <a:ext cx="10515600" cy="1325563"/>
          </a:xfrm>
        </p:spPr>
        <p:txBody>
          <a:bodyPr lIns="0"/>
          <a:lstStyle/>
          <a:p>
            <a:r>
              <a:rPr lang="de-DE" dirty="0"/>
              <a:t>Mastertitelformat bearbeiten</a:t>
            </a:r>
          </a:p>
        </p:txBody>
      </p:sp>
      <p:sp>
        <p:nvSpPr>
          <p:cNvPr id="3" name="Textplatzhalter 2">
            <a:extLst>
              <a:ext uri="{FF2B5EF4-FFF2-40B4-BE49-F238E27FC236}">
                <a16:creationId xmlns:a16="http://schemas.microsoft.com/office/drawing/2014/main" id="{BCCE7358-7990-7D06-C065-9F0FA0E951D6}"/>
              </a:ext>
            </a:extLst>
          </p:cNvPr>
          <p:cNvSpPr>
            <a:spLocks noGrp="1"/>
          </p:cNvSpPr>
          <p:nvPr>
            <p:ph type="body" idx="1"/>
          </p:nvPr>
        </p:nvSpPr>
        <p:spPr>
          <a:xfrm>
            <a:off x="839788" y="1681163"/>
            <a:ext cx="5157787" cy="82391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4" name="Inhaltsplatzhalter 3">
            <a:extLst>
              <a:ext uri="{FF2B5EF4-FFF2-40B4-BE49-F238E27FC236}">
                <a16:creationId xmlns:a16="http://schemas.microsoft.com/office/drawing/2014/main" id="{DCD64BAF-9E55-00A2-B16E-2A2AB1FFE3B9}"/>
              </a:ext>
            </a:extLst>
          </p:cNvPr>
          <p:cNvSpPr>
            <a:spLocks noGrp="1"/>
          </p:cNvSpPr>
          <p:nvPr>
            <p:ph sz="half" idx="2"/>
          </p:nvPr>
        </p:nvSpPr>
        <p:spPr>
          <a:xfrm>
            <a:off x="839788" y="2505075"/>
            <a:ext cx="5157787" cy="368458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a:extLst>
              <a:ext uri="{FF2B5EF4-FFF2-40B4-BE49-F238E27FC236}">
                <a16:creationId xmlns:a16="http://schemas.microsoft.com/office/drawing/2014/main" id="{DE21E76C-E1A6-92CB-1A6C-39DF9EA616BD}"/>
              </a:ext>
            </a:extLst>
          </p:cNvPr>
          <p:cNvSpPr>
            <a:spLocks noGrp="1"/>
          </p:cNvSpPr>
          <p:nvPr>
            <p:ph type="body" sz="quarter" idx="3"/>
          </p:nvPr>
        </p:nvSpPr>
        <p:spPr>
          <a:xfrm>
            <a:off x="6172200" y="1681163"/>
            <a:ext cx="5183188" cy="823912"/>
          </a:xfrm>
        </p:spPr>
        <p:txBody>
          <a:bodyPr lIns="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Mastertextformat bearbeiten</a:t>
            </a:r>
          </a:p>
        </p:txBody>
      </p:sp>
      <p:sp>
        <p:nvSpPr>
          <p:cNvPr id="6" name="Inhaltsplatzhalter 5">
            <a:extLst>
              <a:ext uri="{FF2B5EF4-FFF2-40B4-BE49-F238E27FC236}">
                <a16:creationId xmlns:a16="http://schemas.microsoft.com/office/drawing/2014/main" id="{F6B46EFD-F626-D064-BAEC-144DDDBFFA8D}"/>
              </a:ext>
            </a:extLst>
          </p:cNvPr>
          <p:cNvSpPr>
            <a:spLocks noGrp="1"/>
          </p:cNvSpPr>
          <p:nvPr>
            <p:ph sz="quarter" idx="4"/>
          </p:nvPr>
        </p:nvSpPr>
        <p:spPr>
          <a:xfrm>
            <a:off x="6172200" y="2505075"/>
            <a:ext cx="5183188" cy="3684588"/>
          </a:xfrm>
        </p:spPr>
        <p:txBody>
          <a:bodyPr lIns="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Datumsplatzhalter 6">
            <a:extLst>
              <a:ext uri="{FF2B5EF4-FFF2-40B4-BE49-F238E27FC236}">
                <a16:creationId xmlns:a16="http://schemas.microsoft.com/office/drawing/2014/main" id="{157E90FD-0856-7859-83CD-8CF6B71937D5}"/>
              </a:ext>
            </a:extLst>
          </p:cNvPr>
          <p:cNvSpPr>
            <a:spLocks noGrp="1"/>
          </p:cNvSpPr>
          <p:nvPr>
            <p:ph type="dt" sz="half" idx="10"/>
          </p:nvPr>
        </p:nvSpPr>
        <p:spPr>
          <a:xfrm>
            <a:off x="838200" y="6356350"/>
            <a:ext cx="2743200" cy="365125"/>
          </a:xfrm>
          <a:prstGeom prst="rect">
            <a:avLst/>
          </a:prstGeom>
        </p:spPr>
        <p:txBody>
          <a:bodyPr/>
          <a:lstStyle/>
          <a:p>
            <a:fld id="{797C16CE-5020-4093-8D5C-EC8F7F3E68A7}" type="datetime1">
              <a:rPr lang="de-DE" smtClean="0"/>
              <a:t>18.07.2026</a:t>
            </a:fld>
            <a:endParaRPr lang="de-DE" dirty="0"/>
          </a:p>
        </p:txBody>
      </p:sp>
      <p:sp>
        <p:nvSpPr>
          <p:cNvPr id="8" name="Fußzeilenplatzhalter 7">
            <a:extLst>
              <a:ext uri="{FF2B5EF4-FFF2-40B4-BE49-F238E27FC236}">
                <a16:creationId xmlns:a16="http://schemas.microsoft.com/office/drawing/2014/main" id="{6C00833E-7D6F-81E1-4D90-3D401D8335DA}"/>
              </a:ext>
            </a:extLst>
          </p:cNvPr>
          <p:cNvSpPr>
            <a:spLocks noGrp="1"/>
          </p:cNvSpPr>
          <p:nvPr>
            <p:ph type="ftr" sz="quarter" idx="11"/>
          </p:nvPr>
        </p:nvSpPr>
        <p:spPr/>
        <p:txBody>
          <a:bodyPr/>
          <a:lstStyle/>
          <a:p>
            <a:endParaRPr lang="de-DE" dirty="0"/>
          </a:p>
        </p:txBody>
      </p:sp>
      <p:sp>
        <p:nvSpPr>
          <p:cNvPr id="9" name="Foliennummernplatzhalter 8">
            <a:extLst>
              <a:ext uri="{FF2B5EF4-FFF2-40B4-BE49-F238E27FC236}">
                <a16:creationId xmlns:a16="http://schemas.microsoft.com/office/drawing/2014/main" id="{E8F1E2F3-CA87-290B-D146-1A4186D490D8}"/>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526940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98D28F-6483-5658-A729-17CF97AEC628}"/>
              </a:ext>
            </a:extLst>
          </p:cNvPr>
          <p:cNvSpPr>
            <a:spLocks noGrp="1"/>
          </p:cNvSpPr>
          <p:nvPr>
            <p:ph type="title"/>
          </p:nvPr>
        </p:nvSpPr>
        <p:spPr/>
        <p:txBody>
          <a:bodyPr lIns="0"/>
          <a:lstStyle/>
          <a:p>
            <a:r>
              <a:rPr lang="de-DE" dirty="0"/>
              <a:t>Mastertitelformat bearbeiten</a:t>
            </a:r>
          </a:p>
        </p:txBody>
      </p:sp>
      <p:sp>
        <p:nvSpPr>
          <p:cNvPr id="3" name="Datumsplatzhalter 2">
            <a:extLst>
              <a:ext uri="{FF2B5EF4-FFF2-40B4-BE49-F238E27FC236}">
                <a16:creationId xmlns:a16="http://schemas.microsoft.com/office/drawing/2014/main" id="{4C9EC290-D7B2-8C57-8382-57338C82EA19}"/>
              </a:ext>
            </a:extLst>
          </p:cNvPr>
          <p:cNvSpPr>
            <a:spLocks noGrp="1"/>
          </p:cNvSpPr>
          <p:nvPr>
            <p:ph type="dt" sz="half" idx="10"/>
          </p:nvPr>
        </p:nvSpPr>
        <p:spPr>
          <a:xfrm>
            <a:off x="838200" y="6356350"/>
            <a:ext cx="2743200" cy="365125"/>
          </a:xfrm>
          <a:prstGeom prst="rect">
            <a:avLst/>
          </a:prstGeom>
        </p:spPr>
        <p:txBody>
          <a:bodyPr/>
          <a:lstStyle/>
          <a:p>
            <a:fld id="{25819BBE-EF90-431C-8C14-C0758E0ADB00}" type="datetime1">
              <a:rPr lang="de-DE" smtClean="0"/>
              <a:t>18.07.2026</a:t>
            </a:fld>
            <a:endParaRPr lang="de-DE" dirty="0"/>
          </a:p>
        </p:txBody>
      </p:sp>
      <p:sp>
        <p:nvSpPr>
          <p:cNvPr id="4" name="Fußzeilenplatzhalter 3">
            <a:extLst>
              <a:ext uri="{FF2B5EF4-FFF2-40B4-BE49-F238E27FC236}">
                <a16:creationId xmlns:a16="http://schemas.microsoft.com/office/drawing/2014/main" id="{7D12D6A7-2ABD-D449-DE85-D48F9F3B693E}"/>
              </a:ext>
            </a:extLst>
          </p:cNvPr>
          <p:cNvSpPr>
            <a:spLocks noGrp="1"/>
          </p:cNvSpPr>
          <p:nvPr>
            <p:ph type="ftr" sz="quarter" idx="11"/>
          </p:nvPr>
        </p:nvSpPr>
        <p:spPr/>
        <p:txBody>
          <a:bodyPr/>
          <a:lstStyle/>
          <a:p>
            <a:endParaRPr lang="de-DE" dirty="0"/>
          </a:p>
        </p:txBody>
      </p:sp>
      <p:sp>
        <p:nvSpPr>
          <p:cNvPr id="5" name="Foliennummernplatzhalter 4">
            <a:extLst>
              <a:ext uri="{FF2B5EF4-FFF2-40B4-BE49-F238E27FC236}">
                <a16:creationId xmlns:a16="http://schemas.microsoft.com/office/drawing/2014/main" id="{AAF8C156-EB81-B362-55E9-C503F2568A8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462315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7A5C929-59B7-1FAF-6FF9-600F932477B4}"/>
              </a:ext>
            </a:extLst>
          </p:cNvPr>
          <p:cNvSpPr>
            <a:spLocks noGrp="1"/>
          </p:cNvSpPr>
          <p:nvPr>
            <p:ph type="dt" sz="half" idx="10"/>
          </p:nvPr>
        </p:nvSpPr>
        <p:spPr>
          <a:xfrm>
            <a:off x="838200" y="6356350"/>
            <a:ext cx="2743200" cy="365125"/>
          </a:xfrm>
          <a:prstGeom prst="rect">
            <a:avLst/>
          </a:prstGeom>
        </p:spPr>
        <p:txBody>
          <a:bodyPr/>
          <a:lstStyle/>
          <a:p>
            <a:fld id="{291CE142-BB2A-4BDF-83C5-943C5DEBC55E}" type="datetime1">
              <a:rPr lang="de-DE" smtClean="0"/>
              <a:t>18.07.2026</a:t>
            </a:fld>
            <a:endParaRPr lang="de-DE" dirty="0"/>
          </a:p>
        </p:txBody>
      </p:sp>
      <p:sp>
        <p:nvSpPr>
          <p:cNvPr id="3" name="Fußzeilenplatzhalter 2">
            <a:extLst>
              <a:ext uri="{FF2B5EF4-FFF2-40B4-BE49-F238E27FC236}">
                <a16:creationId xmlns:a16="http://schemas.microsoft.com/office/drawing/2014/main" id="{C07468D1-61BD-A655-E9CD-070D574FE9A5}"/>
              </a:ext>
            </a:extLst>
          </p:cNvPr>
          <p:cNvSpPr>
            <a:spLocks noGrp="1"/>
          </p:cNvSpPr>
          <p:nvPr>
            <p:ph type="ftr" sz="quarter" idx="11"/>
          </p:nvPr>
        </p:nvSpPr>
        <p:spPr/>
        <p:txBody>
          <a:bodyPr/>
          <a:lstStyle/>
          <a:p>
            <a:endParaRPr lang="de-DE" dirty="0"/>
          </a:p>
        </p:txBody>
      </p:sp>
      <p:sp>
        <p:nvSpPr>
          <p:cNvPr id="4" name="Foliennummernplatzhalter 3">
            <a:extLst>
              <a:ext uri="{FF2B5EF4-FFF2-40B4-BE49-F238E27FC236}">
                <a16:creationId xmlns:a16="http://schemas.microsoft.com/office/drawing/2014/main" id="{7AF0701C-EC72-D386-DC42-C6FDC64DF221}"/>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480803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224BF-C075-F58A-8F07-C0E2D66891F1}"/>
              </a:ext>
            </a:extLst>
          </p:cNvPr>
          <p:cNvSpPr>
            <a:spLocks noGrp="1"/>
          </p:cNvSpPr>
          <p:nvPr>
            <p:ph type="title"/>
          </p:nvPr>
        </p:nvSpPr>
        <p:spPr>
          <a:xfrm>
            <a:off x="839788" y="457200"/>
            <a:ext cx="3932237" cy="1600200"/>
          </a:xfrm>
        </p:spPr>
        <p:txBody>
          <a:bodyPr lIns="0" anchor="b"/>
          <a:lstStyle>
            <a:lvl1pPr>
              <a:defRPr sz="3200"/>
            </a:lvl1pPr>
          </a:lstStyle>
          <a:p>
            <a:r>
              <a:rPr lang="de-DE" dirty="0"/>
              <a:t>Mastertitelformat bearbeiten</a:t>
            </a:r>
          </a:p>
        </p:txBody>
      </p:sp>
      <p:sp>
        <p:nvSpPr>
          <p:cNvPr id="3" name="Inhaltsplatzhalter 2">
            <a:extLst>
              <a:ext uri="{FF2B5EF4-FFF2-40B4-BE49-F238E27FC236}">
                <a16:creationId xmlns:a16="http://schemas.microsoft.com/office/drawing/2014/main" id="{30D79D7D-CA98-A993-95BA-71CC42B94BD9}"/>
              </a:ext>
            </a:extLst>
          </p:cNvPr>
          <p:cNvSpPr>
            <a:spLocks noGrp="1"/>
          </p:cNvSpPr>
          <p:nvPr>
            <p:ph idx="1"/>
          </p:nvPr>
        </p:nvSpPr>
        <p:spPr>
          <a:xfrm>
            <a:off x="5183188" y="987425"/>
            <a:ext cx="6172200" cy="4873625"/>
          </a:xfrm>
        </p:spPr>
        <p:txBody>
          <a:bodyPr lIns="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3E5B85EE-8521-41AF-7854-5DDCC58A34E3}"/>
              </a:ext>
            </a:extLst>
          </p:cNvPr>
          <p:cNvSpPr>
            <a:spLocks noGrp="1"/>
          </p:cNvSpPr>
          <p:nvPr>
            <p:ph type="body" sz="half" idx="2"/>
          </p:nvPr>
        </p:nvSpPr>
        <p:spPr>
          <a:xfrm>
            <a:off x="839788" y="2057400"/>
            <a:ext cx="3932237" cy="3811588"/>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
        <p:nvSpPr>
          <p:cNvPr id="5" name="Datumsplatzhalter 4">
            <a:extLst>
              <a:ext uri="{FF2B5EF4-FFF2-40B4-BE49-F238E27FC236}">
                <a16:creationId xmlns:a16="http://schemas.microsoft.com/office/drawing/2014/main" id="{E8286844-0BC0-0AD3-C849-FD4DDE3B55E5}"/>
              </a:ext>
            </a:extLst>
          </p:cNvPr>
          <p:cNvSpPr>
            <a:spLocks noGrp="1"/>
          </p:cNvSpPr>
          <p:nvPr>
            <p:ph type="dt" sz="half" idx="10"/>
          </p:nvPr>
        </p:nvSpPr>
        <p:spPr>
          <a:xfrm>
            <a:off x="838200" y="6356350"/>
            <a:ext cx="2743200" cy="365125"/>
          </a:xfrm>
          <a:prstGeom prst="rect">
            <a:avLst/>
          </a:prstGeom>
        </p:spPr>
        <p:txBody>
          <a:bodyPr/>
          <a:lstStyle/>
          <a:p>
            <a:fld id="{1F5E831C-3B82-4066-A869-E07623BB2494}" type="datetime1">
              <a:rPr lang="de-DE" smtClean="0"/>
              <a:t>18.07.2026</a:t>
            </a:fld>
            <a:endParaRPr lang="de-DE" dirty="0"/>
          </a:p>
        </p:txBody>
      </p:sp>
      <p:sp>
        <p:nvSpPr>
          <p:cNvPr id="6" name="Fußzeilenplatzhalter 5">
            <a:extLst>
              <a:ext uri="{FF2B5EF4-FFF2-40B4-BE49-F238E27FC236}">
                <a16:creationId xmlns:a16="http://schemas.microsoft.com/office/drawing/2014/main" id="{E9456BFB-2BB6-627E-E63D-BF8857430835}"/>
              </a:ext>
            </a:extLst>
          </p:cNvPr>
          <p:cNvSpPr>
            <a:spLocks noGrp="1"/>
          </p:cNvSpPr>
          <p:nvPr>
            <p:ph type="ftr" sz="quarter" idx="11"/>
          </p:nvPr>
        </p:nvSpPr>
        <p:spPr/>
        <p:txBody>
          <a:bodyPr/>
          <a:lstStyle/>
          <a:p>
            <a:endParaRPr lang="de-DE" dirty="0"/>
          </a:p>
        </p:txBody>
      </p:sp>
      <p:sp>
        <p:nvSpPr>
          <p:cNvPr id="7" name="Foliennummernplatzhalter 6">
            <a:extLst>
              <a:ext uri="{FF2B5EF4-FFF2-40B4-BE49-F238E27FC236}">
                <a16:creationId xmlns:a16="http://schemas.microsoft.com/office/drawing/2014/main" id="{B9EA5C65-BB23-3D6D-4552-C05EA62C2A2A}"/>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573478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3CC994-77BF-7CD2-9FFC-F77FD81379C3}"/>
              </a:ext>
            </a:extLst>
          </p:cNvPr>
          <p:cNvSpPr>
            <a:spLocks noGrp="1"/>
          </p:cNvSpPr>
          <p:nvPr>
            <p:ph type="title"/>
          </p:nvPr>
        </p:nvSpPr>
        <p:spPr>
          <a:xfrm>
            <a:off x="839788" y="457200"/>
            <a:ext cx="3932237" cy="1600200"/>
          </a:xfrm>
        </p:spPr>
        <p:txBody>
          <a:bodyPr lIns="0" anchor="b"/>
          <a:lstStyle>
            <a:lvl1pPr>
              <a:defRPr sz="3200"/>
            </a:lvl1pPr>
          </a:lstStyle>
          <a:p>
            <a:r>
              <a:rPr lang="de-DE" dirty="0"/>
              <a:t>Mastertitelformat bearbeiten</a:t>
            </a:r>
          </a:p>
        </p:txBody>
      </p:sp>
      <p:sp>
        <p:nvSpPr>
          <p:cNvPr id="3" name="Bildplatzhalter 2">
            <a:extLst>
              <a:ext uri="{FF2B5EF4-FFF2-40B4-BE49-F238E27FC236}">
                <a16:creationId xmlns:a16="http://schemas.microsoft.com/office/drawing/2014/main" id="{82B47D57-842E-720E-BE3C-5FC783A439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4" name="Textplatzhalter 3">
            <a:extLst>
              <a:ext uri="{FF2B5EF4-FFF2-40B4-BE49-F238E27FC236}">
                <a16:creationId xmlns:a16="http://schemas.microsoft.com/office/drawing/2014/main" id="{88154144-9441-01CD-B5F6-58145AAB8C27}"/>
              </a:ext>
            </a:extLst>
          </p:cNvPr>
          <p:cNvSpPr>
            <a:spLocks noGrp="1"/>
          </p:cNvSpPr>
          <p:nvPr>
            <p:ph type="body" sz="half" idx="2"/>
          </p:nvPr>
        </p:nvSpPr>
        <p:spPr>
          <a:xfrm>
            <a:off x="839788" y="2057400"/>
            <a:ext cx="3932237" cy="3811588"/>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dirty="0"/>
              <a:t>Mastertextformat bearbeiten</a:t>
            </a:r>
          </a:p>
        </p:txBody>
      </p:sp>
      <p:sp>
        <p:nvSpPr>
          <p:cNvPr id="5" name="Datumsplatzhalter 4">
            <a:extLst>
              <a:ext uri="{FF2B5EF4-FFF2-40B4-BE49-F238E27FC236}">
                <a16:creationId xmlns:a16="http://schemas.microsoft.com/office/drawing/2014/main" id="{39939527-D869-E5B6-5154-59D45B037311}"/>
              </a:ext>
            </a:extLst>
          </p:cNvPr>
          <p:cNvSpPr>
            <a:spLocks noGrp="1"/>
          </p:cNvSpPr>
          <p:nvPr>
            <p:ph type="dt" sz="half" idx="10"/>
          </p:nvPr>
        </p:nvSpPr>
        <p:spPr>
          <a:xfrm>
            <a:off x="838200" y="6356350"/>
            <a:ext cx="2743200" cy="365125"/>
          </a:xfrm>
          <a:prstGeom prst="rect">
            <a:avLst/>
          </a:prstGeom>
        </p:spPr>
        <p:txBody>
          <a:bodyPr/>
          <a:lstStyle/>
          <a:p>
            <a:fld id="{FFF409A1-0DE6-4B32-B92B-C95B22F64BE0}" type="datetime1">
              <a:rPr lang="de-DE" smtClean="0"/>
              <a:t>18.07.2026</a:t>
            </a:fld>
            <a:endParaRPr lang="de-DE" dirty="0"/>
          </a:p>
        </p:txBody>
      </p:sp>
      <p:sp>
        <p:nvSpPr>
          <p:cNvPr id="6" name="Fußzeilenplatzhalter 5">
            <a:extLst>
              <a:ext uri="{FF2B5EF4-FFF2-40B4-BE49-F238E27FC236}">
                <a16:creationId xmlns:a16="http://schemas.microsoft.com/office/drawing/2014/main" id="{4210ED70-0049-547C-8C4A-F92106835E2F}"/>
              </a:ext>
            </a:extLst>
          </p:cNvPr>
          <p:cNvSpPr>
            <a:spLocks noGrp="1"/>
          </p:cNvSpPr>
          <p:nvPr>
            <p:ph type="ftr" sz="quarter" idx="11"/>
          </p:nvPr>
        </p:nvSpPr>
        <p:spPr/>
        <p:txBody>
          <a:bodyPr/>
          <a:lstStyle/>
          <a:p>
            <a:endParaRPr lang="de-DE" dirty="0"/>
          </a:p>
        </p:txBody>
      </p:sp>
      <p:sp>
        <p:nvSpPr>
          <p:cNvPr id="7" name="Foliennummernplatzhalter 6">
            <a:extLst>
              <a:ext uri="{FF2B5EF4-FFF2-40B4-BE49-F238E27FC236}">
                <a16:creationId xmlns:a16="http://schemas.microsoft.com/office/drawing/2014/main" id="{387AA5B5-6E70-90F4-35CF-DE1E28E576C2}"/>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3489299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10608B-DF17-3949-88AE-9CD937E6C54A}"/>
              </a:ext>
            </a:extLst>
          </p:cNvPr>
          <p:cNvSpPr>
            <a:spLocks noGrp="1"/>
          </p:cNvSpPr>
          <p:nvPr>
            <p:ph type="title"/>
          </p:nvPr>
        </p:nvSpPr>
        <p:spPr/>
        <p:txBody>
          <a:bodyPr lIns="0"/>
          <a:lstStyle/>
          <a:p>
            <a:r>
              <a:rPr lang="de-DE" dirty="0"/>
              <a:t>Mastertitelformat bearbeiten</a:t>
            </a:r>
          </a:p>
        </p:txBody>
      </p:sp>
      <p:sp>
        <p:nvSpPr>
          <p:cNvPr id="3" name="Vertikaler Textplatzhalter 2">
            <a:extLst>
              <a:ext uri="{FF2B5EF4-FFF2-40B4-BE49-F238E27FC236}">
                <a16:creationId xmlns:a16="http://schemas.microsoft.com/office/drawing/2014/main" id="{5B03D809-8F02-38B3-E70B-B1C42DCDB5F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CE5C240-12FE-F728-9A85-67681C695451}"/>
              </a:ext>
            </a:extLst>
          </p:cNvPr>
          <p:cNvSpPr>
            <a:spLocks noGrp="1"/>
          </p:cNvSpPr>
          <p:nvPr>
            <p:ph type="dt" sz="half" idx="10"/>
          </p:nvPr>
        </p:nvSpPr>
        <p:spPr>
          <a:xfrm>
            <a:off x="838200" y="6356350"/>
            <a:ext cx="2743200" cy="365125"/>
          </a:xfrm>
          <a:prstGeom prst="rect">
            <a:avLst/>
          </a:prstGeom>
        </p:spPr>
        <p:txBody>
          <a:bodyPr/>
          <a:lstStyle/>
          <a:p>
            <a:fld id="{0572F267-975B-4E02-B9DF-060D495BECA9}" type="datetime1">
              <a:rPr lang="de-DE" smtClean="0"/>
              <a:t>18.07.2026</a:t>
            </a:fld>
            <a:endParaRPr lang="de-DE" dirty="0"/>
          </a:p>
        </p:txBody>
      </p:sp>
      <p:sp>
        <p:nvSpPr>
          <p:cNvPr id="5" name="Fußzeilenplatzhalter 4">
            <a:extLst>
              <a:ext uri="{FF2B5EF4-FFF2-40B4-BE49-F238E27FC236}">
                <a16:creationId xmlns:a16="http://schemas.microsoft.com/office/drawing/2014/main" id="{CFE7DFB3-CBD1-7DBA-7736-3A621E022248}"/>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8A63F9B0-5C73-F2EC-F9E5-0A2B01F0E9B1}"/>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1545993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DF20870-C991-BB7D-37CA-5663C66AAD93}"/>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0AA1D4A-469B-8B67-93C6-B20E99986BD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8722488-7B5B-4F01-97FA-120B2F236DEF}"/>
              </a:ext>
            </a:extLst>
          </p:cNvPr>
          <p:cNvSpPr>
            <a:spLocks noGrp="1"/>
          </p:cNvSpPr>
          <p:nvPr>
            <p:ph type="dt" sz="half" idx="10"/>
          </p:nvPr>
        </p:nvSpPr>
        <p:spPr>
          <a:xfrm>
            <a:off x="838200" y="6356350"/>
            <a:ext cx="2743200" cy="365125"/>
          </a:xfrm>
          <a:prstGeom prst="rect">
            <a:avLst/>
          </a:prstGeom>
        </p:spPr>
        <p:txBody>
          <a:bodyPr/>
          <a:lstStyle/>
          <a:p>
            <a:fld id="{296E7FD8-1F1E-4498-9E5E-8106F53A13B7}" type="datetime1">
              <a:rPr lang="de-DE" smtClean="0"/>
              <a:t>18.07.2026</a:t>
            </a:fld>
            <a:endParaRPr lang="de-DE" dirty="0"/>
          </a:p>
        </p:txBody>
      </p:sp>
      <p:sp>
        <p:nvSpPr>
          <p:cNvPr id="5" name="Fußzeilenplatzhalter 4">
            <a:extLst>
              <a:ext uri="{FF2B5EF4-FFF2-40B4-BE49-F238E27FC236}">
                <a16:creationId xmlns:a16="http://schemas.microsoft.com/office/drawing/2014/main" id="{5B4430E0-C88C-2C32-86F9-083731CC100A}"/>
              </a:ext>
            </a:extLst>
          </p:cNvPr>
          <p:cNvSpPr>
            <a:spLocks noGrp="1"/>
          </p:cNvSpPr>
          <p:nvPr>
            <p:ph type="ftr" sz="quarter" idx="11"/>
          </p:nvPr>
        </p:nvSpPr>
        <p:spPr/>
        <p:txBody>
          <a:bodyPr/>
          <a:lstStyle/>
          <a:p>
            <a:endParaRPr lang="de-DE" dirty="0"/>
          </a:p>
        </p:txBody>
      </p:sp>
      <p:sp>
        <p:nvSpPr>
          <p:cNvPr id="6" name="Foliennummernplatzhalter 5">
            <a:extLst>
              <a:ext uri="{FF2B5EF4-FFF2-40B4-BE49-F238E27FC236}">
                <a16:creationId xmlns:a16="http://schemas.microsoft.com/office/drawing/2014/main" id="{DE5ED0A9-0C8C-4924-6C68-84F845E101DC}"/>
              </a:ext>
            </a:extLst>
          </p:cNvPr>
          <p:cNvSpPr>
            <a:spLocks noGrp="1"/>
          </p:cNvSpPr>
          <p:nvPr>
            <p:ph type="sldNum" sz="quarter" idx="12"/>
          </p:nvPr>
        </p:nvSpPr>
        <p:spPr/>
        <p:txBody>
          <a:bodyPr/>
          <a:lstStyle/>
          <a:p>
            <a:fld id="{A45C8BF5-653B-41D0-99F2-8CC2D2A1F005}" type="slidenum">
              <a:rPr lang="de-DE" smtClean="0"/>
              <a:t>‹Nr.›</a:t>
            </a:fld>
            <a:endParaRPr lang="de-DE" dirty="0"/>
          </a:p>
        </p:txBody>
      </p:sp>
    </p:spTree>
    <p:extLst>
      <p:ext uri="{BB962C8B-B14F-4D97-AF65-F5344CB8AC3E}">
        <p14:creationId xmlns:p14="http://schemas.microsoft.com/office/powerpoint/2010/main" val="287761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635E341-9ED9-6696-8DA2-032A86DC8F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A3A44B57-4588-B8C3-8B70-EC09D67D97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00B379F4-2229-9BCB-0F89-3BA278B2B640}"/>
              </a:ext>
            </a:extLst>
          </p:cNvPr>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dirty="0"/>
          </a:p>
        </p:txBody>
      </p:sp>
      <p:sp>
        <p:nvSpPr>
          <p:cNvPr id="6" name="Foliennummernplatzhalter 5">
            <a:extLst>
              <a:ext uri="{FF2B5EF4-FFF2-40B4-BE49-F238E27FC236}">
                <a16:creationId xmlns:a16="http://schemas.microsoft.com/office/drawing/2014/main" id="{F6F9FE7F-7BDB-3B51-66E5-941A97A3A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5C8BF5-653B-41D0-99F2-8CC2D2A1F005}" type="slidenum">
              <a:rPr lang="de-DE" smtClean="0"/>
              <a:t>‹Nr.›</a:t>
            </a:fld>
            <a:endParaRPr lang="de-DE" dirty="0"/>
          </a:p>
        </p:txBody>
      </p:sp>
    </p:spTree>
    <p:extLst>
      <p:ext uri="{BB962C8B-B14F-4D97-AF65-F5344CB8AC3E}">
        <p14:creationId xmlns:p14="http://schemas.microsoft.com/office/powerpoint/2010/main" val="3349085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hyperlink" Target="https://www.rheinwerk-verlag.de/sap-business-technology-platform/" TargetMode="External"/><Relationship Id="rId7" Type="http://schemas.openxmlformats.org/officeDocument/2006/relationships/hyperlink" Target="https://help.sap.com/docs/cloud-integration/sap-cloud-integration/sap-cloud-integration"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hyperlink" Target="https://training.sap.com/course/cld900" TargetMode="External"/><Relationship Id="rId5" Type="http://schemas.openxmlformats.org/officeDocument/2006/relationships/hyperlink" Target="https://learning.sap.com/courses/sap-cloud-platform-integration-service-overview" TargetMode="External"/><Relationship Id="rId4" Type="http://schemas.openxmlformats.org/officeDocument/2006/relationships/hyperlink" Target="https://www.rheinwerk-verlag.de/sap-integration-suite-das-praxishandbuch/" TargetMode="External"/><Relationship Id="rId9" Type="http://schemas.openxmlformats.org/officeDocument/2006/relationships/image" Target="../media/image56.png"/></Relationships>
</file>

<file path=ppt/slides/_rels/slide65.xml.rels><?xml version="1.0" encoding="UTF-8" standalone="yes"?>
<Relationships xmlns="http://schemas.openxmlformats.org/package/2006/relationships"><Relationship Id="rId3" Type="http://schemas.openxmlformats.org/officeDocument/2006/relationships/hyperlink" Target="https://github.com/MichaelWegelin/btp-integration-suite-workshop"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145329-41F4-501E-FB56-244ED2737B99}"/>
              </a:ext>
            </a:extLst>
          </p:cNvPr>
          <p:cNvSpPr>
            <a:spLocks noGrp="1"/>
          </p:cNvSpPr>
          <p:nvPr>
            <p:ph type="ctrTitle"/>
          </p:nvPr>
        </p:nvSpPr>
        <p:spPr/>
        <p:txBody>
          <a:bodyPr/>
          <a:lstStyle/>
          <a:p>
            <a:r>
              <a:rPr lang="de-DE" dirty="0"/>
              <a:t>Die SAP Integration Suite</a:t>
            </a:r>
          </a:p>
        </p:txBody>
      </p:sp>
      <p:sp>
        <p:nvSpPr>
          <p:cNvPr id="3" name="Untertitel 2">
            <a:extLst>
              <a:ext uri="{FF2B5EF4-FFF2-40B4-BE49-F238E27FC236}">
                <a16:creationId xmlns:a16="http://schemas.microsoft.com/office/drawing/2014/main" id="{602C510F-AB78-3A01-3A34-CB0CE8198C66}"/>
              </a:ext>
            </a:extLst>
          </p:cNvPr>
          <p:cNvSpPr>
            <a:spLocks noGrp="1"/>
          </p:cNvSpPr>
          <p:nvPr>
            <p:ph type="subTitle" idx="1"/>
          </p:nvPr>
        </p:nvSpPr>
        <p:spPr/>
        <p:txBody>
          <a:bodyPr/>
          <a:lstStyle/>
          <a:p>
            <a:r>
              <a:rPr lang="de-DE" dirty="0"/>
              <a:t>Entwicklung von Integration Flows mit der SAP Integration Suite</a:t>
            </a:r>
          </a:p>
        </p:txBody>
      </p:sp>
    </p:spTree>
    <p:extLst>
      <p:ext uri="{BB962C8B-B14F-4D97-AF65-F5344CB8AC3E}">
        <p14:creationId xmlns:p14="http://schemas.microsoft.com/office/powerpoint/2010/main" val="62539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29502C-D896-AF40-7093-21CB255AB226}"/>
              </a:ext>
            </a:extLst>
          </p:cNvPr>
          <p:cNvSpPr>
            <a:spLocks noGrp="1"/>
          </p:cNvSpPr>
          <p:nvPr>
            <p:ph type="title"/>
          </p:nvPr>
        </p:nvSpPr>
        <p:spPr/>
        <p:txBody>
          <a:bodyPr lIns="0"/>
          <a:lstStyle/>
          <a:p>
            <a:r>
              <a:rPr lang="de-DE" dirty="0"/>
              <a:t>Agenda</a:t>
            </a:r>
          </a:p>
        </p:txBody>
      </p:sp>
      <p:sp>
        <p:nvSpPr>
          <p:cNvPr id="3" name="Inhaltsplatzhalter 2">
            <a:extLst>
              <a:ext uri="{FF2B5EF4-FFF2-40B4-BE49-F238E27FC236}">
                <a16:creationId xmlns:a16="http://schemas.microsoft.com/office/drawing/2014/main" id="{CB887AF3-06C9-C363-03EF-2B91F8C3BFE7}"/>
              </a:ext>
            </a:extLst>
          </p:cNvPr>
          <p:cNvSpPr>
            <a:spLocks noGrp="1"/>
          </p:cNvSpPr>
          <p:nvPr>
            <p:ph idx="1"/>
          </p:nvPr>
        </p:nvSpPr>
        <p:spPr/>
        <p:txBody>
          <a:bodyPr lIns="0">
            <a:normAutofit/>
          </a:bodyPr>
          <a:lstStyle/>
          <a:p>
            <a:r>
              <a:rPr lang="de-DE" dirty="0"/>
              <a:t>Einführung: Integrationsprobleme und die SAP Integration Suite</a:t>
            </a:r>
          </a:p>
          <a:p>
            <a:r>
              <a:rPr lang="de-DE" dirty="0"/>
              <a:t>Integration Flows entwickeln, bereitstellen und überwachen</a:t>
            </a:r>
          </a:p>
          <a:p>
            <a:r>
              <a:rPr lang="de-DE" dirty="0"/>
              <a:t>Nachrichten aufbereiten und konvertieren</a:t>
            </a:r>
          </a:p>
          <a:p>
            <a:r>
              <a:rPr lang="de-DE" dirty="0"/>
              <a:t>Mappings</a:t>
            </a:r>
          </a:p>
          <a:p>
            <a:r>
              <a:rPr lang="de-DE" dirty="0"/>
              <a:t>Enterprise Integration Patterns</a:t>
            </a:r>
          </a:p>
          <a:p>
            <a:r>
              <a:rPr lang="de-DE" dirty="0"/>
              <a:t>Integration Packages</a:t>
            </a:r>
          </a:p>
          <a:p>
            <a:r>
              <a:rPr lang="de-DE" dirty="0"/>
              <a:t>Anhänge: Einrichtung und Troubleshooting</a:t>
            </a:r>
          </a:p>
        </p:txBody>
      </p:sp>
    </p:spTree>
    <p:extLst>
      <p:ext uri="{BB962C8B-B14F-4D97-AF65-F5344CB8AC3E}">
        <p14:creationId xmlns:p14="http://schemas.microsoft.com/office/powerpoint/2010/main" val="4027614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648FCA-7715-8221-EDCC-7F5F9CE9CEED}"/>
              </a:ext>
            </a:extLst>
          </p:cNvPr>
          <p:cNvSpPr>
            <a:spLocks noGrp="1"/>
          </p:cNvSpPr>
          <p:nvPr>
            <p:ph type="title"/>
          </p:nvPr>
        </p:nvSpPr>
        <p:spPr/>
        <p:txBody>
          <a:bodyPr/>
          <a:lstStyle/>
          <a:p>
            <a:r>
              <a:rPr lang="de-DE" dirty="0"/>
              <a:t>Integrationsprobleme</a:t>
            </a:r>
          </a:p>
        </p:txBody>
      </p:sp>
      <p:sp>
        <p:nvSpPr>
          <p:cNvPr id="4" name="Inhaltsplatzhalter 3">
            <a:extLst>
              <a:ext uri="{FF2B5EF4-FFF2-40B4-BE49-F238E27FC236}">
                <a16:creationId xmlns:a16="http://schemas.microsoft.com/office/drawing/2014/main" id="{0FA8250A-A2A4-B2CF-399C-B5A87E8C97EE}"/>
              </a:ext>
            </a:extLst>
          </p:cNvPr>
          <p:cNvSpPr>
            <a:spLocks noGrp="1"/>
          </p:cNvSpPr>
          <p:nvPr>
            <p:ph sz="half" idx="1"/>
          </p:nvPr>
        </p:nvSpPr>
        <p:spPr/>
        <p:txBody>
          <a:bodyPr>
            <a:normAutofit fontScale="92500" lnSpcReduction="10000"/>
          </a:bodyPr>
          <a:lstStyle/>
          <a:p>
            <a:r>
              <a:rPr lang="de-DE" dirty="0"/>
              <a:t>Unterschiedliche Anwendungen müssen Daten austauschen </a:t>
            </a:r>
          </a:p>
          <a:p>
            <a:r>
              <a:rPr lang="de-DE" dirty="0"/>
              <a:t>Verschiedene Protokolle und Datenformate </a:t>
            </a:r>
          </a:p>
          <a:p>
            <a:r>
              <a:rPr lang="de-DE" dirty="0"/>
              <a:t>Punkt-zu-Punkt-Verbindungen werden schnell unübersichtlich </a:t>
            </a:r>
          </a:p>
          <a:p>
            <a:r>
              <a:rPr lang="de-DE" dirty="0"/>
              <a:t>Änderungen an einem System beeinflussen häufig weitere Systeme </a:t>
            </a:r>
          </a:p>
          <a:p>
            <a:r>
              <a:rPr lang="de-DE" dirty="0"/>
              <a:t>Hoher Wartungs- und Testaufwand</a:t>
            </a:r>
          </a:p>
          <a:p>
            <a:endParaRPr lang="de-DE" dirty="0"/>
          </a:p>
        </p:txBody>
      </p:sp>
      <p:pic>
        <p:nvPicPr>
          <p:cNvPr id="11" name="Inhaltsplatzhalter 10">
            <a:extLst>
              <a:ext uri="{FF2B5EF4-FFF2-40B4-BE49-F238E27FC236}">
                <a16:creationId xmlns:a16="http://schemas.microsoft.com/office/drawing/2014/main" id="{D5605FBD-5E45-8B9E-5601-C16B7A1DCDC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2360197"/>
            <a:ext cx="5612207" cy="3098067"/>
          </a:xfrm>
          <a:prstGeom prst="rect">
            <a:avLst/>
          </a:prstGeom>
        </p:spPr>
      </p:pic>
    </p:spTree>
    <p:extLst>
      <p:ext uri="{BB962C8B-B14F-4D97-AF65-F5344CB8AC3E}">
        <p14:creationId xmlns:p14="http://schemas.microsoft.com/office/powerpoint/2010/main" val="1139813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5E342548-9DD5-BAE5-12D9-FD617A572818}"/>
              </a:ext>
            </a:extLst>
          </p:cNvPr>
          <p:cNvSpPr>
            <a:spLocks noGrp="1"/>
          </p:cNvSpPr>
          <p:nvPr>
            <p:ph type="title"/>
          </p:nvPr>
        </p:nvSpPr>
        <p:spPr/>
        <p:txBody>
          <a:bodyPr/>
          <a:lstStyle/>
          <a:p>
            <a:r>
              <a:rPr lang="de-DE" dirty="0"/>
              <a:t>Integration Suite</a:t>
            </a:r>
          </a:p>
        </p:txBody>
      </p:sp>
      <p:pic>
        <p:nvPicPr>
          <p:cNvPr id="18" name="Inhaltsplatzhalter 17">
            <a:extLst>
              <a:ext uri="{FF2B5EF4-FFF2-40B4-BE49-F238E27FC236}">
                <a16:creationId xmlns:a16="http://schemas.microsoft.com/office/drawing/2014/main" id="{37947736-3321-C130-25FE-3A417FB1FA0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690688"/>
            <a:ext cx="11019509" cy="4485029"/>
          </a:xfrm>
          <a:prstGeom prst="rect">
            <a:avLst/>
          </a:prstGeom>
        </p:spPr>
      </p:pic>
    </p:spTree>
    <p:extLst>
      <p:ext uri="{BB962C8B-B14F-4D97-AF65-F5344CB8AC3E}">
        <p14:creationId xmlns:p14="http://schemas.microsoft.com/office/powerpoint/2010/main" val="958959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6CE2C3-755A-51EF-817F-4671F0F620D6}"/>
              </a:ext>
            </a:extLst>
          </p:cNvPr>
          <p:cNvSpPr>
            <a:spLocks noGrp="1"/>
          </p:cNvSpPr>
          <p:nvPr>
            <p:ph type="title"/>
          </p:nvPr>
        </p:nvSpPr>
        <p:spPr/>
        <p:txBody>
          <a:bodyPr/>
          <a:lstStyle/>
          <a:p>
            <a:r>
              <a:rPr lang="de-DE" dirty="0"/>
              <a:t>Komponenten der Integration Suite</a:t>
            </a:r>
          </a:p>
        </p:txBody>
      </p:sp>
      <p:pic>
        <p:nvPicPr>
          <p:cNvPr id="5" name="Inhaltsplatzhalter 4">
            <a:extLst>
              <a:ext uri="{FF2B5EF4-FFF2-40B4-BE49-F238E27FC236}">
                <a16:creationId xmlns:a16="http://schemas.microsoft.com/office/drawing/2014/main" id="{5A942C8D-9F6B-E48C-1DD0-39767D84E859}"/>
              </a:ext>
            </a:extLst>
          </p:cNvPr>
          <p:cNvPicPr>
            <a:picLocks noGrp="1" noChangeAspect="1"/>
          </p:cNvPicPr>
          <p:nvPr>
            <p:ph idx="1"/>
          </p:nvPr>
        </p:nvPicPr>
        <p:blipFill>
          <a:blip r:embed="rId3"/>
          <a:stretch>
            <a:fillRect/>
          </a:stretch>
        </p:blipFill>
        <p:spPr>
          <a:xfrm>
            <a:off x="838200" y="1690687"/>
            <a:ext cx="5257800" cy="4367591"/>
          </a:xfrm>
          <a:prstGeom prst="rect">
            <a:avLst/>
          </a:prstGeom>
        </p:spPr>
      </p:pic>
      <p:pic>
        <p:nvPicPr>
          <p:cNvPr id="6" name="Grafik 5">
            <a:extLst>
              <a:ext uri="{FF2B5EF4-FFF2-40B4-BE49-F238E27FC236}">
                <a16:creationId xmlns:a16="http://schemas.microsoft.com/office/drawing/2014/main" id="{59C069C1-FFFF-9D57-2082-F3D705893C82}"/>
              </a:ext>
            </a:extLst>
          </p:cNvPr>
          <p:cNvPicPr>
            <a:picLocks noChangeAspect="1"/>
          </p:cNvPicPr>
          <p:nvPr/>
        </p:nvPicPr>
        <p:blipFill>
          <a:blip r:embed="rId4"/>
          <a:stretch>
            <a:fillRect/>
          </a:stretch>
        </p:blipFill>
        <p:spPr>
          <a:xfrm>
            <a:off x="8165122" y="1690687"/>
            <a:ext cx="3188678" cy="1127033"/>
          </a:xfrm>
          <a:prstGeom prst="rect">
            <a:avLst/>
          </a:prstGeom>
        </p:spPr>
      </p:pic>
      <p:pic>
        <p:nvPicPr>
          <p:cNvPr id="7" name="Grafik 6">
            <a:extLst>
              <a:ext uri="{FF2B5EF4-FFF2-40B4-BE49-F238E27FC236}">
                <a16:creationId xmlns:a16="http://schemas.microsoft.com/office/drawing/2014/main" id="{9FFC3873-B15A-DCF4-20CA-7C06B81CEC24}"/>
              </a:ext>
            </a:extLst>
          </p:cNvPr>
          <p:cNvPicPr>
            <a:picLocks noChangeAspect="1"/>
          </p:cNvPicPr>
          <p:nvPr/>
        </p:nvPicPr>
        <p:blipFill>
          <a:blip r:embed="rId5"/>
          <a:stretch>
            <a:fillRect/>
          </a:stretch>
        </p:blipFill>
        <p:spPr>
          <a:xfrm>
            <a:off x="8165122" y="2770873"/>
            <a:ext cx="3188679" cy="1127033"/>
          </a:xfrm>
          <a:prstGeom prst="rect">
            <a:avLst/>
          </a:prstGeom>
        </p:spPr>
      </p:pic>
      <p:pic>
        <p:nvPicPr>
          <p:cNvPr id="8" name="Grafik 7">
            <a:extLst>
              <a:ext uri="{FF2B5EF4-FFF2-40B4-BE49-F238E27FC236}">
                <a16:creationId xmlns:a16="http://schemas.microsoft.com/office/drawing/2014/main" id="{D9544EEC-0CA8-78FD-DCCB-9FEE4B1DA47F}"/>
              </a:ext>
            </a:extLst>
          </p:cNvPr>
          <p:cNvPicPr>
            <a:picLocks noChangeAspect="1"/>
          </p:cNvPicPr>
          <p:nvPr/>
        </p:nvPicPr>
        <p:blipFill>
          <a:blip r:embed="rId6"/>
          <a:stretch>
            <a:fillRect/>
          </a:stretch>
        </p:blipFill>
        <p:spPr>
          <a:xfrm>
            <a:off x="8165122" y="3851059"/>
            <a:ext cx="3188678" cy="1127033"/>
          </a:xfrm>
          <a:prstGeom prst="rect">
            <a:avLst/>
          </a:prstGeom>
        </p:spPr>
      </p:pic>
      <p:pic>
        <p:nvPicPr>
          <p:cNvPr id="9" name="Grafik 8">
            <a:extLst>
              <a:ext uri="{FF2B5EF4-FFF2-40B4-BE49-F238E27FC236}">
                <a16:creationId xmlns:a16="http://schemas.microsoft.com/office/drawing/2014/main" id="{08273EE9-6187-2B8C-AB14-785EC06E97D2}"/>
              </a:ext>
            </a:extLst>
          </p:cNvPr>
          <p:cNvPicPr>
            <a:picLocks noChangeAspect="1"/>
          </p:cNvPicPr>
          <p:nvPr/>
        </p:nvPicPr>
        <p:blipFill>
          <a:blip r:embed="rId7"/>
          <a:stretch>
            <a:fillRect/>
          </a:stretch>
        </p:blipFill>
        <p:spPr>
          <a:xfrm>
            <a:off x="8165119" y="4931244"/>
            <a:ext cx="3188681" cy="1127034"/>
          </a:xfrm>
          <a:prstGeom prst="rect">
            <a:avLst/>
          </a:prstGeom>
        </p:spPr>
      </p:pic>
    </p:spTree>
    <p:extLst>
      <p:ext uri="{BB962C8B-B14F-4D97-AF65-F5344CB8AC3E}">
        <p14:creationId xmlns:p14="http://schemas.microsoft.com/office/powerpoint/2010/main" val="303636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F54044-224A-F974-D522-991019A56B39}"/>
              </a:ext>
            </a:extLst>
          </p:cNvPr>
          <p:cNvSpPr>
            <a:spLocks noGrp="1"/>
          </p:cNvSpPr>
          <p:nvPr>
            <p:ph type="title"/>
          </p:nvPr>
        </p:nvSpPr>
        <p:spPr/>
        <p:txBody>
          <a:bodyPr/>
          <a:lstStyle/>
          <a:p>
            <a:r>
              <a:rPr lang="de-DE" dirty="0"/>
              <a:t>Bereitstellung</a:t>
            </a:r>
          </a:p>
        </p:txBody>
      </p:sp>
      <p:sp>
        <p:nvSpPr>
          <p:cNvPr id="3" name="Inhaltsplatzhalter 2">
            <a:extLst>
              <a:ext uri="{FF2B5EF4-FFF2-40B4-BE49-F238E27FC236}">
                <a16:creationId xmlns:a16="http://schemas.microsoft.com/office/drawing/2014/main" id="{8672996B-0B70-A974-B847-A1B2DE016D25}"/>
              </a:ext>
            </a:extLst>
          </p:cNvPr>
          <p:cNvSpPr>
            <a:spLocks noGrp="1"/>
          </p:cNvSpPr>
          <p:nvPr>
            <p:ph idx="1"/>
          </p:nvPr>
        </p:nvSpPr>
        <p:spPr/>
        <p:txBody>
          <a:bodyPr/>
          <a:lstStyle/>
          <a:p>
            <a:r>
              <a:rPr lang="de-DE" dirty="0"/>
              <a:t>Integration Suite im BTP-Subaccount abonnieren </a:t>
            </a:r>
          </a:p>
          <a:p>
            <a:r>
              <a:rPr lang="de-DE" dirty="0"/>
              <a:t>Benötigte </a:t>
            </a:r>
            <a:r>
              <a:rPr lang="de-DE" dirty="0" err="1"/>
              <a:t>Capabilities</a:t>
            </a:r>
            <a:r>
              <a:rPr lang="de-DE" dirty="0"/>
              <a:t> aktivieren, insbesondere „</a:t>
            </a:r>
            <a:r>
              <a:rPr lang="de-DE" dirty="0" err="1"/>
              <a:t>Build</a:t>
            </a:r>
            <a:r>
              <a:rPr lang="de-DE" dirty="0"/>
              <a:t> Integration Scenarios“</a:t>
            </a:r>
          </a:p>
          <a:p>
            <a:r>
              <a:rPr lang="de-DE" dirty="0"/>
              <a:t>Benutzer für die Designoberfläche berechtigen</a:t>
            </a:r>
          </a:p>
          <a:p>
            <a:r>
              <a:rPr lang="de-DE" dirty="0"/>
              <a:t>Laufzeitzugriff separat einrichten </a:t>
            </a:r>
          </a:p>
          <a:p>
            <a:r>
              <a:rPr lang="de-DE" dirty="0"/>
              <a:t>Zielsystem unabhängig davon konfigurieren</a:t>
            </a:r>
          </a:p>
        </p:txBody>
      </p:sp>
    </p:spTree>
    <p:extLst>
      <p:ext uri="{BB962C8B-B14F-4D97-AF65-F5344CB8AC3E}">
        <p14:creationId xmlns:p14="http://schemas.microsoft.com/office/powerpoint/2010/main" val="3897287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D722E3-A6F1-1278-9083-20F5A1C6B048}"/>
              </a:ext>
            </a:extLst>
          </p:cNvPr>
          <p:cNvSpPr>
            <a:spLocks noGrp="1"/>
          </p:cNvSpPr>
          <p:nvPr>
            <p:ph type="title"/>
          </p:nvPr>
        </p:nvSpPr>
        <p:spPr/>
        <p:txBody>
          <a:bodyPr/>
          <a:lstStyle/>
          <a:p>
            <a:r>
              <a:rPr lang="de-DE" dirty="0"/>
              <a:t>Integration Flows</a:t>
            </a:r>
          </a:p>
        </p:txBody>
      </p:sp>
      <p:sp>
        <p:nvSpPr>
          <p:cNvPr id="3" name="Inhaltsplatzhalter 2">
            <a:extLst>
              <a:ext uri="{FF2B5EF4-FFF2-40B4-BE49-F238E27FC236}">
                <a16:creationId xmlns:a16="http://schemas.microsoft.com/office/drawing/2014/main" id="{12ED83F3-6EEB-234D-3FF7-E97ED6C860B8}"/>
              </a:ext>
            </a:extLst>
          </p:cNvPr>
          <p:cNvSpPr>
            <a:spLocks noGrp="1"/>
          </p:cNvSpPr>
          <p:nvPr>
            <p:ph idx="1"/>
          </p:nvPr>
        </p:nvSpPr>
        <p:spPr/>
        <p:txBody>
          <a:bodyPr/>
          <a:lstStyle/>
          <a:p>
            <a:r>
              <a:rPr lang="de-DE" dirty="0"/>
              <a:t>Beispielszenario</a:t>
            </a:r>
          </a:p>
          <a:p>
            <a:r>
              <a:rPr lang="de-DE" dirty="0"/>
              <a:t>Sender</a:t>
            </a:r>
          </a:p>
          <a:p>
            <a:r>
              <a:rPr lang="de-DE" dirty="0"/>
              <a:t>Bereitstellung</a:t>
            </a:r>
          </a:p>
          <a:p>
            <a:r>
              <a:rPr lang="de-DE" dirty="0"/>
              <a:t>Überwachung</a:t>
            </a:r>
          </a:p>
          <a:p>
            <a:r>
              <a:rPr lang="de-DE" dirty="0"/>
              <a:t>Nachrichtenaufbau</a:t>
            </a:r>
          </a:p>
          <a:p>
            <a:r>
              <a:rPr lang="de-DE" dirty="0"/>
              <a:t>Security Material</a:t>
            </a:r>
          </a:p>
          <a:p>
            <a:r>
              <a:rPr lang="de-DE" dirty="0"/>
              <a:t>Empfänger</a:t>
            </a:r>
          </a:p>
          <a:p>
            <a:r>
              <a:rPr lang="de-DE" dirty="0" err="1"/>
              <a:t>OData</a:t>
            </a:r>
            <a:r>
              <a:rPr lang="de-DE" dirty="0"/>
              <a:t> Adapter</a:t>
            </a:r>
          </a:p>
        </p:txBody>
      </p:sp>
    </p:spTree>
    <p:extLst>
      <p:ext uri="{BB962C8B-B14F-4D97-AF65-F5344CB8AC3E}">
        <p14:creationId xmlns:p14="http://schemas.microsoft.com/office/powerpoint/2010/main" val="1851586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C3831A-CA3D-A6E9-0369-77D204715118}"/>
              </a:ext>
            </a:extLst>
          </p:cNvPr>
          <p:cNvSpPr>
            <a:spLocks noGrp="1"/>
          </p:cNvSpPr>
          <p:nvPr>
            <p:ph type="title"/>
          </p:nvPr>
        </p:nvSpPr>
        <p:spPr/>
        <p:txBody>
          <a:bodyPr/>
          <a:lstStyle/>
          <a:p>
            <a:r>
              <a:rPr lang="de-DE" dirty="0"/>
              <a:t>Beispielszenario</a:t>
            </a:r>
          </a:p>
        </p:txBody>
      </p:sp>
      <p:pic>
        <p:nvPicPr>
          <p:cNvPr id="16" name="Inhaltsplatzhalter 15">
            <a:extLst>
              <a:ext uri="{FF2B5EF4-FFF2-40B4-BE49-F238E27FC236}">
                <a16:creationId xmlns:a16="http://schemas.microsoft.com/office/drawing/2014/main" id="{62210C2A-0913-5715-90DC-6E21C44BD55F}"/>
              </a:ext>
            </a:extLst>
          </p:cNvPr>
          <p:cNvPicPr>
            <a:picLocks noGrp="1" noChangeAspect="1"/>
          </p:cNvPicPr>
          <p:nvPr>
            <p:ph idx="1"/>
          </p:nvPr>
        </p:nvPicPr>
        <p:blipFill>
          <a:blip r:embed="rId3"/>
          <a:stretch>
            <a:fillRect/>
          </a:stretch>
        </p:blipFill>
        <p:spPr>
          <a:xfrm>
            <a:off x="838200" y="2119404"/>
            <a:ext cx="10515600" cy="3763780"/>
          </a:xfrm>
          <a:prstGeom prst="rect">
            <a:avLst/>
          </a:prstGeom>
        </p:spPr>
      </p:pic>
    </p:spTree>
    <p:extLst>
      <p:ext uri="{BB962C8B-B14F-4D97-AF65-F5344CB8AC3E}">
        <p14:creationId xmlns:p14="http://schemas.microsoft.com/office/powerpoint/2010/main" val="1706649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A6D211-D21B-DAE7-4D89-F81770A497C8}"/>
              </a:ext>
            </a:extLst>
          </p:cNvPr>
          <p:cNvSpPr>
            <a:spLocks noGrp="1"/>
          </p:cNvSpPr>
          <p:nvPr>
            <p:ph type="title"/>
          </p:nvPr>
        </p:nvSpPr>
        <p:spPr/>
        <p:txBody>
          <a:bodyPr/>
          <a:lstStyle/>
          <a:p>
            <a:r>
              <a:rPr lang="de-DE" dirty="0"/>
              <a:t>Erster Integration Flow</a:t>
            </a:r>
          </a:p>
        </p:txBody>
      </p:sp>
      <p:pic>
        <p:nvPicPr>
          <p:cNvPr id="7" name="Inhaltsplatzhalter 6">
            <a:extLst>
              <a:ext uri="{FF2B5EF4-FFF2-40B4-BE49-F238E27FC236}">
                <a16:creationId xmlns:a16="http://schemas.microsoft.com/office/drawing/2014/main" id="{0FA2A50A-F427-FDA3-FE50-2513795C457A}"/>
              </a:ext>
            </a:extLst>
          </p:cNvPr>
          <p:cNvPicPr>
            <a:picLocks noGrp="1" noChangeAspect="1"/>
          </p:cNvPicPr>
          <p:nvPr>
            <p:ph idx="1"/>
          </p:nvPr>
        </p:nvPicPr>
        <p:blipFill>
          <a:blip r:embed="rId3"/>
          <a:stretch>
            <a:fillRect/>
          </a:stretch>
        </p:blipFill>
        <p:spPr>
          <a:xfrm>
            <a:off x="2328336" y="2762871"/>
            <a:ext cx="7535327" cy="2476846"/>
          </a:xfrm>
          <a:prstGeom prst="rect">
            <a:avLst/>
          </a:prstGeom>
        </p:spPr>
      </p:pic>
    </p:spTree>
    <p:extLst>
      <p:ext uri="{BB962C8B-B14F-4D97-AF65-F5344CB8AC3E}">
        <p14:creationId xmlns:p14="http://schemas.microsoft.com/office/powerpoint/2010/main" val="2568817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85202D-28AA-701C-F69D-4CFC0CFB5061}"/>
              </a:ext>
            </a:extLst>
          </p:cNvPr>
          <p:cNvSpPr>
            <a:spLocks noGrp="1"/>
          </p:cNvSpPr>
          <p:nvPr>
            <p:ph type="title"/>
          </p:nvPr>
        </p:nvSpPr>
        <p:spPr/>
        <p:txBody>
          <a:bodyPr/>
          <a:lstStyle/>
          <a:p>
            <a:r>
              <a:rPr lang="de-DE" dirty="0"/>
              <a:t>HTTPS Sender</a:t>
            </a:r>
          </a:p>
        </p:txBody>
      </p:sp>
      <p:pic>
        <p:nvPicPr>
          <p:cNvPr id="5" name="Inhaltsplatzhalter 4">
            <a:extLst>
              <a:ext uri="{FF2B5EF4-FFF2-40B4-BE49-F238E27FC236}">
                <a16:creationId xmlns:a16="http://schemas.microsoft.com/office/drawing/2014/main" id="{C47B9345-1783-0059-DCF5-936311CC5738}"/>
              </a:ext>
            </a:extLst>
          </p:cNvPr>
          <p:cNvPicPr>
            <a:picLocks noGrp="1" noChangeAspect="1"/>
          </p:cNvPicPr>
          <p:nvPr>
            <p:ph idx="1"/>
          </p:nvPr>
        </p:nvPicPr>
        <p:blipFill>
          <a:blip r:embed="rId2"/>
          <a:stretch>
            <a:fillRect/>
          </a:stretch>
        </p:blipFill>
        <p:spPr>
          <a:xfrm>
            <a:off x="3909707" y="2610450"/>
            <a:ext cx="4372585" cy="2781688"/>
          </a:xfrm>
          <a:prstGeom prst="rect">
            <a:avLst/>
          </a:prstGeom>
        </p:spPr>
      </p:pic>
    </p:spTree>
    <p:extLst>
      <p:ext uri="{BB962C8B-B14F-4D97-AF65-F5344CB8AC3E}">
        <p14:creationId xmlns:p14="http://schemas.microsoft.com/office/powerpoint/2010/main" val="1442612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EB1E17-EF78-5E60-49B1-E3F4C6AB7294}"/>
              </a:ext>
            </a:extLst>
          </p:cNvPr>
          <p:cNvSpPr>
            <a:spLocks noGrp="1"/>
          </p:cNvSpPr>
          <p:nvPr>
            <p:ph type="title"/>
          </p:nvPr>
        </p:nvSpPr>
        <p:spPr/>
        <p:txBody>
          <a:bodyPr/>
          <a:lstStyle/>
          <a:p>
            <a:r>
              <a:rPr lang="de-DE" dirty="0"/>
              <a:t>Bereitstellung</a:t>
            </a:r>
          </a:p>
        </p:txBody>
      </p:sp>
      <p:pic>
        <p:nvPicPr>
          <p:cNvPr id="7" name="Grafik 6">
            <a:extLst>
              <a:ext uri="{FF2B5EF4-FFF2-40B4-BE49-F238E27FC236}">
                <a16:creationId xmlns:a16="http://schemas.microsoft.com/office/drawing/2014/main" id="{B02B7623-FF96-F554-6C8E-C054AA19967D}"/>
              </a:ext>
            </a:extLst>
          </p:cNvPr>
          <p:cNvPicPr>
            <a:picLocks noChangeAspect="1"/>
          </p:cNvPicPr>
          <p:nvPr/>
        </p:nvPicPr>
        <p:blipFill>
          <a:blip r:embed="rId3"/>
          <a:stretch>
            <a:fillRect/>
          </a:stretch>
        </p:blipFill>
        <p:spPr>
          <a:xfrm>
            <a:off x="838200" y="1690689"/>
            <a:ext cx="4711995" cy="4351268"/>
          </a:xfrm>
          <a:prstGeom prst="rect">
            <a:avLst/>
          </a:prstGeom>
        </p:spPr>
      </p:pic>
      <p:pic>
        <p:nvPicPr>
          <p:cNvPr id="8" name="Grafik 7">
            <a:extLst>
              <a:ext uri="{FF2B5EF4-FFF2-40B4-BE49-F238E27FC236}">
                <a16:creationId xmlns:a16="http://schemas.microsoft.com/office/drawing/2014/main" id="{AE3B6445-E26F-41A7-EA87-18B8DA552999}"/>
              </a:ext>
            </a:extLst>
          </p:cNvPr>
          <p:cNvPicPr>
            <a:picLocks noChangeAspect="1"/>
          </p:cNvPicPr>
          <p:nvPr/>
        </p:nvPicPr>
        <p:blipFill>
          <a:blip r:embed="rId4"/>
          <a:stretch>
            <a:fillRect/>
          </a:stretch>
        </p:blipFill>
        <p:spPr>
          <a:xfrm>
            <a:off x="7802880" y="1953897"/>
            <a:ext cx="3550920" cy="4258876"/>
          </a:xfrm>
          <a:prstGeom prst="rect">
            <a:avLst/>
          </a:prstGeom>
        </p:spPr>
      </p:pic>
    </p:spTree>
    <p:extLst>
      <p:ext uri="{BB962C8B-B14F-4D97-AF65-F5344CB8AC3E}">
        <p14:creationId xmlns:p14="http://schemas.microsoft.com/office/powerpoint/2010/main" val="76652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D6BF2F-E160-DF72-4AFD-E24233808E1B}"/>
              </a:ext>
            </a:extLst>
          </p:cNvPr>
          <p:cNvSpPr>
            <a:spLocks noGrp="1"/>
          </p:cNvSpPr>
          <p:nvPr>
            <p:ph type="title"/>
          </p:nvPr>
        </p:nvSpPr>
        <p:spPr/>
        <p:txBody>
          <a:bodyPr/>
          <a:lstStyle/>
          <a:p>
            <a:r>
              <a:rPr lang="de-DE" dirty="0"/>
              <a:t>Überwachung</a:t>
            </a:r>
          </a:p>
        </p:txBody>
      </p:sp>
      <p:pic>
        <p:nvPicPr>
          <p:cNvPr id="9" name="Inhaltsplatzhalter 8">
            <a:extLst>
              <a:ext uri="{FF2B5EF4-FFF2-40B4-BE49-F238E27FC236}">
                <a16:creationId xmlns:a16="http://schemas.microsoft.com/office/drawing/2014/main" id="{57108E6C-C5F5-1BDF-5674-E0889C7703F3}"/>
              </a:ext>
            </a:extLst>
          </p:cNvPr>
          <p:cNvPicPr>
            <a:picLocks noGrp="1" noChangeAspect="1"/>
          </p:cNvPicPr>
          <p:nvPr>
            <p:ph idx="1"/>
          </p:nvPr>
        </p:nvPicPr>
        <p:blipFill>
          <a:blip r:embed="rId3"/>
          <a:stretch>
            <a:fillRect/>
          </a:stretch>
        </p:blipFill>
        <p:spPr>
          <a:xfrm>
            <a:off x="4832890" y="1825625"/>
            <a:ext cx="6520910" cy="2820803"/>
          </a:xfrm>
          <a:prstGeom prst="rect">
            <a:avLst/>
          </a:prstGeom>
        </p:spPr>
      </p:pic>
      <p:pic>
        <p:nvPicPr>
          <p:cNvPr id="5" name="Grafik 4">
            <a:extLst>
              <a:ext uri="{FF2B5EF4-FFF2-40B4-BE49-F238E27FC236}">
                <a16:creationId xmlns:a16="http://schemas.microsoft.com/office/drawing/2014/main" id="{467C51CF-DE9A-780B-F7FC-F3A48F0A8AB3}"/>
              </a:ext>
            </a:extLst>
          </p:cNvPr>
          <p:cNvPicPr>
            <a:picLocks noChangeAspect="1"/>
          </p:cNvPicPr>
          <p:nvPr/>
        </p:nvPicPr>
        <p:blipFill>
          <a:blip r:embed="rId4"/>
          <a:stretch>
            <a:fillRect/>
          </a:stretch>
        </p:blipFill>
        <p:spPr>
          <a:xfrm>
            <a:off x="838200" y="1825625"/>
            <a:ext cx="3733980" cy="3448124"/>
          </a:xfrm>
          <a:prstGeom prst="rect">
            <a:avLst/>
          </a:prstGeom>
        </p:spPr>
      </p:pic>
    </p:spTree>
    <p:extLst>
      <p:ext uri="{BB962C8B-B14F-4D97-AF65-F5344CB8AC3E}">
        <p14:creationId xmlns:p14="http://schemas.microsoft.com/office/powerpoint/2010/main" val="3105315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C79452-85D4-B27E-AB11-7D85C059BB21}"/>
              </a:ext>
            </a:extLst>
          </p:cNvPr>
          <p:cNvSpPr>
            <a:spLocks noGrp="1"/>
          </p:cNvSpPr>
          <p:nvPr>
            <p:ph type="title"/>
          </p:nvPr>
        </p:nvSpPr>
        <p:spPr/>
        <p:txBody>
          <a:bodyPr/>
          <a:lstStyle/>
          <a:p>
            <a:r>
              <a:rPr lang="de-DE" dirty="0"/>
              <a:t>Aufbau einer Nachricht</a:t>
            </a:r>
          </a:p>
        </p:txBody>
      </p:sp>
      <p:sp>
        <p:nvSpPr>
          <p:cNvPr id="4" name="Inhaltsplatzhalter 3">
            <a:extLst>
              <a:ext uri="{FF2B5EF4-FFF2-40B4-BE49-F238E27FC236}">
                <a16:creationId xmlns:a16="http://schemas.microsoft.com/office/drawing/2014/main" id="{5E883C8A-0C91-05D7-A529-B2074717DA51}"/>
              </a:ext>
            </a:extLst>
          </p:cNvPr>
          <p:cNvSpPr>
            <a:spLocks noGrp="1"/>
          </p:cNvSpPr>
          <p:nvPr>
            <p:ph sz="half" idx="1"/>
          </p:nvPr>
        </p:nvSpPr>
        <p:spPr/>
        <p:txBody>
          <a:bodyPr anchor="ctr" anchorCtr="0"/>
          <a:lstStyle/>
          <a:p>
            <a:pPr marL="0" indent="0">
              <a:buNone/>
            </a:pPr>
            <a:endParaRPr lang="de-DE" dirty="0"/>
          </a:p>
        </p:txBody>
      </p:sp>
      <p:sp>
        <p:nvSpPr>
          <p:cNvPr id="5" name="Inhaltsplatzhalter 4">
            <a:extLst>
              <a:ext uri="{FF2B5EF4-FFF2-40B4-BE49-F238E27FC236}">
                <a16:creationId xmlns:a16="http://schemas.microsoft.com/office/drawing/2014/main" id="{A34EC35A-E22D-515A-8365-2D78B59A4093}"/>
              </a:ext>
            </a:extLst>
          </p:cNvPr>
          <p:cNvSpPr>
            <a:spLocks noGrp="1"/>
          </p:cNvSpPr>
          <p:nvPr>
            <p:ph sz="half" idx="2"/>
          </p:nvPr>
        </p:nvSpPr>
        <p:spPr/>
        <p:txBody>
          <a:bodyPr/>
          <a:lstStyle/>
          <a:p>
            <a:r>
              <a:rPr lang="de-DE" dirty="0"/>
              <a:t>Body enthält die eigentlichen Nutzdaten </a:t>
            </a:r>
          </a:p>
          <a:p>
            <a:r>
              <a:rPr lang="de-DE" dirty="0"/>
              <a:t>Header steuern die Verarbeitung </a:t>
            </a:r>
          </a:p>
          <a:p>
            <a:r>
              <a:rPr lang="de-DE" dirty="0"/>
              <a:t>Exchange Properties speichern interne Informationen </a:t>
            </a:r>
          </a:p>
          <a:p>
            <a:r>
              <a:rPr lang="de-DE" dirty="0"/>
              <a:t>Alle drei Bereiche können gelesen und verändert werden</a:t>
            </a:r>
          </a:p>
        </p:txBody>
      </p:sp>
      <p:sp>
        <p:nvSpPr>
          <p:cNvPr id="6" name="Rechteck 5">
            <a:extLst>
              <a:ext uri="{FF2B5EF4-FFF2-40B4-BE49-F238E27FC236}">
                <a16:creationId xmlns:a16="http://schemas.microsoft.com/office/drawing/2014/main" id="{953DB849-ED4B-AF9B-642D-312C41063513}"/>
              </a:ext>
            </a:extLst>
          </p:cNvPr>
          <p:cNvSpPr/>
          <p:nvPr/>
        </p:nvSpPr>
        <p:spPr>
          <a:xfrm>
            <a:off x="838200" y="1825625"/>
            <a:ext cx="5181600" cy="1127640"/>
          </a:xfrm>
          <a:prstGeom prst="rect">
            <a:avLst/>
          </a:prstGeom>
          <a:solidFill>
            <a:schemeClr val="bg1">
              <a:lumMod val="9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4000" dirty="0">
                <a:solidFill>
                  <a:schemeClr val="tx1"/>
                </a:solidFill>
              </a:rPr>
              <a:t>Header</a:t>
            </a:r>
          </a:p>
        </p:txBody>
      </p:sp>
      <p:sp>
        <p:nvSpPr>
          <p:cNvPr id="8" name="Rechteck 7">
            <a:extLst>
              <a:ext uri="{FF2B5EF4-FFF2-40B4-BE49-F238E27FC236}">
                <a16:creationId xmlns:a16="http://schemas.microsoft.com/office/drawing/2014/main" id="{7B278D80-D805-20C4-FFCB-ABCCBF01FDE1}"/>
              </a:ext>
            </a:extLst>
          </p:cNvPr>
          <p:cNvSpPr/>
          <p:nvPr/>
        </p:nvSpPr>
        <p:spPr>
          <a:xfrm>
            <a:off x="838200" y="2949853"/>
            <a:ext cx="5181600" cy="2351195"/>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4000" dirty="0">
                <a:solidFill>
                  <a:schemeClr val="tx1"/>
                </a:solidFill>
              </a:rPr>
              <a:t>Body</a:t>
            </a:r>
          </a:p>
        </p:txBody>
      </p:sp>
      <p:sp>
        <p:nvSpPr>
          <p:cNvPr id="10" name="Rechteck 9">
            <a:extLst>
              <a:ext uri="{FF2B5EF4-FFF2-40B4-BE49-F238E27FC236}">
                <a16:creationId xmlns:a16="http://schemas.microsoft.com/office/drawing/2014/main" id="{F74E2139-832F-DE22-D21E-CB1747676A32}"/>
              </a:ext>
            </a:extLst>
          </p:cNvPr>
          <p:cNvSpPr/>
          <p:nvPr/>
        </p:nvSpPr>
        <p:spPr>
          <a:xfrm>
            <a:off x="838200" y="5297636"/>
            <a:ext cx="5181600" cy="879327"/>
          </a:xfrm>
          <a:prstGeom prst="rect">
            <a:avLst/>
          </a:prstGeom>
          <a:solidFill>
            <a:schemeClr val="bg1">
              <a:lumMod val="7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4000" dirty="0">
                <a:solidFill>
                  <a:schemeClr val="tx1"/>
                </a:solidFill>
              </a:rPr>
              <a:t>Exchange Properties</a:t>
            </a:r>
          </a:p>
        </p:txBody>
      </p:sp>
    </p:spTree>
    <p:extLst>
      <p:ext uri="{BB962C8B-B14F-4D97-AF65-F5344CB8AC3E}">
        <p14:creationId xmlns:p14="http://schemas.microsoft.com/office/powerpoint/2010/main" val="705404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17304C-1DB1-C874-8CEC-65E080C4EB25}"/>
              </a:ext>
            </a:extLst>
          </p:cNvPr>
          <p:cNvSpPr>
            <a:spLocks noGrp="1"/>
          </p:cNvSpPr>
          <p:nvPr>
            <p:ph type="title"/>
          </p:nvPr>
        </p:nvSpPr>
        <p:spPr/>
        <p:txBody>
          <a:bodyPr/>
          <a:lstStyle/>
          <a:p>
            <a:r>
              <a:rPr lang="de-DE" dirty="0"/>
              <a:t>Security Material</a:t>
            </a:r>
          </a:p>
        </p:txBody>
      </p:sp>
      <p:pic>
        <p:nvPicPr>
          <p:cNvPr id="6" name="Inhaltsplatzhalter 5">
            <a:extLst>
              <a:ext uri="{FF2B5EF4-FFF2-40B4-BE49-F238E27FC236}">
                <a16:creationId xmlns:a16="http://schemas.microsoft.com/office/drawing/2014/main" id="{2F0BAE49-48BD-D44C-FBBF-EDAD57E1564B}"/>
              </a:ext>
            </a:extLst>
          </p:cNvPr>
          <p:cNvPicPr>
            <a:picLocks noGrp="1" noChangeAspect="1"/>
          </p:cNvPicPr>
          <p:nvPr>
            <p:ph sz="half" idx="1"/>
          </p:nvPr>
        </p:nvPicPr>
        <p:blipFill>
          <a:blip r:embed="rId3"/>
          <a:stretch>
            <a:fillRect/>
          </a:stretch>
        </p:blipFill>
        <p:spPr>
          <a:xfrm>
            <a:off x="838200" y="2087008"/>
            <a:ext cx="5181600" cy="3828571"/>
          </a:xfrm>
          <a:prstGeom prst="rect">
            <a:avLst/>
          </a:prstGeom>
        </p:spPr>
      </p:pic>
      <p:pic>
        <p:nvPicPr>
          <p:cNvPr id="8" name="Inhaltsplatzhalter 7">
            <a:extLst>
              <a:ext uri="{FF2B5EF4-FFF2-40B4-BE49-F238E27FC236}">
                <a16:creationId xmlns:a16="http://schemas.microsoft.com/office/drawing/2014/main" id="{ABA5DFB2-B805-2F4A-8E6A-E5D44C162C6E}"/>
              </a:ext>
            </a:extLst>
          </p:cNvPr>
          <p:cNvPicPr>
            <a:picLocks noGrp="1" noChangeAspect="1"/>
          </p:cNvPicPr>
          <p:nvPr>
            <p:ph sz="half" idx="2"/>
          </p:nvPr>
        </p:nvPicPr>
        <p:blipFill>
          <a:blip r:embed="rId4"/>
          <a:stretch>
            <a:fillRect/>
          </a:stretch>
        </p:blipFill>
        <p:spPr>
          <a:xfrm>
            <a:off x="6172200" y="1866417"/>
            <a:ext cx="5181600" cy="4269753"/>
          </a:xfrm>
          <a:prstGeom prst="rect">
            <a:avLst/>
          </a:prstGeom>
        </p:spPr>
      </p:pic>
    </p:spTree>
    <p:extLst>
      <p:ext uri="{BB962C8B-B14F-4D97-AF65-F5344CB8AC3E}">
        <p14:creationId xmlns:p14="http://schemas.microsoft.com/office/powerpoint/2010/main" val="2281398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5F5E83-4EFD-A036-FB87-D0FC2CB9D11C}"/>
              </a:ext>
            </a:extLst>
          </p:cNvPr>
          <p:cNvSpPr>
            <a:spLocks noGrp="1"/>
          </p:cNvSpPr>
          <p:nvPr>
            <p:ph type="title"/>
          </p:nvPr>
        </p:nvSpPr>
        <p:spPr/>
        <p:txBody>
          <a:bodyPr/>
          <a:lstStyle/>
          <a:p>
            <a:r>
              <a:rPr lang="de-DE" dirty="0"/>
              <a:t>Empfänger</a:t>
            </a:r>
          </a:p>
        </p:txBody>
      </p:sp>
      <p:pic>
        <p:nvPicPr>
          <p:cNvPr id="6" name="Inhaltsplatzhalter 5">
            <a:extLst>
              <a:ext uri="{FF2B5EF4-FFF2-40B4-BE49-F238E27FC236}">
                <a16:creationId xmlns:a16="http://schemas.microsoft.com/office/drawing/2014/main" id="{9A935D5C-8CFB-F61B-6D58-9D7BF152DEEA}"/>
              </a:ext>
            </a:extLst>
          </p:cNvPr>
          <p:cNvPicPr>
            <a:picLocks noGrp="1" noChangeAspect="1"/>
          </p:cNvPicPr>
          <p:nvPr>
            <p:ph idx="1"/>
          </p:nvPr>
        </p:nvPicPr>
        <p:blipFill>
          <a:blip r:embed="rId3"/>
          <a:stretch>
            <a:fillRect/>
          </a:stretch>
        </p:blipFill>
        <p:spPr>
          <a:xfrm>
            <a:off x="2034493" y="1825625"/>
            <a:ext cx="8123013" cy="4351338"/>
          </a:xfrm>
          <a:prstGeom prst="rect">
            <a:avLst/>
          </a:prstGeom>
        </p:spPr>
      </p:pic>
    </p:spTree>
    <p:extLst>
      <p:ext uri="{BB962C8B-B14F-4D97-AF65-F5344CB8AC3E}">
        <p14:creationId xmlns:p14="http://schemas.microsoft.com/office/powerpoint/2010/main" val="2010216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F34CA5-7580-A286-3AF1-EFF34F028CF0}"/>
              </a:ext>
            </a:extLst>
          </p:cNvPr>
          <p:cNvSpPr>
            <a:spLocks noGrp="1"/>
          </p:cNvSpPr>
          <p:nvPr>
            <p:ph type="title"/>
          </p:nvPr>
        </p:nvSpPr>
        <p:spPr/>
        <p:txBody>
          <a:bodyPr/>
          <a:lstStyle/>
          <a:p>
            <a:r>
              <a:rPr lang="de-DE" dirty="0" err="1"/>
              <a:t>OData</a:t>
            </a:r>
            <a:r>
              <a:rPr lang="de-DE" dirty="0"/>
              <a:t> Adapter</a:t>
            </a:r>
          </a:p>
        </p:txBody>
      </p:sp>
      <p:pic>
        <p:nvPicPr>
          <p:cNvPr id="5" name="Inhaltsplatzhalter 4">
            <a:extLst>
              <a:ext uri="{FF2B5EF4-FFF2-40B4-BE49-F238E27FC236}">
                <a16:creationId xmlns:a16="http://schemas.microsoft.com/office/drawing/2014/main" id="{281B8CEC-5856-CF41-5EFA-9025D3771FDA}"/>
              </a:ext>
            </a:extLst>
          </p:cNvPr>
          <p:cNvPicPr>
            <a:picLocks noGrp="1" noChangeAspect="1"/>
          </p:cNvPicPr>
          <p:nvPr>
            <p:ph idx="1"/>
          </p:nvPr>
        </p:nvPicPr>
        <p:blipFill>
          <a:blip r:embed="rId2"/>
          <a:stretch>
            <a:fillRect/>
          </a:stretch>
        </p:blipFill>
        <p:spPr>
          <a:xfrm>
            <a:off x="1918716" y="1825625"/>
            <a:ext cx="8354568" cy="4351338"/>
          </a:xfrm>
          <a:prstGeom prst="rect">
            <a:avLst/>
          </a:prstGeom>
        </p:spPr>
      </p:pic>
    </p:spTree>
    <p:extLst>
      <p:ext uri="{BB962C8B-B14F-4D97-AF65-F5344CB8AC3E}">
        <p14:creationId xmlns:p14="http://schemas.microsoft.com/office/powerpoint/2010/main" val="3673402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4B39E4-FDC5-88B2-3CB1-2D86A2BA97E8}"/>
              </a:ext>
            </a:extLst>
          </p:cNvPr>
          <p:cNvSpPr>
            <a:spLocks noGrp="1"/>
          </p:cNvSpPr>
          <p:nvPr>
            <p:ph type="title"/>
          </p:nvPr>
        </p:nvSpPr>
        <p:spPr/>
        <p:txBody>
          <a:bodyPr/>
          <a:lstStyle/>
          <a:p>
            <a:r>
              <a:rPr lang="de-DE" dirty="0"/>
              <a:t>Was geschieht im Integration Flow?</a:t>
            </a:r>
          </a:p>
        </p:txBody>
      </p:sp>
      <p:graphicFrame>
        <p:nvGraphicFramePr>
          <p:cNvPr id="5" name="Inhaltsplatzhalter 4">
            <a:extLst>
              <a:ext uri="{FF2B5EF4-FFF2-40B4-BE49-F238E27FC236}">
                <a16:creationId xmlns:a16="http://schemas.microsoft.com/office/drawing/2014/main" id="{A9C41DA5-1C71-77B4-759B-A07926E990D9}"/>
              </a:ext>
            </a:extLst>
          </p:cNvPr>
          <p:cNvGraphicFramePr>
            <a:graphicFrameLocks noGrp="1"/>
          </p:cNvGraphicFramePr>
          <p:nvPr>
            <p:ph idx="1"/>
            <p:extLst>
              <p:ext uri="{D42A27DB-BD31-4B8C-83A1-F6EECF244321}">
                <p14:modId xmlns:p14="http://schemas.microsoft.com/office/powerpoint/2010/main" val="61044494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feld 6">
            <a:extLst>
              <a:ext uri="{FF2B5EF4-FFF2-40B4-BE49-F238E27FC236}">
                <a16:creationId xmlns:a16="http://schemas.microsoft.com/office/drawing/2014/main" id="{EEBE7778-A31D-F462-6AB5-30521EB4DA76}"/>
              </a:ext>
            </a:extLst>
          </p:cNvPr>
          <p:cNvSpPr txBox="1"/>
          <p:nvPr/>
        </p:nvSpPr>
        <p:spPr>
          <a:xfrm>
            <a:off x="838200" y="6021594"/>
            <a:ext cx="9459193" cy="369332"/>
          </a:xfrm>
          <a:prstGeom prst="rect">
            <a:avLst/>
          </a:prstGeom>
          <a:noFill/>
        </p:spPr>
        <p:txBody>
          <a:bodyPr wrap="none" rtlCol="0">
            <a:spAutoFit/>
          </a:bodyPr>
          <a:lstStyle/>
          <a:p>
            <a:r>
              <a:rPr lang="de-DE" dirty="0">
                <a:highlight>
                  <a:srgbClr val="FFFF00"/>
                </a:highlight>
              </a:rPr>
              <a:t>Ein Integration Flow transportiert Nachrichten nicht nur – er bereitet sie für das Zielsystem auf.</a:t>
            </a:r>
          </a:p>
        </p:txBody>
      </p:sp>
    </p:spTree>
    <p:extLst>
      <p:ext uri="{BB962C8B-B14F-4D97-AF65-F5344CB8AC3E}">
        <p14:creationId xmlns:p14="http://schemas.microsoft.com/office/powerpoint/2010/main" val="2787776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6B1C7A-F238-848D-A0F3-0F936822DC60}"/>
              </a:ext>
            </a:extLst>
          </p:cNvPr>
          <p:cNvSpPr>
            <a:spLocks noGrp="1"/>
          </p:cNvSpPr>
          <p:nvPr>
            <p:ph type="title"/>
          </p:nvPr>
        </p:nvSpPr>
        <p:spPr/>
        <p:txBody>
          <a:bodyPr/>
          <a:lstStyle/>
          <a:p>
            <a:r>
              <a:rPr lang="de-DE" dirty="0"/>
              <a:t>Eine Information, verschiedene Formate</a:t>
            </a:r>
          </a:p>
        </p:txBody>
      </p:sp>
      <p:sp>
        <p:nvSpPr>
          <p:cNvPr id="7" name="Textfeld 6">
            <a:extLst>
              <a:ext uri="{FF2B5EF4-FFF2-40B4-BE49-F238E27FC236}">
                <a16:creationId xmlns:a16="http://schemas.microsoft.com/office/drawing/2014/main" id="{F2DF0A81-70B4-06C1-5C4D-DB7ACA86234A}"/>
              </a:ext>
            </a:extLst>
          </p:cNvPr>
          <p:cNvSpPr txBox="1"/>
          <p:nvPr/>
        </p:nvSpPr>
        <p:spPr>
          <a:xfrm>
            <a:off x="838200" y="1941014"/>
            <a:ext cx="3240000" cy="369332"/>
          </a:xfrm>
          <a:prstGeom prst="rect">
            <a:avLst/>
          </a:prstGeom>
          <a:noFill/>
        </p:spPr>
        <p:txBody>
          <a:bodyPr wrap="square" rtlCol="0">
            <a:spAutoFit/>
          </a:bodyPr>
          <a:lstStyle/>
          <a:p>
            <a:r>
              <a:rPr lang="de-DE" b="1" dirty="0"/>
              <a:t>JSON</a:t>
            </a:r>
          </a:p>
        </p:txBody>
      </p:sp>
      <p:sp>
        <p:nvSpPr>
          <p:cNvPr id="9" name="Textfeld 8">
            <a:extLst>
              <a:ext uri="{FF2B5EF4-FFF2-40B4-BE49-F238E27FC236}">
                <a16:creationId xmlns:a16="http://schemas.microsoft.com/office/drawing/2014/main" id="{E439B551-7B12-61C5-00B9-00F43C9BDDF5}"/>
              </a:ext>
            </a:extLst>
          </p:cNvPr>
          <p:cNvSpPr txBox="1"/>
          <p:nvPr/>
        </p:nvSpPr>
        <p:spPr>
          <a:xfrm>
            <a:off x="4290060" y="1941014"/>
            <a:ext cx="3240000" cy="369332"/>
          </a:xfrm>
          <a:prstGeom prst="rect">
            <a:avLst/>
          </a:prstGeom>
          <a:noFill/>
        </p:spPr>
        <p:txBody>
          <a:bodyPr wrap="square" rtlCol="0">
            <a:spAutoFit/>
          </a:bodyPr>
          <a:lstStyle/>
          <a:p>
            <a:r>
              <a:rPr lang="de-DE" b="1" dirty="0"/>
              <a:t>XML</a:t>
            </a:r>
          </a:p>
        </p:txBody>
      </p:sp>
      <p:sp>
        <p:nvSpPr>
          <p:cNvPr id="11" name="Textfeld 10">
            <a:extLst>
              <a:ext uri="{FF2B5EF4-FFF2-40B4-BE49-F238E27FC236}">
                <a16:creationId xmlns:a16="http://schemas.microsoft.com/office/drawing/2014/main" id="{B61773C3-E1D1-5345-427A-F2BE5868FE15}"/>
              </a:ext>
            </a:extLst>
          </p:cNvPr>
          <p:cNvSpPr txBox="1"/>
          <p:nvPr/>
        </p:nvSpPr>
        <p:spPr>
          <a:xfrm>
            <a:off x="7741920" y="1941014"/>
            <a:ext cx="3240000" cy="369332"/>
          </a:xfrm>
          <a:prstGeom prst="rect">
            <a:avLst/>
          </a:prstGeom>
          <a:noFill/>
        </p:spPr>
        <p:txBody>
          <a:bodyPr wrap="square" rtlCol="0">
            <a:spAutoFit/>
          </a:bodyPr>
          <a:lstStyle/>
          <a:p>
            <a:r>
              <a:rPr lang="de-DE" b="1" dirty="0"/>
              <a:t>CSV</a:t>
            </a:r>
          </a:p>
        </p:txBody>
      </p:sp>
      <p:sp>
        <p:nvSpPr>
          <p:cNvPr id="13" name="Textfeld 12">
            <a:extLst>
              <a:ext uri="{FF2B5EF4-FFF2-40B4-BE49-F238E27FC236}">
                <a16:creationId xmlns:a16="http://schemas.microsoft.com/office/drawing/2014/main" id="{BCF15FB3-2F6D-F35A-CFED-8A87E4B8230C}"/>
              </a:ext>
            </a:extLst>
          </p:cNvPr>
          <p:cNvSpPr txBox="1"/>
          <p:nvPr/>
        </p:nvSpPr>
        <p:spPr>
          <a:xfrm>
            <a:off x="838200" y="4882896"/>
            <a:ext cx="3240000" cy="646331"/>
          </a:xfrm>
          <a:prstGeom prst="rect">
            <a:avLst/>
          </a:prstGeom>
          <a:noFill/>
        </p:spPr>
        <p:txBody>
          <a:bodyPr wrap="square" rtlCol="0">
            <a:spAutoFit/>
          </a:bodyPr>
          <a:lstStyle/>
          <a:p>
            <a:r>
              <a:rPr lang="de-DE" dirty="0"/>
              <a:t>Kompakt, gut für REST-Schnittstellen geeignet</a:t>
            </a:r>
          </a:p>
        </p:txBody>
      </p:sp>
      <p:sp>
        <p:nvSpPr>
          <p:cNvPr id="15" name="Textfeld 14">
            <a:extLst>
              <a:ext uri="{FF2B5EF4-FFF2-40B4-BE49-F238E27FC236}">
                <a16:creationId xmlns:a16="http://schemas.microsoft.com/office/drawing/2014/main" id="{E71FF206-11D3-28C1-C34C-E5B8D5C13599}"/>
              </a:ext>
            </a:extLst>
          </p:cNvPr>
          <p:cNvSpPr txBox="1"/>
          <p:nvPr/>
        </p:nvSpPr>
        <p:spPr>
          <a:xfrm>
            <a:off x="4290060" y="4866394"/>
            <a:ext cx="3240000" cy="646331"/>
          </a:xfrm>
          <a:prstGeom prst="rect">
            <a:avLst/>
          </a:prstGeom>
          <a:noFill/>
        </p:spPr>
        <p:txBody>
          <a:bodyPr wrap="square" rtlCol="0">
            <a:spAutoFit/>
          </a:bodyPr>
          <a:lstStyle/>
          <a:p>
            <a:r>
              <a:rPr lang="de-DE" dirty="0"/>
              <a:t>Hierarchisch und durch XSD beschreibbar</a:t>
            </a:r>
          </a:p>
        </p:txBody>
      </p:sp>
      <p:sp>
        <p:nvSpPr>
          <p:cNvPr id="17" name="Textfeld 16">
            <a:extLst>
              <a:ext uri="{FF2B5EF4-FFF2-40B4-BE49-F238E27FC236}">
                <a16:creationId xmlns:a16="http://schemas.microsoft.com/office/drawing/2014/main" id="{A71CDAB7-5BE9-6309-17A5-02907FCD375B}"/>
              </a:ext>
            </a:extLst>
          </p:cNvPr>
          <p:cNvSpPr txBox="1"/>
          <p:nvPr/>
        </p:nvSpPr>
        <p:spPr>
          <a:xfrm>
            <a:off x="7741920" y="4866393"/>
            <a:ext cx="3240000" cy="646331"/>
          </a:xfrm>
          <a:prstGeom prst="rect">
            <a:avLst/>
          </a:prstGeom>
          <a:noFill/>
        </p:spPr>
        <p:txBody>
          <a:bodyPr wrap="square" rtlCol="0">
            <a:spAutoFit/>
          </a:bodyPr>
          <a:lstStyle/>
          <a:p>
            <a:r>
              <a:rPr lang="de-DE" dirty="0"/>
              <a:t>Einfaches Tabellenformat ohne Hierarchie</a:t>
            </a:r>
          </a:p>
        </p:txBody>
      </p:sp>
      <p:pic>
        <p:nvPicPr>
          <p:cNvPr id="19" name="Grafik 18">
            <a:extLst>
              <a:ext uri="{FF2B5EF4-FFF2-40B4-BE49-F238E27FC236}">
                <a16:creationId xmlns:a16="http://schemas.microsoft.com/office/drawing/2014/main" id="{4AFDED8C-DE89-27D6-5327-1BB45F38A437}"/>
              </a:ext>
            </a:extLst>
          </p:cNvPr>
          <p:cNvPicPr>
            <a:picLocks noChangeAspect="1"/>
          </p:cNvPicPr>
          <p:nvPr/>
        </p:nvPicPr>
        <p:blipFill>
          <a:blip r:embed="rId3"/>
          <a:stretch>
            <a:fillRect/>
          </a:stretch>
        </p:blipFill>
        <p:spPr>
          <a:xfrm>
            <a:off x="7741920" y="2578131"/>
            <a:ext cx="3240000" cy="529244"/>
          </a:xfrm>
          <a:prstGeom prst="rect">
            <a:avLst/>
          </a:prstGeom>
        </p:spPr>
      </p:pic>
      <p:pic>
        <p:nvPicPr>
          <p:cNvPr id="21" name="Grafik 20">
            <a:extLst>
              <a:ext uri="{FF2B5EF4-FFF2-40B4-BE49-F238E27FC236}">
                <a16:creationId xmlns:a16="http://schemas.microsoft.com/office/drawing/2014/main" id="{46308DA1-EE66-BB50-B3F7-29CF673D077F}"/>
              </a:ext>
            </a:extLst>
          </p:cNvPr>
          <p:cNvPicPr>
            <a:picLocks noChangeAspect="1"/>
          </p:cNvPicPr>
          <p:nvPr/>
        </p:nvPicPr>
        <p:blipFill>
          <a:blip r:embed="rId4"/>
          <a:stretch>
            <a:fillRect/>
          </a:stretch>
        </p:blipFill>
        <p:spPr>
          <a:xfrm>
            <a:off x="4290061" y="2578132"/>
            <a:ext cx="3232680" cy="1518380"/>
          </a:xfrm>
          <a:prstGeom prst="rect">
            <a:avLst/>
          </a:prstGeom>
        </p:spPr>
      </p:pic>
      <p:pic>
        <p:nvPicPr>
          <p:cNvPr id="23" name="Grafik 22">
            <a:extLst>
              <a:ext uri="{FF2B5EF4-FFF2-40B4-BE49-F238E27FC236}">
                <a16:creationId xmlns:a16="http://schemas.microsoft.com/office/drawing/2014/main" id="{69537E75-1B9E-6714-4BF3-315F5E8ADC0C}"/>
              </a:ext>
            </a:extLst>
          </p:cNvPr>
          <p:cNvPicPr>
            <a:picLocks noChangeAspect="1"/>
          </p:cNvPicPr>
          <p:nvPr/>
        </p:nvPicPr>
        <p:blipFill>
          <a:blip r:embed="rId5"/>
          <a:stretch>
            <a:fillRect/>
          </a:stretch>
        </p:blipFill>
        <p:spPr>
          <a:xfrm>
            <a:off x="838199" y="2578131"/>
            <a:ext cx="3238231" cy="1409446"/>
          </a:xfrm>
          <a:prstGeom prst="rect">
            <a:avLst/>
          </a:prstGeom>
        </p:spPr>
      </p:pic>
      <p:sp>
        <p:nvSpPr>
          <p:cNvPr id="25" name="Textfeld 24">
            <a:extLst>
              <a:ext uri="{FF2B5EF4-FFF2-40B4-BE49-F238E27FC236}">
                <a16:creationId xmlns:a16="http://schemas.microsoft.com/office/drawing/2014/main" id="{0EBBE6D2-84A0-1705-C0A4-091E8C7FCBF8}"/>
              </a:ext>
            </a:extLst>
          </p:cNvPr>
          <p:cNvSpPr txBox="1"/>
          <p:nvPr/>
        </p:nvSpPr>
        <p:spPr>
          <a:xfrm>
            <a:off x="838200" y="6021594"/>
            <a:ext cx="7745390" cy="369332"/>
          </a:xfrm>
          <a:prstGeom prst="rect">
            <a:avLst/>
          </a:prstGeom>
          <a:noFill/>
        </p:spPr>
        <p:txBody>
          <a:bodyPr wrap="none" rtlCol="0">
            <a:spAutoFit/>
          </a:bodyPr>
          <a:lstStyle/>
          <a:p>
            <a:r>
              <a:rPr lang="de-DE" dirty="0">
                <a:highlight>
                  <a:srgbClr val="FFFF00"/>
                </a:highlight>
              </a:rPr>
              <a:t>Inhalt und Format sind zwei unterschiedliche Eigenschaften einer Nachricht.</a:t>
            </a:r>
          </a:p>
        </p:txBody>
      </p:sp>
    </p:spTree>
    <p:extLst>
      <p:ext uri="{BB962C8B-B14F-4D97-AF65-F5344CB8AC3E}">
        <p14:creationId xmlns:p14="http://schemas.microsoft.com/office/powerpoint/2010/main" val="3472441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23A146-8337-3CFF-34D7-4D4196310F19}"/>
              </a:ext>
            </a:extLst>
          </p:cNvPr>
          <p:cNvSpPr>
            <a:spLocks noGrp="1"/>
          </p:cNvSpPr>
          <p:nvPr>
            <p:ph type="title"/>
          </p:nvPr>
        </p:nvSpPr>
        <p:spPr/>
        <p:txBody>
          <a:bodyPr/>
          <a:lstStyle/>
          <a:p>
            <a:r>
              <a:rPr lang="de-DE" dirty="0"/>
              <a:t>Converter oder Mapping?</a:t>
            </a:r>
          </a:p>
        </p:txBody>
      </p:sp>
      <p:graphicFrame>
        <p:nvGraphicFramePr>
          <p:cNvPr id="4" name="Inhaltsplatzhalter 3">
            <a:extLst>
              <a:ext uri="{FF2B5EF4-FFF2-40B4-BE49-F238E27FC236}">
                <a16:creationId xmlns:a16="http://schemas.microsoft.com/office/drawing/2014/main" id="{87AA5051-B987-9382-C901-D929A31BC895}"/>
              </a:ext>
            </a:extLst>
          </p:cNvPr>
          <p:cNvGraphicFramePr>
            <a:graphicFrameLocks noGrp="1"/>
          </p:cNvGraphicFramePr>
          <p:nvPr>
            <p:ph idx="1"/>
            <p:extLst>
              <p:ext uri="{D42A27DB-BD31-4B8C-83A1-F6EECF244321}">
                <p14:modId xmlns:p14="http://schemas.microsoft.com/office/powerpoint/2010/main" val="805672552"/>
              </p:ext>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30325096"/>
                    </a:ext>
                  </a:extLst>
                </a:gridCol>
                <a:gridCol w="5257800">
                  <a:extLst>
                    <a:ext uri="{9D8B030D-6E8A-4147-A177-3AD203B41FA5}">
                      <a16:colId xmlns:a16="http://schemas.microsoft.com/office/drawing/2014/main" val="3503575663"/>
                    </a:ext>
                  </a:extLst>
                </a:gridCol>
              </a:tblGrid>
              <a:tr h="370840">
                <a:tc>
                  <a:txBody>
                    <a:bodyPr/>
                    <a:lstStyle/>
                    <a:p>
                      <a:r>
                        <a:rPr lang="de-DE" dirty="0"/>
                        <a:t>Converter</a:t>
                      </a:r>
                    </a:p>
                  </a:txBody>
                  <a:tcPr/>
                </a:tc>
                <a:tc>
                  <a:txBody>
                    <a:bodyPr/>
                    <a:lstStyle/>
                    <a:p>
                      <a:r>
                        <a:rPr lang="de-DE" dirty="0"/>
                        <a:t>Mapping</a:t>
                      </a:r>
                    </a:p>
                  </a:txBody>
                  <a:tcPr/>
                </a:tc>
                <a:extLst>
                  <a:ext uri="{0D108BD9-81ED-4DB2-BD59-A6C34878D82A}">
                    <a16:rowId xmlns:a16="http://schemas.microsoft.com/office/drawing/2014/main" val="4292502167"/>
                  </a:ext>
                </a:extLst>
              </a:tr>
              <a:tr h="370840">
                <a:tc>
                  <a:txBody>
                    <a:bodyPr/>
                    <a:lstStyle/>
                    <a:p>
                      <a:r>
                        <a:rPr lang="de-DE" dirty="0"/>
                        <a:t>Ändert das Datenformat</a:t>
                      </a:r>
                    </a:p>
                  </a:txBody>
                  <a:tcPr/>
                </a:tc>
                <a:tc>
                  <a:txBody>
                    <a:bodyPr/>
                    <a:lstStyle/>
                    <a:p>
                      <a:r>
                        <a:rPr lang="de-DE" dirty="0"/>
                        <a:t>Ändert die Datenstruktur</a:t>
                      </a:r>
                    </a:p>
                  </a:txBody>
                  <a:tcPr/>
                </a:tc>
                <a:extLst>
                  <a:ext uri="{0D108BD9-81ED-4DB2-BD59-A6C34878D82A}">
                    <a16:rowId xmlns:a16="http://schemas.microsoft.com/office/drawing/2014/main" val="3835712053"/>
                  </a:ext>
                </a:extLst>
              </a:tr>
              <a:tr h="370840">
                <a:tc>
                  <a:txBody>
                    <a:bodyPr/>
                    <a:lstStyle/>
                    <a:p>
                      <a:r>
                        <a:rPr lang="de-DE" dirty="0"/>
                        <a:t>Inhalt bleibt fachlich weitgehend gleich</a:t>
                      </a:r>
                    </a:p>
                  </a:txBody>
                  <a:tcPr/>
                </a:tc>
                <a:tc>
                  <a:txBody>
                    <a:bodyPr/>
                    <a:lstStyle/>
                    <a:p>
                      <a:r>
                        <a:rPr lang="de-DE" dirty="0"/>
                        <a:t>Quell- und Zielmodell können unterschiedlich sein</a:t>
                      </a:r>
                    </a:p>
                  </a:txBody>
                  <a:tcPr/>
                </a:tc>
                <a:extLst>
                  <a:ext uri="{0D108BD9-81ED-4DB2-BD59-A6C34878D82A}">
                    <a16:rowId xmlns:a16="http://schemas.microsoft.com/office/drawing/2014/main" val="3740500497"/>
                  </a:ext>
                </a:extLst>
              </a:tr>
              <a:tr h="370840">
                <a:tc>
                  <a:txBody>
                    <a:bodyPr/>
                    <a:lstStyle/>
                    <a:p>
                      <a:r>
                        <a:rPr lang="de-DE" dirty="0"/>
                        <a:t>JSON -&gt; XML</a:t>
                      </a:r>
                    </a:p>
                  </a:txBody>
                  <a:tcPr/>
                </a:tc>
                <a:tc>
                  <a:txBody>
                    <a:bodyPr/>
                    <a:lstStyle/>
                    <a:p>
                      <a:r>
                        <a:rPr lang="de-DE" dirty="0" err="1"/>
                        <a:t>orderId</a:t>
                      </a:r>
                      <a:r>
                        <a:rPr lang="de-DE" dirty="0"/>
                        <a:t> -&gt; </a:t>
                      </a:r>
                      <a:r>
                        <a:rPr lang="de-DE" dirty="0" err="1"/>
                        <a:t>ExternalOrderId</a:t>
                      </a:r>
                      <a:endParaRPr lang="de-DE" dirty="0"/>
                    </a:p>
                  </a:txBody>
                  <a:tcPr/>
                </a:tc>
                <a:extLst>
                  <a:ext uri="{0D108BD9-81ED-4DB2-BD59-A6C34878D82A}">
                    <a16:rowId xmlns:a16="http://schemas.microsoft.com/office/drawing/2014/main" val="1541287951"/>
                  </a:ext>
                </a:extLst>
              </a:tr>
              <a:tr h="370840">
                <a:tc>
                  <a:txBody>
                    <a:bodyPr/>
                    <a:lstStyle/>
                    <a:p>
                      <a:r>
                        <a:rPr lang="de-DE" dirty="0"/>
                        <a:t>CSV -&gt; XML</a:t>
                      </a:r>
                    </a:p>
                  </a:txBody>
                  <a:tcPr/>
                </a:tc>
                <a:tc>
                  <a:txBody>
                    <a:bodyPr/>
                    <a:lstStyle/>
                    <a:p>
                      <a:r>
                        <a:rPr lang="de-DE" dirty="0"/>
                        <a:t>Vor- und Nachname -&gt; Kundenname</a:t>
                      </a:r>
                    </a:p>
                  </a:txBody>
                  <a:tcPr/>
                </a:tc>
                <a:extLst>
                  <a:ext uri="{0D108BD9-81ED-4DB2-BD59-A6C34878D82A}">
                    <a16:rowId xmlns:a16="http://schemas.microsoft.com/office/drawing/2014/main" val="2186234816"/>
                  </a:ext>
                </a:extLst>
              </a:tr>
              <a:tr h="370840">
                <a:tc>
                  <a:txBody>
                    <a:bodyPr/>
                    <a:lstStyle/>
                    <a:p>
                      <a:r>
                        <a:rPr lang="de-DE" dirty="0"/>
                        <a:t>XML -&gt; JSON</a:t>
                      </a:r>
                    </a:p>
                  </a:txBody>
                  <a:tcPr/>
                </a:tc>
                <a:tc>
                  <a:txBody>
                    <a:bodyPr/>
                    <a:lstStyle/>
                    <a:p>
                      <a:r>
                        <a:rPr lang="de-DE" dirty="0"/>
                        <a:t>Code oder Wert umrechnen</a:t>
                      </a:r>
                    </a:p>
                  </a:txBody>
                  <a:tcPr/>
                </a:tc>
                <a:extLst>
                  <a:ext uri="{0D108BD9-81ED-4DB2-BD59-A6C34878D82A}">
                    <a16:rowId xmlns:a16="http://schemas.microsoft.com/office/drawing/2014/main" val="3508890885"/>
                  </a:ext>
                </a:extLst>
              </a:tr>
              <a:tr h="370840">
                <a:tc>
                  <a:txBody>
                    <a:bodyPr/>
                    <a:lstStyle/>
                    <a:p>
                      <a:r>
                        <a:rPr lang="de-DE" dirty="0"/>
                        <a:t>Benötigt Formatregeln oder Schema</a:t>
                      </a:r>
                    </a:p>
                  </a:txBody>
                  <a:tcPr/>
                </a:tc>
                <a:tc>
                  <a:txBody>
                    <a:bodyPr/>
                    <a:lstStyle/>
                    <a:p>
                      <a:r>
                        <a:rPr lang="de-DE" dirty="0"/>
                        <a:t>Benötigt Quell- und Zielstruktur</a:t>
                      </a:r>
                    </a:p>
                  </a:txBody>
                  <a:tcPr/>
                </a:tc>
                <a:extLst>
                  <a:ext uri="{0D108BD9-81ED-4DB2-BD59-A6C34878D82A}">
                    <a16:rowId xmlns:a16="http://schemas.microsoft.com/office/drawing/2014/main" val="205981573"/>
                  </a:ext>
                </a:extLst>
              </a:tr>
            </a:tbl>
          </a:graphicData>
        </a:graphic>
      </p:graphicFrame>
      <p:sp>
        <p:nvSpPr>
          <p:cNvPr id="6" name="Textfeld 5">
            <a:extLst>
              <a:ext uri="{FF2B5EF4-FFF2-40B4-BE49-F238E27FC236}">
                <a16:creationId xmlns:a16="http://schemas.microsoft.com/office/drawing/2014/main" id="{F9C78543-26D2-61CC-2C6B-B3E00E53B22C}"/>
              </a:ext>
            </a:extLst>
          </p:cNvPr>
          <p:cNvSpPr txBox="1"/>
          <p:nvPr/>
        </p:nvSpPr>
        <p:spPr>
          <a:xfrm>
            <a:off x="838200" y="6021594"/>
            <a:ext cx="8016169" cy="369332"/>
          </a:xfrm>
          <a:prstGeom prst="rect">
            <a:avLst/>
          </a:prstGeom>
          <a:noFill/>
        </p:spPr>
        <p:txBody>
          <a:bodyPr wrap="none" rtlCol="0">
            <a:spAutoFit/>
          </a:bodyPr>
          <a:lstStyle/>
          <a:p>
            <a:r>
              <a:rPr lang="de-DE" dirty="0">
                <a:highlight>
                  <a:srgbClr val="FFFF00"/>
                </a:highlight>
              </a:rPr>
              <a:t>Ein Converter ändert die Verpackung – ein Mapping übersetzt das Datenmodell.</a:t>
            </a:r>
          </a:p>
        </p:txBody>
      </p:sp>
    </p:spTree>
    <p:extLst>
      <p:ext uri="{BB962C8B-B14F-4D97-AF65-F5344CB8AC3E}">
        <p14:creationId xmlns:p14="http://schemas.microsoft.com/office/powerpoint/2010/main" val="1521123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202FBF-3F05-F11D-1656-639C924335BB}"/>
              </a:ext>
            </a:extLst>
          </p:cNvPr>
          <p:cNvSpPr>
            <a:spLocks noGrp="1"/>
          </p:cNvSpPr>
          <p:nvPr>
            <p:ph type="title"/>
          </p:nvPr>
        </p:nvSpPr>
        <p:spPr/>
        <p:txBody>
          <a:bodyPr/>
          <a:lstStyle/>
          <a:p>
            <a:r>
              <a:rPr lang="de-DE" dirty="0"/>
              <a:t> Bausteine der Nachrichtenverarbeitung</a:t>
            </a:r>
          </a:p>
        </p:txBody>
      </p:sp>
      <p:graphicFrame>
        <p:nvGraphicFramePr>
          <p:cNvPr id="4" name="Inhaltsplatzhalter 3">
            <a:extLst>
              <a:ext uri="{FF2B5EF4-FFF2-40B4-BE49-F238E27FC236}">
                <a16:creationId xmlns:a16="http://schemas.microsoft.com/office/drawing/2014/main" id="{35E688E0-2E99-7860-A22F-E2A2DB780B49}"/>
              </a:ext>
            </a:extLst>
          </p:cNvPr>
          <p:cNvGraphicFramePr>
            <a:graphicFrameLocks noGrp="1"/>
          </p:cNvGraphicFramePr>
          <p:nvPr>
            <p:ph idx="1"/>
            <p:extLst>
              <p:ext uri="{D42A27DB-BD31-4B8C-83A1-F6EECF244321}">
                <p14:modId xmlns:p14="http://schemas.microsoft.com/office/powerpoint/2010/main" val="3092736018"/>
              </p:ext>
            </p:extLst>
          </p:nvPr>
        </p:nvGraphicFramePr>
        <p:xfrm>
          <a:off x="838200" y="1825625"/>
          <a:ext cx="10515600" cy="22250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490479388"/>
                    </a:ext>
                  </a:extLst>
                </a:gridCol>
                <a:gridCol w="5257800">
                  <a:extLst>
                    <a:ext uri="{9D8B030D-6E8A-4147-A177-3AD203B41FA5}">
                      <a16:colId xmlns:a16="http://schemas.microsoft.com/office/drawing/2014/main" val="2845508011"/>
                    </a:ext>
                  </a:extLst>
                </a:gridCol>
              </a:tblGrid>
              <a:tr h="370840">
                <a:tc>
                  <a:txBody>
                    <a:bodyPr/>
                    <a:lstStyle/>
                    <a:p>
                      <a:r>
                        <a:rPr lang="de-DE" dirty="0"/>
                        <a:t>Baustein</a:t>
                      </a:r>
                    </a:p>
                  </a:txBody>
                  <a:tcPr/>
                </a:tc>
                <a:tc>
                  <a:txBody>
                    <a:bodyPr/>
                    <a:lstStyle/>
                    <a:p>
                      <a:r>
                        <a:rPr lang="de-DE" dirty="0"/>
                        <a:t>Typische Aufgabe</a:t>
                      </a:r>
                    </a:p>
                  </a:txBody>
                  <a:tcPr/>
                </a:tc>
                <a:extLst>
                  <a:ext uri="{0D108BD9-81ED-4DB2-BD59-A6C34878D82A}">
                    <a16:rowId xmlns:a16="http://schemas.microsoft.com/office/drawing/2014/main" val="3465723848"/>
                  </a:ext>
                </a:extLst>
              </a:tr>
              <a:tr h="370840">
                <a:tc>
                  <a:txBody>
                    <a:bodyPr/>
                    <a:lstStyle/>
                    <a:p>
                      <a:r>
                        <a:rPr lang="de-DE" dirty="0"/>
                        <a:t>Content </a:t>
                      </a:r>
                      <a:r>
                        <a:rPr lang="de-DE" dirty="0" err="1"/>
                        <a:t>Modifier</a:t>
                      </a:r>
                      <a:endParaRPr lang="de-DE" dirty="0"/>
                    </a:p>
                  </a:txBody>
                  <a:tcPr/>
                </a:tc>
                <a:tc>
                  <a:txBody>
                    <a:bodyPr/>
                    <a:lstStyle/>
                    <a:p>
                      <a:r>
                        <a:rPr lang="de-DE" dirty="0"/>
                        <a:t>Body, Header und Exchange Properties setzen</a:t>
                      </a:r>
                    </a:p>
                  </a:txBody>
                  <a:tcPr/>
                </a:tc>
                <a:extLst>
                  <a:ext uri="{0D108BD9-81ED-4DB2-BD59-A6C34878D82A}">
                    <a16:rowId xmlns:a16="http://schemas.microsoft.com/office/drawing/2014/main" val="2768475708"/>
                  </a:ext>
                </a:extLst>
              </a:tr>
              <a:tr h="370840">
                <a:tc>
                  <a:txBody>
                    <a:bodyPr/>
                    <a:lstStyle/>
                    <a:p>
                      <a:r>
                        <a:rPr lang="de-DE" dirty="0"/>
                        <a:t>Converter</a:t>
                      </a:r>
                    </a:p>
                  </a:txBody>
                  <a:tcPr/>
                </a:tc>
                <a:tc>
                  <a:txBody>
                    <a:bodyPr/>
                    <a:lstStyle/>
                    <a:p>
                      <a:r>
                        <a:rPr lang="de-DE" dirty="0"/>
                        <a:t>JSON, XML oder CSV ineinander überführen</a:t>
                      </a:r>
                    </a:p>
                  </a:txBody>
                  <a:tcPr/>
                </a:tc>
                <a:extLst>
                  <a:ext uri="{0D108BD9-81ED-4DB2-BD59-A6C34878D82A}">
                    <a16:rowId xmlns:a16="http://schemas.microsoft.com/office/drawing/2014/main" val="519518258"/>
                  </a:ext>
                </a:extLst>
              </a:tr>
              <a:tr h="370840">
                <a:tc>
                  <a:txBody>
                    <a:bodyPr/>
                    <a:lstStyle/>
                    <a:p>
                      <a:r>
                        <a:rPr lang="de-DE" dirty="0" err="1"/>
                        <a:t>Validator</a:t>
                      </a:r>
                      <a:endParaRPr lang="de-DE" dirty="0"/>
                    </a:p>
                  </a:txBody>
                  <a:tcPr/>
                </a:tc>
                <a:tc>
                  <a:txBody>
                    <a:bodyPr/>
                    <a:lstStyle/>
                    <a:p>
                      <a:r>
                        <a:rPr lang="de-DE" dirty="0"/>
                        <a:t>XML-Nachricht gegen ein XSD prüfen</a:t>
                      </a:r>
                    </a:p>
                  </a:txBody>
                  <a:tcPr/>
                </a:tc>
                <a:extLst>
                  <a:ext uri="{0D108BD9-81ED-4DB2-BD59-A6C34878D82A}">
                    <a16:rowId xmlns:a16="http://schemas.microsoft.com/office/drawing/2014/main" val="2734122978"/>
                  </a:ext>
                </a:extLst>
              </a:tr>
              <a:tr h="370840">
                <a:tc>
                  <a:txBody>
                    <a:bodyPr/>
                    <a:lstStyle/>
                    <a:p>
                      <a:r>
                        <a:rPr lang="de-DE" dirty="0"/>
                        <a:t>Message Mapping</a:t>
                      </a:r>
                    </a:p>
                  </a:txBody>
                  <a:tcPr/>
                </a:tc>
                <a:tc>
                  <a:txBody>
                    <a:bodyPr/>
                    <a:lstStyle/>
                    <a:p>
                      <a:r>
                        <a:rPr lang="de-DE" dirty="0"/>
                        <a:t>Quellstruktur auf Zielstruktur abbilden</a:t>
                      </a:r>
                    </a:p>
                  </a:txBody>
                  <a:tcPr/>
                </a:tc>
                <a:extLst>
                  <a:ext uri="{0D108BD9-81ED-4DB2-BD59-A6C34878D82A}">
                    <a16:rowId xmlns:a16="http://schemas.microsoft.com/office/drawing/2014/main" val="3779515339"/>
                  </a:ext>
                </a:extLst>
              </a:tr>
              <a:tr h="370840">
                <a:tc>
                  <a:txBody>
                    <a:bodyPr/>
                    <a:lstStyle/>
                    <a:p>
                      <a:r>
                        <a:rPr lang="de-DE" dirty="0"/>
                        <a:t>Groovy </a:t>
                      </a:r>
                      <a:r>
                        <a:rPr lang="de-DE" dirty="0" err="1"/>
                        <a:t>Script</a:t>
                      </a:r>
                      <a:endParaRPr lang="de-DE" dirty="0"/>
                    </a:p>
                  </a:txBody>
                  <a:tcPr/>
                </a:tc>
                <a:tc>
                  <a:txBody>
                    <a:bodyPr/>
                    <a:lstStyle/>
                    <a:p>
                      <a:r>
                        <a:rPr lang="de-DE" dirty="0"/>
                        <a:t>individuelle Verarbeitung implementieren</a:t>
                      </a:r>
                    </a:p>
                  </a:txBody>
                  <a:tcPr/>
                </a:tc>
                <a:extLst>
                  <a:ext uri="{0D108BD9-81ED-4DB2-BD59-A6C34878D82A}">
                    <a16:rowId xmlns:a16="http://schemas.microsoft.com/office/drawing/2014/main" val="3032730939"/>
                  </a:ext>
                </a:extLst>
              </a:tr>
            </a:tbl>
          </a:graphicData>
        </a:graphic>
      </p:graphicFrame>
      <p:sp>
        <p:nvSpPr>
          <p:cNvPr id="6" name="Textfeld 5">
            <a:extLst>
              <a:ext uri="{FF2B5EF4-FFF2-40B4-BE49-F238E27FC236}">
                <a16:creationId xmlns:a16="http://schemas.microsoft.com/office/drawing/2014/main" id="{8AF45D95-7261-DDF4-4B42-65D4CEA4DF3E}"/>
              </a:ext>
            </a:extLst>
          </p:cNvPr>
          <p:cNvSpPr txBox="1"/>
          <p:nvPr/>
        </p:nvSpPr>
        <p:spPr>
          <a:xfrm>
            <a:off x="838200" y="6021594"/>
            <a:ext cx="8796126" cy="369332"/>
          </a:xfrm>
          <a:prstGeom prst="rect">
            <a:avLst/>
          </a:prstGeom>
          <a:noFill/>
        </p:spPr>
        <p:txBody>
          <a:bodyPr wrap="none" rtlCol="0">
            <a:spAutoFit/>
          </a:bodyPr>
          <a:lstStyle/>
          <a:p>
            <a:r>
              <a:rPr lang="de-DE" dirty="0">
                <a:highlight>
                  <a:srgbClr val="FFFF00"/>
                </a:highlight>
              </a:rPr>
              <a:t>Standardbausteine sind nachvollziehbarer und wartbarer als unnötiger Programmcode.</a:t>
            </a:r>
          </a:p>
        </p:txBody>
      </p:sp>
    </p:spTree>
    <p:extLst>
      <p:ext uri="{BB962C8B-B14F-4D97-AF65-F5344CB8AC3E}">
        <p14:creationId xmlns:p14="http://schemas.microsoft.com/office/powerpoint/2010/main" val="1998687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996C3B-E6FC-E26B-7BFD-4781FEE312BA}"/>
              </a:ext>
            </a:extLst>
          </p:cNvPr>
          <p:cNvSpPr>
            <a:spLocks noGrp="1"/>
          </p:cNvSpPr>
          <p:nvPr>
            <p:ph type="title"/>
          </p:nvPr>
        </p:nvSpPr>
        <p:spPr/>
        <p:txBody>
          <a:bodyPr/>
          <a:lstStyle/>
          <a:p>
            <a:r>
              <a:rPr lang="de-DE" dirty="0"/>
              <a:t>JSON für den </a:t>
            </a:r>
            <a:r>
              <a:rPr lang="de-DE" dirty="0" err="1"/>
              <a:t>OData</a:t>
            </a:r>
            <a:r>
              <a:rPr lang="de-DE" dirty="0"/>
              <a:t>-Adapter konvertieren</a:t>
            </a:r>
          </a:p>
        </p:txBody>
      </p:sp>
      <p:sp>
        <p:nvSpPr>
          <p:cNvPr id="6" name="Textplatzhalter 5">
            <a:extLst>
              <a:ext uri="{FF2B5EF4-FFF2-40B4-BE49-F238E27FC236}">
                <a16:creationId xmlns:a16="http://schemas.microsoft.com/office/drawing/2014/main" id="{CB8C3CEC-BBD3-4D0B-5563-391B0AB8BC95}"/>
              </a:ext>
            </a:extLst>
          </p:cNvPr>
          <p:cNvSpPr>
            <a:spLocks noGrp="1"/>
          </p:cNvSpPr>
          <p:nvPr>
            <p:ph type="body" idx="1"/>
          </p:nvPr>
        </p:nvSpPr>
        <p:spPr/>
        <p:txBody>
          <a:bodyPr/>
          <a:lstStyle/>
          <a:p>
            <a:r>
              <a:rPr lang="de-DE" dirty="0"/>
              <a:t>Ausgangssituation</a:t>
            </a:r>
          </a:p>
        </p:txBody>
      </p:sp>
      <p:sp>
        <p:nvSpPr>
          <p:cNvPr id="7" name="Inhaltsplatzhalter 6">
            <a:extLst>
              <a:ext uri="{FF2B5EF4-FFF2-40B4-BE49-F238E27FC236}">
                <a16:creationId xmlns:a16="http://schemas.microsoft.com/office/drawing/2014/main" id="{24FC2EE4-35C9-4C9C-AFCC-05C39D76521A}"/>
              </a:ext>
            </a:extLst>
          </p:cNvPr>
          <p:cNvSpPr>
            <a:spLocks noGrp="1"/>
          </p:cNvSpPr>
          <p:nvPr>
            <p:ph sz="half" idx="2"/>
          </p:nvPr>
        </p:nvSpPr>
        <p:spPr/>
        <p:txBody>
          <a:bodyPr>
            <a:normAutofit fontScale="92500" lnSpcReduction="10000"/>
          </a:bodyPr>
          <a:lstStyle/>
          <a:p>
            <a:r>
              <a:rPr lang="de-DE" dirty="0"/>
              <a:t>Ohne Converter</a:t>
            </a:r>
          </a:p>
          <a:p>
            <a:r>
              <a:rPr lang="de-DE" dirty="0"/>
              <a:t>Fehlermeldung:</a:t>
            </a:r>
            <a:br>
              <a:rPr lang="de-DE" dirty="0"/>
            </a:br>
            <a:r>
              <a:rPr lang="de-DE" dirty="0" err="1"/>
              <a:t>Unexpected</a:t>
            </a:r>
            <a:r>
              <a:rPr lang="de-DE" dirty="0"/>
              <a:t> </a:t>
            </a:r>
            <a:r>
              <a:rPr lang="de-DE" dirty="0" err="1"/>
              <a:t>character</a:t>
            </a:r>
            <a:r>
              <a:rPr lang="de-DE" dirty="0"/>
              <a:t> '{' (code 123) in </a:t>
            </a:r>
            <a:r>
              <a:rPr lang="de-DE" dirty="0" err="1"/>
              <a:t>prolog</a:t>
            </a:r>
            <a:endParaRPr lang="de-DE" dirty="0"/>
          </a:p>
          <a:p>
            <a:r>
              <a:rPr lang="de-DE" dirty="0"/>
              <a:t>Der Aufruf ist authentifiziert, aber das Nachrichtenformat ist falsch</a:t>
            </a:r>
          </a:p>
          <a:p>
            <a:pPr marL="0" indent="0">
              <a:buNone/>
            </a:pPr>
            <a:endParaRPr lang="de-DE" dirty="0"/>
          </a:p>
        </p:txBody>
      </p:sp>
      <p:sp>
        <p:nvSpPr>
          <p:cNvPr id="8" name="Textplatzhalter 7">
            <a:extLst>
              <a:ext uri="{FF2B5EF4-FFF2-40B4-BE49-F238E27FC236}">
                <a16:creationId xmlns:a16="http://schemas.microsoft.com/office/drawing/2014/main" id="{CDF05120-7191-AEF0-1214-56A76A4ADCF5}"/>
              </a:ext>
            </a:extLst>
          </p:cNvPr>
          <p:cNvSpPr>
            <a:spLocks noGrp="1"/>
          </p:cNvSpPr>
          <p:nvPr>
            <p:ph type="body" sz="quarter" idx="3"/>
          </p:nvPr>
        </p:nvSpPr>
        <p:spPr/>
        <p:txBody>
          <a:bodyPr/>
          <a:lstStyle/>
          <a:p>
            <a:r>
              <a:rPr lang="de-DE" dirty="0"/>
              <a:t>Lösung</a:t>
            </a:r>
          </a:p>
        </p:txBody>
      </p:sp>
      <p:sp>
        <p:nvSpPr>
          <p:cNvPr id="9" name="Inhaltsplatzhalter 8">
            <a:extLst>
              <a:ext uri="{FF2B5EF4-FFF2-40B4-BE49-F238E27FC236}">
                <a16:creationId xmlns:a16="http://schemas.microsoft.com/office/drawing/2014/main" id="{A92634B9-B423-607D-81B6-82B7F9F0E302}"/>
              </a:ext>
            </a:extLst>
          </p:cNvPr>
          <p:cNvSpPr>
            <a:spLocks noGrp="1"/>
          </p:cNvSpPr>
          <p:nvPr>
            <p:ph sz="quarter" idx="4"/>
          </p:nvPr>
        </p:nvSpPr>
        <p:spPr/>
        <p:txBody>
          <a:bodyPr>
            <a:normAutofit fontScale="92500" lnSpcReduction="10000"/>
          </a:bodyPr>
          <a:lstStyle/>
          <a:p>
            <a:r>
              <a:rPr lang="de-DE" dirty="0"/>
              <a:t>XSD für die Zielstruktur bereitstellen </a:t>
            </a:r>
          </a:p>
          <a:p>
            <a:r>
              <a:rPr lang="de-DE" dirty="0"/>
              <a:t>JSON-</a:t>
            </a:r>
            <a:r>
              <a:rPr lang="de-DE" dirty="0" err="1"/>
              <a:t>to</a:t>
            </a:r>
            <a:r>
              <a:rPr lang="de-DE" dirty="0"/>
              <a:t>-XML Converter einfügen </a:t>
            </a:r>
          </a:p>
          <a:p>
            <a:r>
              <a:rPr lang="de-DE" dirty="0"/>
              <a:t>XSD und Ausgangselement auswählen </a:t>
            </a:r>
          </a:p>
          <a:p>
            <a:r>
              <a:rPr lang="de-DE" dirty="0"/>
              <a:t>Integration Flow speichern und deployen </a:t>
            </a:r>
          </a:p>
          <a:p>
            <a:r>
              <a:rPr lang="de-DE" dirty="0"/>
              <a:t>Nachricht erneut senden </a:t>
            </a:r>
          </a:p>
          <a:p>
            <a:r>
              <a:rPr lang="de-DE" dirty="0"/>
              <a:t>Ergebnis im Trace kontrollieren</a:t>
            </a:r>
          </a:p>
        </p:txBody>
      </p:sp>
    </p:spTree>
    <p:extLst>
      <p:ext uri="{BB962C8B-B14F-4D97-AF65-F5344CB8AC3E}">
        <p14:creationId xmlns:p14="http://schemas.microsoft.com/office/powerpoint/2010/main" val="863162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D0575E-897C-9CCC-A6E0-61A741E86C88}"/>
              </a:ext>
            </a:extLst>
          </p:cNvPr>
          <p:cNvSpPr>
            <a:spLocks noGrp="1"/>
          </p:cNvSpPr>
          <p:nvPr>
            <p:ph type="title"/>
          </p:nvPr>
        </p:nvSpPr>
        <p:spPr/>
        <p:txBody>
          <a:bodyPr/>
          <a:lstStyle/>
          <a:p>
            <a:r>
              <a:rPr lang="de-DE" dirty="0"/>
              <a:t>Mappings</a:t>
            </a:r>
          </a:p>
        </p:txBody>
      </p:sp>
      <p:sp>
        <p:nvSpPr>
          <p:cNvPr id="3" name="Inhaltsplatzhalter 2">
            <a:extLst>
              <a:ext uri="{FF2B5EF4-FFF2-40B4-BE49-F238E27FC236}">
                <a16:creationId xmlns:a16="http://schemas.microsoft.com/office/drawing/2014/main" id="{2E0E1A8C-3913-0C21-DA07-B9F181C5AEAE}"/>
              </a:ext>
            </a:extLst>
          </p:cNvPr>
          <p:cNvSpPr>
            <a:spLocks noGrp="1"/>
          </p:cNvSpPr>
          <p:nvPr>
            <p:ph idx="1"/>
          </p:nvPr>
        </p:nvSpPr>
        <p:spPr/>
        <p:txBody>
          <a:bodyPr/>
          <a:lstStyle/>
          <a:p>
            <a:r>
              <a:rPr lang="de-DE" dirty="0"/>
              <a:t>Message Mapping</a:t>
            </a:r>
          </a:p>
          <a:p>
            <a:r>
              <a:rPr lang="de-DE" dirty="0"/>
              <a:t>Value Mapping</a:t>
            </a:r>
          </a:p>
          <a:p>
            <a:r>
              <a:rPr lang="de-DE" dirty="0"/>
              <a:t>XSLT-Mapping</a:t>
            </a:r>
          </a:p>
          <a:p>
            <a:r>
              <a:rPr lang="de-DE" dirty="0"/>
              <a:t>Groovy-</a:t>
            </a:r>
            <a:r>
              <a:rPr lang="de-DE" dirty="0" err="1"/>
              <a:t>Script</a:t>
            </a:r>
            <a:endParaRPr lang="de-DE" dirty="0"/>
          </a:p>
        </p:txBody>
      </p:sp>
    </p:spTree>
    <p:extLst>
      <p:ext uri="{BB962C8B-B14F-4D97-AF65-F5344CB8AC3E}">
        <p14:creationId xmlns:p14="http://schemas.microsoft.com/office/powerpoint/2010/main" val="556855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7209A2-B142-650F-23BE-77E3FFBF7319}"/>
              </a:ext>
            </a:extLst>
          </p:cNvPr>
          <p:cNvSpPr>
            <a:spLocks noGrp="1"/>
          </p:cNvSpPr>
          <p:nvPr>
            <p:ph type="title"/>
          </p:nvPr>
        </p:nvSpPr>
        <p:spPr/>
        <p:txBody>
          <a:bodyPr/>
          <a:lstStyle/>
          <a:p>
            <a:r>
              <a:rPr lang="de-DE" dirty="0"/>
              <a:t>Sender und Empfänger verwenden unterschiedliche Datenmodelle</a:t>
            </a:r>
          </a:p>
        </p:txBody>
      </p:sp>
      <p:sp>
        <p:nvSpPr>
          <p:cNvPr id="4" name="Textplatzhalter 3">
            <a:extLst>
              <a:ext uri="{FF2B5EF4-FFF2-40B4-BE49-F238E27FC236}">
                <a16:creationId xmlns:a16="http://schemas.microsoft.com/office/drawing/2014/main" id="{66FC3D94-915D-AE19-6927-20EE8197A882}"/>
              </a:ext>
            </a:extLst>
          </p:cNvPr>
          <p:cNvSpPr>
            <a:spLocks noGrp="1"/>
          </p:cNvSpPr>
          <p:nvPr>
            <p:ph type="body" idx="1"/>
          </p:nvPr>
        </p:nvSpPr>
        <p:spPr/>
        <p:txBody>
          <a:bodyPr/>
          <a:lstStyle/>
          <a:p>
            <a:r>
              <a:rPr lang="de-DE" dirty="0"/>
              <a:t>Datenmodell des Webshops</a:t>
            </a:r>
          </a:p>
        </p:txBody>
      </p:sp>
      <p:sp>
        <p:nvSpPr>
          <p:cNvPr id="5" name="Inhaltsplatzhalter 4">
            <a:extLst>
              <a:ext uri="{FF2B5EF4-FFF2-40B4-BE49-F238E27FC236}">
                <a16:creationId xmlns:a16="http://schemas.microsoft.com/office/drawing/2014/main" id="{76E919D9-808F-2305-AB2C-CE9B1E97D2EE}"/>
              </a:ext>
            </a:extLst>
          </p:cNvPr>
          <p:cNvSpPr>
            <a:spLocks noGrp="1"/>
          </p:cNvSpPr>
          <p:nvPr>
            <p:ph sz="half" idx="2"/>
          </p:nvPr>
        </p:nvSpPr>
        <p:spPr/>
        <p:txBody>
          <a:bodyPr>
            <a:normAutofit fontScale="55000" lnSpcReduction="20000"/>
          </a:bodyPr>
          <a:lstStyle/>
          <a:p>
            <a:pPr marL="0" indent="0">
              <a:buNone/>
            </a:pPr>
            <a:r>
              <a:rPr lang="de-DE" dirty="0"/>
              <a:t>{</a:t>
            </a:r>
          </a:p>
          <a:p>
            <a:pPr marL="0" indent="0">
              <a:buNone/>
            </a:pPr>
            <a:r>
              <a:rPr lang="de-DE" dirty="0"/>
              <a:t>    "</a:t>
            </a:r>
            <a:r>
              <a:rPr lang="de-DE" dirty="0" err="1"/>
              <a:t>order</a:t>
            </a:r>
            <a:r>
              <a:rPr lang="de-DE" dirty="0"/>
              <a:t>": {</a:t>
            </a:r>
          </a:p>
          <a:p>
            <a:pPr marL="0" indent="0">
              <a:buNone/>
            </a:pPr>
            <a:r>
              <a:rPr lang="de-DE" dirty="0"/>
              <a:t>        "</a:t>
            </a:r>
            <a:r>
              <a:rPr lang="de-DE" dirty="0" err="1"/>
              <a:t>id</a:t>
            </a:r>
            <a:r>
              <a:rPr lang="de-DE" dirty="0"/>
              <a:t>": "</a:t>
            </a:r>
            <a:r>
              <a:rPr lang="de-DE" dirty="0">
                <a:solidFill>
                  <a:schemeClr val="accent6">
                    <a:lumMod val="50000"/>
                  </a:schemeClr>
                </a:solidFill>
              </a:rPr>
              <a:t>0815</a:t>
            </a:r>
            <a:r>
              <a:rPr lang="de-DE" dirty="0"/>
              <a:t>",</a:t>
            </a:r>
          </a:p>
          <a:p>
            <a:pPr marL="0" indent="0">
              <a:buNone/>
            </a:pPr>
            <a:r>
              <a:rPr lang="de-DE" dirty="0"/>
              <a:t>            "</a:t>
            </a:r>
            <a:r>
              <a:rPr lang="de-DE" dirty="0" err="1"/>
              <a:t>customer</a:t>
            </a:r>
            <a:r>
              <a:rPr lang="de-DE" dirty="0"/>
              <a:t>": {</a:t>
            </a:r>
          </a:p>
          <a:p>
            <a:pPr marL="0" indent="0">
              <a:buNone/>
            </a:pPr>
            <a:r>
              <a:rPr lang="de-DE" dirty="0"/>
              <a:t>                "</a:t>
            </a:r>
            <a:r>
              <a:rPr lang="de-DE" dirty="0" err="1"/>
              <a:t>name</a:t>
            </a:r>
            <a:r>
              <a:rPr lang="de-DE" dirty="0"/>
              <a:t>": "</a:t>
            </a:r>
            <a:r>
              <a:rPr lang="de-DE" dirty="0">
                <a:solidFill>
                  <a:schemeClr val="accent6">
                    <a:lumMod val="50000"/>
                  </a:schemeClr>
                </a:solidFill>
              </a:rPr>
              <a:t>Müller</a:t>
            </a:r>
            <a:r>
              <a:rPr lang="de-DE" dirty="0"/>
              <a:t>"</a:t>
            </a:r>
          </a:p>
          <a:p>
            <a:pPr marL="0" indent="0">
              <a:buNone/>
            </a:pPr>
            <a:r>
              <a:rPr lang="de-DE" dirty="0"/>
              <a:t>            },</a:t>
            </a:r>
          </a:p>
          <a:p>
            <a:pPr marL="0" indent="0">
              <a:buNone/>
            </a:pPr>
            <a:r>
              <a:rPr lang="de-DE" dirty="0"/>
              <a:t>            "total": {</a:t>
            </a:r>
          </a:p>
          <a:p>
            <a:pPr marL="0" indent="0">
              <a:buNone/>
            </a:pPr>
            <a:r>
              <a:rPr lang="de-DE" dirty="0"/>
              <a:t>                "</a:t>
            </a:r>
            <a:r>
              <a:rPr lang="de-DE" dirty="0" err="1"/>
              <a:t>amount</a:t>
            </a:r>
            <a:r>
              <a:rPr lang="de-DE" dirty="0"/>
              <a:t>": </a:t>
            </a:r>
            <a:r>
              <a:rPr lang="de-DE" dirty="0">
                <a:solidFill>
                  <a:srgbClr val="C00000"/>
                </a:solidFill>
              </a:rPr>
              <a:t>1299.00</a:t>
            </a:r>
            <a:r>
              <a:rPr lang="de-DE" dirty="0"/>
              <a:t>,</a:t>
            </a:r>
          </a:p>
          <a:p>
            <a:pPr marL="0" indent="0">
              <a:buNone/>
            </a:pPr>
            <a:r>
              <a:rPr lang="de-DE" dirty="0"/>
              <a:t>                "</a:t>
            </a:r>
            <a:r>
              <a:rPr lang="de-DE" dirty="0" err="1"/>
              <a:t>currency</a:t>
            </a:r>
            <a:r>
              <a:rPr lang="de-DE" dirty="0"/>
              <a:t>": "</a:t>
            </a:r>
            <a:r>
              <a:rPr lang="de-DE" dirty="0">
                <a:solidFill>
                  <a:schemeClr val="accent6">
                    <a:lumMod val="50000"/>
                  </a:schemeClr>
                </a:solidFill>
              </a:rPr>
              <a:t>EUR</a:t>
            </a:r>
            <a:r>
              <a:rPr lang="de-DE" dirty="0"/>
              <a:t>"</a:t>
            </a:r>
          </a:p>
          <a:p>
            <a:pPr marL="0" indent="0">
              <a:buNone/>
            </a:pPr>
            <a:r>
              <a:rPr lang="de-DE" dirty="0"/>
              <a:t>          }</a:t>
            </a:r>
          </a:p>
          <a:p>
            <a:pPr marL="0" indent="0">
              <a:buNone/>
            </a:pPr>
            <a:r>
              <a:rPr lang="de-DE" dirty="0"/>
              <a:t>      }</a:t>
            </a:r>
          </a:p>
          <a:p>
            <a:pPr marL="0" indent="0">
              <a:buNone/>
            </a:pPr>
            <a:r>
              <a:rPr lang="de-DE" dirty="0"/>
              <a:t>}</a:t>
            </a:r>
          </a:p>
        </p:txBody>
      </p:sp>
      <p:sp>
        <p:nvSpPr>
          <p:cNvPr id="6" name="Textplatzhalter 5">
            <a:extLst>
              <a:ext uri="{FF2B5EF4-FFF2-40B4-BE49-F238E27FC236}">
                <a16:creationId xmlns:a16="http://schemas.microsoft.com/office/drawing/2014/main" id="{988F5B24-B675-7D1E-6CE9-15D98DDB485F}"/>
              </a:ext>
            </a:extLst>
          </p:cNvPr>
          <p:cNvSpPr>
            <a:spLocks noGrp="1"/>
          </p:cNvSpPr>
          <p:nvPr>
            <p:ph type="body" sz="quarter" idx="3"/>
          </p:nvPr>
        </p:nvSpPr>
        <p:spPr/>
        <p:txBody>
          <a:bodyPr/>
          <a:lstStyle/>
          <a:p>
            <a:r>
              <a:rPr lang="de-DE" dirty="0"/>
              <a:t>Datenmodell des ABAP-Systems</a:t>
            </a:r>
          </a:p>
        </p:txBody>
      </p:sp>
      <p:sp>
        <p:nvSpPr>
          <p:cNvPr id="7" name="Inhaltsplatzhalter 6">
            <a:extLst>
              <a:ext uri="{FF2B5EF4-FFF2-40B4-BE49-F238E27FC236}">
                <a16:creationId xmlns:a16="http://schemas.microsoft.com/office/drawing/2014/main" id="{754DC1D0-0BE6-D0A4-0B39-4AB37A15EE8B}"/>
              </a:ext>
            </a:extLst>
          </p:cNvPr>
          <p:cNvSpPr>
            <a:spLocks noGrp="1"/>
          </p:cNvSpPr>
          <p:nvPr>
            <p:ph sz="quarter" idx="4"/>
          </p:nvPr>
        </p:nvSpPr>
        <p:spPr/>
        <p:txBody>
          <a:bodyPr>
            <a:normAutofit fontScale="55000" lnSpcReduction="20000"/>
          </a:bodyPr>
          <a:lstStyle/>
          <a:p>
            <a:pPr marL="0" indent="0">
              <a:buNone/>
            </a:pPr>
            <a:r>
              <a:rPr lang="de-DE" dirty="0">
                <a:solidFill>
                  <a:schemeClr val="accent1"/>
                </a:solidFill>
              </a:rPr>
              <a:t>&lt;</a:t>
            </a:r>
            <a:r>
              <a:rPr lang="de-DE" dirty="0" err="1">
                <a:solidFill>
                  <a:schemeClr val="accent1"/>
                </a:solidFill>
              </a:rPr>
              <a:t>SalesOrder</a:t>
            </a:r>
            <a:r>
              <a:rPr lang="de-DE" dirty="0">
                <a:solidFill>
                  <a:schemeClr val="accent1"/>
                </a:solidFill>
              </a:rPr>
              <a:t>&gt;</a:t>
            </a:r>
          </a:p>
          <a:p>
            <a:pPr marL="0" indent="0">
              <a:buNone/>
            </a:pPr>
            <a:r>
              <a:rPr lang="de-DE" dirty="0"/>
              <a:t>    </a:t>
            </a:r>
            <a:r>
              <a:rPr lang="de-DE" dirty="0">
                <a:solidFill>
                  <a:schemeClr val="accent1"/>
                </a:solidFill>
              </a:rPr>
              <a:t>&lt;</a:t>
            </a:r>
            <a:r>
              <a:rPr lang="de-DE" dirty="0" err="1">
                <a:solidFill>
                  <a:schemeClr val="accent1"/>
                </a:solidFill>
              </a:rPr>
              <a:t>SalesOrderType</a:t>
            </a:r>
            <a:r>
              <a:rPr lang="de-DE" dirty="0">
                <a:solidFill>
                  <a:schemeClr val="accent1"/>
                </a:solidFill>
              </a:rPr>
              <a:t>&gt;</a:t>
            </a:r>
          </a:p>
          <a:p>
            <a:pPr marL="0" indent="0">
              <a:buNone/>
            </a:pPr>
            <a:r>
              <a:rPr lang="de-DE" dirty="0"/>
              <a:t>        </a:t>
            </a:r>
            <a:r>
              <a:rPr lang="de-DE" dirty="0">
                <a:solidFill>
                  <a:schemeClr val="accent1"/>
                </a:solidFill>
              </a:rPr>
              <a:t>&lt;</a:t>
            </a:r>
            <a:r>
              <a:rPr lang="de-DE" dirty="0" err="1">
                <a:solidFill>
                  <a:schemeClr val="accent1"/>
                </a:solidFill>
              </a:rPr>
              <a:t>ExternalOrderID</a:t>
            </a:r>
            <a:r>
              <a:rPr lang="de-DE" dirty="0">
                <a:solidFill>
                  <a:schemeClr val="accent1"/>
                </a:solidFill>
              </a:rPr>
              <a:t>&gt;</a:t>
            </a:r>
            <a:r>
              <a:rPr lang="de-DE" dirty="0"/>
              <a:t>0815</a:t>
            </a:r>
            <a:r>
              <a:rPr lang="de-DE" dirty="0">
                <a:solidFill>
                  <a:schemeClr val="accent1"/>
                </a:solidFill>
              </a:rPr>
              <a:t>&lt;/</a:t>
            </a:r>
            <a:r>
              <a:rPr lang="de-DE" dirty="0" err="1">
                <a:solidFill>
                  <a:schemeClr val="accent1"/>
                </a:solidFill>
              </a:rPr>
              <a:t>ExternalOrderID</a:t>
            </a:r>
            <a:r>
              <a:rPr lang="de-DE" dirty="0">
                <a:solidFill>
                  <a:schemeClr val="accent1"/>
                </a:solidFill>
              </a:rPr>
              <a:t>&gt;</a:t>
            </a:r>
          </a:p>
          <a:p>
            <a:pPr marL="0" indent="0">
              <a:buNone/>
            </a:pPr>
            <a:r>
              <a:rPr lang="de-DE" dirty="0"/>
              <a:t>        </a:t>
            </a:r>
            <a:r>
              <a:rPr lang="de-DE" dirty="0">
                <a:solidFill>
                  <a:schemeClr val="accent1"/>
                </a:solidFill>
              </a:rPr>
              <a:t>&lt;</a:t>
            </a:r>
            <a:r>
              <a:rPr lang="de-DE" dirty="0" err="1">
                <a:solidFill>
                  <a:schemeClr val="accent1"/>
                </a:solidFill>
              </a:rPr>
              <a:t>CustomerName</a:t>
            </a:r>
            <a:r>
              <a:rPr lang="de-DE" dirty="0">
                <a:solidFill>
                  <a:schemeClr val="accent1"/>
                </a:solidFill>
              </a:rPr>
              <a:t>&gt;</a:t>
            </a:r>
            <a:r>
              <a:rPr lang="de-DE" dirty="0"/>
              <a:t>Müller</a:t>
            </a:r>
            <a:r>
              <a:rPr lang="de-DE" dirty="0">
                <a:solidFill>
                  <a:schemeClr val="accent1"/>
                </a:solidFill>
              </a:rPr>
              <a:t>&lt;/</a:t>
            </a:r>
            <a:r>
              <a:rPr lang="de-DE" dirty="0" err="1">
                <a:solidFill>
                  <a:schemeClr val="accent1"/>
                </a:solidFill>
              </a:rPr>
              <a:t>CustomerName</a:t>
            </a:r>
            <a:r>
              <a:rPr lang="de-DE" dirty="0">
                <a:solidFill>
                  <a:schemeClr val="accent1"/>
                </a:solidFill>
              </a:rPr>
              <a:t>&gt;</a:t>
            </a:r>
          </a:p>
          <a:p>
            <a:pPr marL="0" indent="0">
              <a:buNone/>
            </a:pPr>
            <a:r>
              <a:rPr lang="de-DE" dirty="0"/>
              <a:t>        </a:t>
            </a:r>
            <a:r>
              <a:rPr lang="de-DE" dirty="0">
                <a:solidFill>
                  <a:schemeClr val="accent1"/>
                </a:solidFill>
              </a:rPr>
              <a:t>&lt;</a:t>
            </a:r>
            <a:r>
              <a:rPr lang="de-DE" dirty="0" err="1">
                <a:solidFill>
                  <a:schemeClr val="accent1"/>
                </a:solidFill>
              </a:rPr>
              <a:t>GrossAmount</a:t>
            </a:r>
            <a:r>
              <a:rPr lang="de-DE" dirty="0">
                <a:solidFill>
                  <a:schemeClr val="accent1"/>
                </a:solidFill>
              </a:rPr>
              <a:t>&gt;</a:t>
            </a:r>
            <a:r>
              <a:rPr lang="de-DE" dirty="0"/>
              <a:t>1299.00</a:t>
            </a:r>
            <a:r>
              <a:rPr lang="de-DE" dirty="0">
                <a:solidFill>
                  <a:schemeClr val="accent1"/>
                </a:solidFill>
              </a:rPr>
              <a:t>&lt;/</a:t>
            </a:r>
            <a:r>
              <a:rPr lang="de-DE" dirty="0" err="1">
                <a:solidFill>
                  <a:schemeClr val="accent1"/>
                </a:solidFill>
              </a:rPr>
              <a:t>GrossAmount</a:t>
            </a:r>
            <a:r>
              <a:rPr lang="de-DE" dirty="0">
                <a:solidFill>
                  <a:schemeClr val="accent1"/>
                </a:solidFill>
              </a:rPr>
              <a:t>&gt;</a:t>
            </a:r>
          </a:p>
          <a:p>
            <a:pPr marL="0" indent="0">
              <a:buNone/>
            </a:pPr>
            <a:r>
              <a:rPr lang="de-DE" dirty="0"/>
              <a:t>        </a:t>
            </a:r>
            <a:r>
              <a:rPr lang="de-DE" dirty="0">
                <a:solidFill>
                  <a:schemeClr val="accent1"/>
                </a:solidFill>
              </a:rPr>
              <a:t>&lt;</a:t>
            </a:r>
            <a:r>
              <a:rPr lang="de-DE" dirty="0" err="1">
                <a:solidFill>
                  <a:schemeClr val="accent1"/>
                </a:solidFill>
              </a:rPr>
              <a:t>CurrencyCode</a:t>
            </a:r>
            <a:r>
              <a:rPr lang="de-DE" dirty="0">
                <a:solidFill>
                  <a:schemeClr val="accent1"/>
                </a:solidFill>
              </a:rPr>
              <a:t>&gt;</a:t>
            </a:r>
            <a:r>
              <a:rPr lang="de-DE" dirty="0"/>
              <a:t>EUR</a:t>
            </a:r>
            <a:r>
              <a:rPr lang="de-DE" dirty="0">
                <a:solidFill>
                  <a:schemeClr val="accent1"/>
                </a:solidFill>
              </a:rPr>
              <a:t>&lt;/</a:t>
            </a:r>
            <a:r>
              <a:rPr lang="de-DE" dirty="0" err="1">
                <a:solidFill>
                  <a:schemeClr val="accent1"/>
                </a:solidFill>
              </a:rPr>
              <a:t>CurrencyCode</a:t>
            </a:r>
            <a:r>
              <a:rPr lang="de-DE" dirty="0">
                <a:solidFill>
                  <a:schemeClr val="accent1"/>
                </a:solidFill>
              </a:rPr>
              <a:t>&gt;</a:t>
            </a:r>
          </a:p>
          <a:p>
            <a:pPr marL="0" indent="0">
              <a:buNone/>
            </a:pPr>
            <a:r>
              <a:rPr lang="de-DE" dirty="0"/>
              <a:t>        </a:t>
            </a:r>
            <a:r>
              <a:rPr lang="de-DE" dirty="0">
                <a:solidFill>
                  <a:schemeClr val="accent1"/>
                </a:solidFill>
              </a:rPr>
              <a:t>&lt;/</a:t>
            </a:r>
            <a:r>
              <a:rPr lang="de-DE" dirty="0" err="1">
                <a:solidFill>
                  <a:schemeClr val="accent1"/>
                </a:solidFill>
              </a:rPr>
              <a:t>SalesOrderType</a:t>
            </a:r>
            <a:r>
              <a:rPr lang="de-DE" dirty="0">
                <a:solidFill>
                  <a:schemeClr val="accent1"/>
                </a:solidFill>
              </a:rPr>
              <a:t>&gt;</a:t>
            </a:r>
          </a:p>
          <a:p>
            <a:pPr marL="0" indent="0">
              <a:buNone/>
            </a:pPr>
            <a:r>
              <a:rPr lang="de-DE" dirty="0">
                <a:solidFill>
                  <a:schemeClr val="accent1"/>
                </a:solidFill>
              </a:rPr>
              <a:t>&lt;/</a:t>
            </a:r>
            <a:r>
              <a:rPr lang="de-DE" dirty="0" err="1">
                <a:solidFill>
                  <a:schemeClr val="accent1"/>
                </a:solidFill>
              </a:rPr>
              <a:t>SalesOrder</a:t>
            </a:r>
            <a:r>
              <a:rPr lang="de-DE" dirty="0">
                <a:solidFill>
                  <a:schemeClr val="accent1"/>
                </a:solidFill>
              </a:rPr>
              <a:t>&gt;</a:t>
            </a:r>
          </a:p>
        </p:txBody>
      </p:sp>
      <p:sp>
        <p:nvSpPr>
          <p:cNvPr id="15" name="Textfeld 14">
            <a:extLst>
              <a:ext uri="{FF2B5EF4-FFF2-40B4-BE49-F238E27FC236}">
                <a16:creationId xmlns:a16="http://schemas.microsoft.com/office/drawing/2014/main" id="{89BE345A-BC69-EA82-1CEB-14579C5B1565}"/>
              </a:ext>
            </a:extLst>
          </p:cNvPr>
          <p:cNvSpPr txBox="1"/>
          <p:nvPr/>
        </p:nvSpPr>
        <p:spPr>
          <a:xfrm>
            <a:off x="838200" y="6021594"/>
            <a:ext cx="7159011" cy="369332"/>
          </a:xfrm>
          <a:prstGeom prst="rect">
            <a:avLst/>
          </a:prstGeom>
          <a:noFill/>
        </p:spPr>
        <p:txBody>
          <a:bodyPr wrap="none" rtlCol="0">
            <a:spAutoFit/>
          </a:bodyPr>
          <a:lstStyle/>
          <a:p>
            <a:r>
              <a:rPr lang="de-DE" dirty="0">
                <a:highlight>
                  <a:srgbClr val="FFFF00"/>
                </a:highlight>
              </a:rPr>
              <a:t>Ein Mapping entkoppelt den Sender vom Datenmodell des Empfängers</a:t>
            </a:r>
          </a:p>
        </p:txBody>
      </p:sp>
    </p:spTree>
    <p:extLst>
      <p:ext uri="{BB962C8B-B14F-4D97-AF65-F5344CB8AC3E}">
        <p14:creationId xmlns:p14="http://schemas.microsoft.com/office/powerpoint/2010/main" val="4093221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178311-8E41-43B8-22F4-D5AD0EAC303B}"/>
              </a:ext>
            </a:extLst>
          </p:cNvPr>
          <p:cNvSpPr>
            <a:spLocks noGrp="1"/>
          </p:cNvSpPr>
          <p:nvPr>
            <p:ph type="title"/>
          </p:nvPr>
        </p:nvSpPr>
        <p:spPr/>
        <p:txBody>
          <a:bodyPr/>
          <a:lstStyle/>
          <a:p>
            <a:r>
              <a:rPr lang="de-DE" dirty="0"/>
              <a:t>Das Message Mapping verbindet Quell- und Zielstruktur</a:t>
            </a:r>
          </a:p>
        </p:txBody>
      </p:sp>
      <p:graphicFrame>
        <p:nvGraphicFramePr>
          <p:cNvPr id="21" name="Inhaltsplatzhalter 20">
            <a:extLst>
              <a:ext uri="{FF2B5EF4-FFF2-40B4-BE49-F238E27FC236}">
                <a16:creationId xmlns:a16="http://schemas.microsoft.com/office/drawing/2014/main" id="{448A832D-BB8B-2D85-1A15-04856C86D04F}"/>
              </a:ext>
            </a:extLst>
          </p:cNvPr>
          <p:cNvGraphicFramePr>
            <a:graphicFrameLocks noGrp="1"/>
          </p:cNvGraphicFramePr>
          <p:nvPr>
            <p:ph idx="1"/>
            <p:extLst>
              <p:ext uri="{D42A27DB-BD31-4B8C-83A1-F6EECF244321}">
                <p14:modId xmlns:p14="http://schemas.microsoft.com/office/powerpoint/2010/main" val="968610220"/>
              </p:ext>
            </p:extLst>
          </p:nvPr>
        </p:nvGraphicFramePr>
        <p:xfrm>
          <a:off x="992458" y="3350777"/>
          <a:ext cx="10203366" cy="1854200"/>
        </p:xfrm>
        <a:graphic>
          <a:graphicData uri="http://schemas.openxmlformats.org/drawingml/2006/table">
            <a:tbl>
              <a:tblPr firstRow="1" bandRow="1">
                <a:tableStyleId>{5C22544A-7EE6-4342-B048-85BDC9FD1C3A}</a:tableStyleId>
              </a:tblPr>
              <a:tblGrid>
                <a:gridCol w="3189249">
                  <a:extLst>
                    <a:ext uri="{9D8B030D-6E8A-4147-A177-3AD203B41FA5}">
                      <a16:colId xmlns:a16="http://schemas.microsoft.com/office/drawing/2014/main" val="699668933"/>
                    </a:ext>
                  </a:extLst>
                </a:gridCol>
                <a:gridCol w="7014117">
                  <a:extLst>
                    <a:ext uri="{9D8B030D-6E8A-4147-A177-3AD203B41FA5}">
                      <a16:colId xmlns:a16="http://schemas.microsoft.com/office/drawing/2014/main" val="3657243538"/>
                    </a:ext>
                  </a:extLst>
                </a:gridCol>
              </a:tblGrid>
              <a:tr h="370840">
                <a:tc>
                  <a:txBody>
                    <a:bodyPr/>
                    <a:lstStyle/>
                    <a:p>
                      <a:r>
                        <a:rPr lang="de-DE" dirty="0"/>
                        <a:t>Bestandteil</a:t>
                      </a:r>
                    </a:p>
                  </a:txBody>
                  <a:tcPr/>
                </a:tc>
                <a:tc>
                  <a:txBody>
                    <a:bodyPr/>
                    <a:lstStyle/>
                    <a:p>
                      <a:r>
                        <a:rPr lang="de-DE" dirty="0"/>
                        <a:t>Aufgabe</a:t>
                      </a:r>
                    </a:p>
                  </a:txBody>
                  <a:tcPr/>
                </a:tc>
                <a:extLst>
                  <a:ext uri="{0D108BD9-81ED-4DB2-BD59-A6C34878D82A}">
                    <a16:rowId xmlns:a16="http://schemas.microsoft.com/office/drawing/2014/main" val="1486705828"/>
                  </a:ext>
                </a:extLst>
              </a:tr>
              <a:tr h="370840">
                <a:tc>
                  <a:txBody>
                    <a:bodyPr/>
                    <a:lstStyle/>
                    <a:p>
                      <a:r>
                        <a:rPr lang="de-DE" dirty="0"/>
                        <a:t>Quell-XSD</a:t>
                      </a:r>
                    </a:p>
                  </a:txBody>
                  <a:tcPr/>
                </a:tc>
                <a:tc>
                  <a:txBody>
                    <a:bodyPr/>
                    <a:lstStyle/>
                    <a:p>
                      <a:r>
                        <a:rPr lang="de-DE" dirty="0"/>
                        <a:t>beschreibt die eingehende Nachrichtenstruktur</a:t>
                      </a:r>
                    </a:p>
                  </a:txBody>
                  <a:tcPr/>
                </a:tc>
                <a:extLst>
                  <a:ext uri="{0D108BD9-81ED-4DB2-BD59-A6C34878D82A}">
                    <a16:rowId xmlns:a16="http://schemas.microsoft.com/office/drawing/2014/main" val="259734674"/>
                  </a:ext>
                </a:extLst>
              </a:tr>
              <a:tr h="370840">
                <a:tc>
                  <a:txBody>
                    <a:bodyPr/>
                    <a:lstStyle/>
                    <a:p>
                      <a:r>
                        <a:rPr lang="de-DE" dirty="0"/>
                        <a:t>Ziel-XSD</a:t>
                      </a:r>
                    </a:p>
                  </a:txBody>
                  <a:tcPr/>
                </a:tc>
                <a:tc>
                  <a:txBody>
                    <a:bodyPr/>
                    <a:lstStyle/>
                    <a:p>
                      <a:r>
                        <a:rPr lang="de-DE" dirty="0"/>
                        <a:t>beschreibt die vom Empfänger erwartete Struktur</a:t>
                      </a:r>
                    </a:p>
                  </a:txBody>
                  <a:tcPr/>
                </a:tc>
                <a:extLst>
                  <a:ext uri="{0D108BD9-81ED-4DB2-BD59-A6C34878D82A}">
                    <a16:rowId xmlns:a16="http://schemas.microsoft.com/office/drawing/2014/main" val="1556487291"/>
                  </a:ext>
                </a:extLst>
              </a:tr>
              <a:tr h="370840">
                <a:tc>
                  <a:txBody>
                    <a:bodyPr/>
                    <a:lstStyle/>
                    <a:p>
                      <a:r>
                        <a:rPr lang="de-DE" dirty="0"/>
                        <a:t>Feldzuordnung</a:t>
                      </a:r>
                    </a:p>
                  </a:txBody>
                  <a:tcPr/>
                </a:tc>
                <a:tc>
                  <a:txBody>
                    <a:bodyPr/>
                    <a:lstStyle/>
                    <a:p>
                      <a:r>
                        <a:rPr lang="de-DE" dirty="0"/>
                        <a:t>verbindet Quell- und Zielelemente</a:t>
                      </a:r>
                    </a:p>
                  </a:txBody>
                  <a:tcPr/>
                </a:tc>
                <a:extLst>
                  <a:ext uri="{0D108BD9-81ED-4DB2-BD59-A6C34878D82A}">
                    <a16:rowId xmlns:a16="http://schemas.microsoft.com/office/drawing/2014/main" val="1595259907"/>
                  </a:ext>
                </a:extLst>
              </a:tr>
              <a:tr h="370840">
                <a:tc>
                  <a:txBody>
                    <a:bodyPr/>
                    <a:lstStyle/>
                    <a:p>
                      <a:r>
                        <a:rPr lang="de-DE" dirty="0"/>
                        <a:t>Mapping-Funktion</a:t>
                      </a:r>
                    </a:p>
                  </a:txBody>
                  <a:tcPr/>
                </a:tc>
                <a:tc>
                  <a:txBody>
                    <a:bodyPr/>
                    <a:lstStyle/>
                    <a:p>
                      <a:r>
                        <a:rPr lang="de-DE" dirty="0"/>
                        <a:t>berechnet oder verändert einen Wert</a:t>
                      </a:r>
                    </a:p>
                  </a:txBody>
                  <a:tcPr/>
                </a:tc>
                <a:extLst>
                  <a:ext uri="{0D108BD9-81ED-4DB2-BD59-A6C34878D82A}">
                    <a16:rowId xmlns:a16="http://schemas.microsoft.com/office/drawing/2014/main" val="1276701033"/>
                  </a:ext>
                </a:extLst>
              </a:tr>
            </a:tbl>
          </a:graphicData>
        </a:graphic>
      </p:graphicFrame>
      <p:pic>
        <p:nvPicPr>
          <p:cNvPr id="8" name="Grafik 7">
            <a:extLst>
              <a:ext uri="{FF2B5EF4-FFF2-40B4-BE49-F238E27FC236}">
                <a16:creationId xmlns:a16="http://schemas.microsoft.com/office/drawing/2014/main" id="{07ADDEE3-9037-3CF8-E2BD-95946E211265}"/>
              </a:ext>
            </a:extLst>
          </p:cNvPr>
          <p:cNvPicPr>
            <a:picLocks noChangeAspect="1"/>
          </p:cNvPicPr>
          <p:nvPr/>
        </p:nvPicPr>
        <p:blipFill>
          <a:blip r:embed="rId3"/>
          <a:stretch>
            <a:fillRect/>
          </a:stretch>
        </p:blipFill>
        <p:spPr>
          <a:xfrm>
            <a:off x="8809893" y="1862294"/>
            <a:ext cx="2543907" cy="1372371"/>
          </a:xfrm>
          <a:prstGeom prst="rect">
            <a:avLst/>
          </a:prstGeom>
        </p:spPr>
      </p:pic>
      <p:pic>
        <p:nvPicPr>
          <p:cNvPr id="11" name="Grafik 10">
            <a:extLst>
              <a:ext uri="{FF2B5EF4-FFF2-40B4-BE49-F238E27FC236}">
                <a16:creationId xmlns:a16="http://schemas.microsoft.com/office/drawing/2014/main" id="{CC90E80D-C163-4F28-5417-DB0198828083}"/>
              </a:ext>
            </a:extLst>
          </p:cNvPr>
          <p:cNvPicPr>
            <a:picLocks noChangeAspect="1"/>
          </p:cNvPicPr>
          <p:nvPr/>
        </p:nvPicPr>
        <p:blipFill>
          <a:blip r:embed="rId4"/>
          <a:stretch>
            <a:fillRect/>
          </a:stretch>
        </p:blipFill>
        <p:spPr>
          <a:xfrm>
            <a:off x="838200" y="1866900"/>
            <a:ext cx="2702169" cy="1367765"/>
          </a:xfrm>
          <a:prstGeom prst="rect">
            <a:avLst/>
          </a:prstGeom>
        </p:spPr>
      </p:pic>
      <p:pic>
        <p:nvPicPr>
          <p:cNvPr id="13" name="Grafik 12">
            <a:extLst>
              <a:ext uri="{FF2B5EF4-FFF2-40B4-BE49-F238E27FC236}">
                <a16:creationId xmlns:a16="http://schemas.microsoft.com/office/drawing/2014/main" id="{103F6C48-0118-09C7-6F05-252572E3C099}"/>
              </a:ext>
            </a:extLst>
          </p:cNvPr>
          <p:cNvPicPr>
            <a:picLocks noChangeAspect="1"/>
          </p:cNvPicPr>
          <p:nvPr/>
        </p:nvPicPr>
        <p:blipFill>
          <a:blip r:embed="rId5"/>
          <a:stretch>
            <a:fillRect/>
          </a:stretch>
        </p:blipFill>
        <p:spPr>
          <a:xfrm>
            <a:off x="4903178" y="1862294"/>
            <a:ext cx="2543907" cy="1372371"/>
          </a:xfrm>
          <a:prstGeom prst="rect">
            <a:avLst/>
          </a:prstGeom>
        </p:spPr>
      </p:pic>
      <p:cxnSp>
        <p:nvCxnSpPr>
          <p:cNvPr id="15" name="Gerade Verbindung mit Pfeil 14">
            <a:extLst>
              <a:ext uri="{FF2B5EF4-FFF2-40B4-BE49-F238E27FC236}">
                <a16:creationId xmlns:a16="http://schemas.microsoft.com/office/drawing/2014/main" id="{FDE0DE93-B4E6-574E-4911-E5DF1BBD21B0}"/>
              </a:ext>
            </a:extLst>
          </p:cNvPr>
          <p:cNvCxnSpPr>
            <a:cxnSpLocks/>
            <a:stCxn id="11" idx="3"/>
            <a:endCxn id="13" idx="1"/>
          </p:cNvCxnSpPr>
          <p:nvPr/>
        </p:nvCxnSpPr>
        <p:spPr>
          <a:xfrm flipV="1">
            <a:off x="3540369" y="2548480"/>
            <a:ext cx="1362809" cy="2303"/>
          </a:xfrm>
          <a:prstGeom prst="straightConnector1">
            <a:avLst/>
          </a:prstGeom>
          <a:ln w="2857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7" name="Gerade Verbindung mit Pfeil 16">
            <a:extLst>
              <a:ext uri="{FF2B5EF4-FFF2-40B4-BE49-F238E27FC236}">
                <a16:creationId xmlns:a16="http://schemas.microsoft.com/office/drawing/2014/main" id="{FDC4A3F6-7F42-991F-0B3C-F49DE84D6139}"/>
              </a:ext>
            </a:extLst>
          </p:cNvPr>
          <p:cNvCxnSpPr>
            <a:cxnSpLocks/>
            <a:stCxn id="13" idx="3"/>
            <a:endCxn id="8" idx="1"/>
          </p:cNvCxnSpPr>
          <p:nvPr/>
        </p:nvCxnSpPr>
        <p:spPr>
          <a:xfrm>
            <a:off x="7447085" y="2548480"/>
            <a:ext cx="1362808" cy="0"/>
          </a:xfrm>
          <a:prstGeom prst="straightConnector1">
            <a:avLst/>
          </a:prstGeom>
          <a:ln w="2857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3" name="Textfeld 22">
            <a:extLst>
              <a:ext uri="{FF2B5EF4-FFF2-40B4-BE49-F238E27FC236}">
                <a16:creationId xmlns:a16="http://schemas.microsoft.com/office/drawing/2014/main" id="{53DCEB4C-08FF-294F-6483-5054DA589B8A}"/>
              </a:ext>
            </a:extLst>
          </p:cNvPr>
          <p:cNvSpPr txBox="1"/>
          <p:nvPr/>
        </p:nvSpPr>
        <p:spPr>
          <a:xfrm>
            <a:off x="838200" y="6021594"/>
            <a:ext cx="6067110" cy="646331"/>
          </a:xfrm>
          <a:prstGeom prst="rect">
            <a:avLst/>
          </a:prstGeom>
          <a:noFill/>
        </p:spPr>
        <p:txBody>
          <a:bodyPr wrap="none" rtlCol="0">
            <a:spAutoFit/>
          </a:bodyPr>
          <a:lstStyle/>
          <a:p>
            <a:r>
              <a:rPr lang="de-DE" dirty="0">
                <a:highlight>
                  <a:srgbClr val="FFFF00"/>
                </a:highlight>
              </a:rPr>
              <a:t>Ein Message Mapping arbeitet mit Nachrichtenstrukturen –</a:t>
            </a:r>
          </a:p>
          <a:p>
            <a:r>
              <a:rPr lang="de-DE" dirty="0">
                <a:highlight>
                  <a:srgbClr val="FFFF00"/>
                </a:highlight>
              </a:rPr>
              <a:t>nicht direkt mit Bildschirmfeldern oder Datenbanktabellen.</a:t>
            </a:r>
          </a:p>
        </p:txBody>
      </p:sp>
    </p:spTree>
    <p:extLst>
      <p:ext uri="{BB962C8B-B14F-4D97-AF65-F5344CB8AC3E}">
        <p14:creationId xmlns:p14="http://schemas.microsoft.com/office/powerpoint/2010/main" val="3797747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034588-918E-500C-7DAD-898FFD6AA013}"/>
              </a:ext>
            </a:extLst>
          </p:cNvPr>
          <p:cNvSpPr>
            <a:spLocks noGrp="1"/>
          </p:cNvSpPr>
          <p:nvPr>
            <p:ph type="title"/>
          </p:nvPr>
        </p:nvSpPr>
        <p:spPr/>
        <p:txBody>
          <a:bodyPr/>
          <a:lstStyle/>
          <a:p>
            <a:r>
              <a:rPr lang="de-DE" dirty="0"/>
              <a:t>Mappings können Werte übernehmen, erzeugen und verändern</a:t>
            </a:r>
          </a:p>
        </p:txBody>
      </p:sp>
      <p:graphicFrame>
        <p:nvGraphicFramePr>
          <p:cNvPr id="4" name="Inhaltsplatzhalter 3">
            <a:extLst>
              <a:ext uri="{FF2B5EF4-FFF2-40B4-BE49-F238E27FC236}">
                <a16:creationId xmlns:a16="http://schemas.microsoft.com/office/drawing/2014/main" id="{12F86F25-6019-74E1-9C87-713B5A00F1BA}"/>
              </a:ext>
            </a:extLst>
          </p:cNvPr>
          <p:cNvGraphicFramePr>
            <a:graphicFrameLocks noGrp="1"/>
          </p:cNvGraphicFramePr>
          <p:nvPr>
            <p:ph sz="half" idx="1"/>
            <p:extLst>
              <p:ext uri="{D42A27DB-BD31-4B8C-83A1-F6EECF244321}">
                <p14:modId xmlns:p14="http://schemas.microsoft.com/office/powerpoint/2010/main" val="4079909166"/>
              </p:ext>
            </p:extLst>
          </p:nvPr>
        </p:nvGraphicFramePr>
        <p:xfrm>
          <a:off x="838199" y="1825625"/>
          <a:ext cx="10515600" cy="222504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342800244"/>
                    </a:ext>
                  </a:extLst>
                </a:gridCol>
                <a:gridCol w="3505200">
                  <a:extLst>
                    <a:ext uri="{9D8B030D-6E8A-4147-A177-3AD203B41FA5}">
                      <a16:colId xmlns:a16="http://schemas.microsoft.com/office/drawing/2014/main" val="2909735216"/>
                    </a:ext>
                  </a:extLst>
                </a:gridCol>
                <a:gridCol w="3505200">
                  <a:extLst>
                    <a:ext uri="{9D8B030D-6E8A-4147-A177-3AD203B41FA5}">
                      <a16:colId xmlns:a16="http://schemas.microsoft.com/office/drawing/2014/main" val="1244820921"/>
                    </a:ext>
                  </a:extLst>
                </a:gridCol>
              </a:tblGrid>
              <a:tr h="370840">
                <a:tc>
                  <a:txBody>
                    <a:bodyPr/>
                    <a:lstStyle/>
                    <a:p>
                      <a:r>
                        <a:rPr lang="de-DE" dirty="0"/>
                        <a:t>Quelle</a:t>
                      </a:r>
                    </a:p>
                  </a:txBody>
                  <a:tcPr/>
                </a:tc>
                <a:tc>
                  <a:txBody>
                    <a:bodyPr/>
                    <a:lstStyle/>
                    <a:p>
                      <a:r>
                        <a:rPr lang="de-DE" dirty="0"/>
                        <a:t>Verarbeitung</a:t>
                      </a:r>
                    </a:p>
                  </a:txBody>
                  <a:tcPr/>
                </a:tc>
                <a:tc>
                  <a:txBody>
                    <a:bodyPr/>
                    <a:lstStyle/>
                    <a:p>
                      <a:r>
                        <a:rPr lang="de-DE" dirty="0"/>
                        <a:t>Ziel</a:t>
                      </a:r>
                    </a:p>
                  </a:txBody>
                  <a:tcPr/>
                </a:tc>
                <a:extLst>
                  <a:ext uri="{0D108BD9-81ED-4DB2-BD59-A6C34878D82A}">
                    <a16:rowId xmlns:a16="http://schemas.microsoft.com/office/drawing/2014/main" val="1858138906"/>
                  </a:ext>
                </a:extLst>
              </a:tr>
              <a:tr h="370840">
                <a:tc>
                  <a:txBody>
                    <a:bodyPr/>
                    <a:lstStyle/>
                    <a:p>
                      <a:r>
                        <a:rPr lang="de-DE" sz="1800" dirty="0" err="1">
                          <a:latin typeface="Courier New" panose="02070309020205020404" pitchFamily="49" charset="0"/>
                          <a:cs typeface="Courier New" panose="02070309020205020404" pitchFamily="49" charset="0"/>
                        </a:rPr>
                        <a:t>order</a:t>
                      </a:r>
                      <a:r>
                        <a:rPr lang="de-DE" sz="1800" dirty="0">
                          <a:latin typeface="Courier New" panose="02070309020205020404" pitchFamily="49" charset="0"/>
                          <a:cs typeface="Courier New" panose="02070309020205020404" pitchFamily="49" charset="0"/>
                        </a:rPr>
                        <a:t>/</a:t>
                      </a:r>
                      <a:r>
                        <a:rPr lang="de-DE" sz="1800" dirty="0" err="1">
                          <a:latin typeface="Courier New" panose="02070309020205020404" pitchFamily="49" charset="0"/>
                          <a:cs typeface="Courier New" panose="02070309020205020404" pitchFamily="49" charset="0"/>
                        </a:rPr>
                        <a:t>id</a:t>
                      </a:r>
                      <a:endParaRPr lang="de-DE" sz="1800" dirty="0">
                        <a:latin typeface="Courier New" panose="02070309020205020404" pitchFamily="49" charset="0"/>
                        <a:cs typeface="Courier New" panose="02070309020205020404" pitchFamily="49" charset="0"/>
                      </a:endParaRPr>
                    </a:p>
                  </a:txBody>
                  <a:tcPr/>
                </a:tc>
                <a:tc>
                  <a:txBody>
                    <a:bodyPr/>
                    <a:lstStyle/>
                    <a:p>
                      <a:r>
                        <a:rPr lang="de-DE" dirty="0"/>
                        <a:t>direkte Zuordnung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err="1">
                          <a:latin typeface="Courier New" panose="02070309020205020404" pitchFamily="49" charset="0"/>
                          <a:cs typeface="Courier New" panose="02070309020205020404" pitchFamily="49" charset="0"/>
                        </a:rPr>
                        <a:t>ExternalOrderID</a:t>
                      </a:r>
                      <a:endParaRPr lang="de-DE" sz="180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9244501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err="1">
                          <a:latin typeface="Courier New" panose="02070309020205020404" pitchFamily="49" charset="0"/>
                          <a:cs typeface="Courier New" panose="02070309020205020404" pitchFamily="49" charset="0"/>
                        </a:rPr>
                        <a:t>order</a:t>
                      </a:r>
                      <a:r>
                        <a:rPr lang="de-DE" sz="1800" dirty="0">
                          <a:latin typeface="Courier New" panose="02070309020205020404" pitchFamily="49" charset="0"/>
                          <a:cs typeface="Courier New" panose="02070309020205020404" pitchFamily="49" charset="0"/>
                        </a:rPr>
                        <a:t>/</a:t>
                      </a:r>
                      <a:r>
                        <a:rPr lang="de-DE" sz="1800" dirty="0" err="1">
                          <a:latin typeface="Courier New" panose="02070309020205020404" pitchFamily="49" charset="0"/>
                          <a:cs typeface="Courier New" panose="02070309020205020404" pitchFamily="49" charset="0"/>
                        </a:rPr>
                        <a:t>customer</a:t>
                      </a:r>
                      <a:r>
                        <a:rPr lang="de-DE" sz="1800" dirty="0">
                          <a:latin typeface="Courier New" panose="02070309020205020404" pitchFamily="49" charset="0"/>
                          <a:cs typeface="Courier New" panose="02070309020205020404" pitchFamily="49" charset="0"/>
                        </a:rPr>
                        <a:t>/</a:t>
                      </a:r>
                      <a:r>
                        <a:rPr lang="de-DE" sz="1800" dirty="0" err="1">
                          <a:latin typeface="Courier New" panose="02070309020205020404" pitchFamily="49" charset="0"/>
                          <a:cs typeface="Courier New" panose="02070309020205020404" pitchFamily="49" charset="0"/>
                        </a:rPr>
                        <a:t>name</a:t>
                      </a:r>
                      <a:endParaRPr lang="de-DE" sz="1800" dirty="0">
                        <a:latin typeface="Courier New" panose="02070309020205020404" pitchFamily="49" charset="0"/>
                        <a:cs typeface="Courier New" panose="02070309020205020404" pitchFamily="49"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direkte Zuordnung</a:t>
                      </a:r>
                    </a:p>
                  </a:txBody>
                  <a:tcPr/>
                </a:tc>
                <a:tc>
                  <a:txBody>
                    <a:bodyPr/>
                    <a:lstStyle/>
                    <a:p>
                      <a:r>
                        <a:rPr lang="de-DE" sz="1800" dirty="0" err="1">
                          <a:latin typeface="Courier New" panose="02070309020205020404" pitchFamily="49" charset="0"/>
                          <a:cs typeface="Courier New" panose="02070309020205020404" pitchFamily="49" charset="0"/>
                        </a:rPr>
                        <a:t>CustomerName</a:t>
                      </a:r>
                      <a:endParaRPr lang="de-DE" dirty="0"/>
                    </a:p>
                  </a:txBody>
                  <a:tcPr/>
                </a:tc>
                <a:extLst>
                  <a:ext uri="{0D108BD9-81ED-4DB2-BD59-A6C34878D82A}">
                    <a16:rowId xmlns:a16="http://schemas.microsoft.com/office/drawing/2014/main" val="21741612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err="1">
                          <a:latin typeface="Courier New" panose="02070309020205020404" pitchFamily="49" charset="0"/>
                          <a:cs typeface="Courier New" panose="02070309020205020404" pitchFamily="49" charset="0"/>
                        </a:rPr>
                        <a:t>order</a:t>
                      </a:r>
                      <a:r>
                        <a:rPr lang="de-DE" sz="1800" dirty="0">
                          <a:latin typeface="Courier New" panose="02070309020205020404" pitchFamily="49" charset="0"/>
                          <a:cs typeface="Courier New" panose="02070309020205020404" pitchFamily="49" charset="0"/>
                        </a:rPr>
                        <a:t>/total/</a:t>
                      </a:r>
                      <a:r>
                        <a:rPr lang="de-DE" sz="1800" dirty="0" err="1">
                          <a:latin typeface="Courier New" panose="02070309020205020404" pitchFamily="49" charset="0"/>
                          <a:cs typeface="Courier New" panose="02070309020205020404" pitchFamily="49" charset="0"/>
                        </a:rPr>
                        <a:t>amount</a:t>
                      </a:r>
                      <a:endParaRPr lang="de-DE" dirty="0"/>
                    </a:p>
                  </a:txBody>
                  <a:tcPr/>
                </a:tc>
                <a:tc>
                  <a:txBody>
                    <a:bodyPr/>
                    <a:lstStyle/>
                    <a:p>
                      <a:r>
                        <a:rPr lang="de-DE" dirty="0"/>
                        <a:t>direkte Zuordnung</a:t>
                      </a:r>
                    </a:p>
                  </a:txBody>
                  <a:tcPr/>
                </a:tc>
                <a:tc>
                  <a:txBody>
                    <a:bodyPr/>
                    <a:lstStyle/>
                    <a:p>
                      <a:r>
                        <a:rPr lang="de-DE" sz="1800" dirty="0" err="1">
                          <a:latin typeface="Courier New" panose="02070309020205020404" pitchFamily="49" charset="0"/>
                          <a:cs typeface="Courier New" panose="02070309020205020404" pitchFamily="49" charset="0"/>
                        </a:rPr>
                        <a:t>GrossAmount</a:t>
                      </a:r>
                      <a:endParaRPr lang="de-DE" dirty="0"/>
                    </a:p>
                  </a:txBody>
                  <a:tcPr/>
                </a:tc>
                <a:extLst>
                  <a:ext uri="{0D108BD9-81ED-4DB2-BD59-A6C34878D82A}">
                    <a16:rowId xmlns:a16="http://schemas.microsoft.com/office/drawing/2014/main" val="196609411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err="1">
                          <a:latin typeface="Courier New" panose="02070309020205020404" pitchFamily="49" charset="0"/>
                          <a:cs typeface="Courier New" panose="02070309020205020404" pitchFamily="49" charset="0"/>
                        </a:rPr>
                        <a:t>order</a:t>
                      </a:r>
                      <a:r>
                        <a:rPr lang="de-DE" sz="1800" dirty="0">
                          <a:latin typeface="Courier New" panose="02070309020205020404" pitchFamily="49" charset="0"/>
                          <a:cs typeface="Courier New" panose="02070309020205020404" pitchFamily="49" charset="0"/>
                        </a:rPr>
                        <a:t>/total/</a:t>
                      </a:r>
                      <a:r>
                        <a:rPr lang="de-DE" sz="1800" dirty="0" err="1">
                          <a:latin typeface="Courier New" panose="02070309020205020404" pitchFamily="49" charset="0"/>
                          <a:cs typeface="Courier New" panose="02070309020205020404" pitchFamily="49" charset="0"/>
                        </a:rPr>
                        <a:t>currency</a:t>
                      </a:r>
                      <a:endParaRPr lang="de-DE" dirty="0"/>
                    </a:p>
                  </a:txBody>
                  <a:tcPr/>
                </a:tc>
                <a:tc>
                  <a:txBody>
                    <a:bodyPr/>
                    <a:lstStyle/>
                    <a:p>
                      <a:r>
                        <a:rPr lang="de-DE" dirty="0"/>
                        <a:t>Codeübersetzung</a:t>
                      </a:r>
                    </a:p>
                  </a:txBody>
                  <a:tcPr/>
                </a:tc>
                <a:tc>
                  <a:txBody>
                    <a:bodyPr/>
                    <a:lstStyle/>
                    <a:p>
                      <a:r>
                        <a:rPr lang="de-DE" sz="1800" dirty="0" err="1">
                          <a:latin typeface="Courier New" panose="02070309020205020404" pitchFamily="49" charset="0"/>
                          <a:cs typeface="Courier New" panose="02070309020205020404" pitchFamily="49" charset="0"/>
                        </a:rPr>
                        <a:t>CurrencyCode</a:t>
                      </a:r>
                      <a:endParaRPr lang="de-DE" dirty="0"/>
                    </a:p>
                  </a:txBody>
                  <a:tcPr/>
                </a:tc>
                <a:extLst>
                  <a:ext uri="{0D108BD9-81ED-4DB2-BD59-A6C34878D82A}">
                    <a16:rowId xmlns:a16="http://schemas.microsoft.com/office/drawing/2014/main" val="34486543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err="1">
                          <a:latin typeface="Courier New" panose="02070309020205020404" pitchFamily="49" charset="0"/>
                          <a:cs typeface="Courier New" panose="02070309020205020404" pitchFamily="49" charset="0"/>
                        </a:rPr>
                        <a:t>order</a:t>
                      </a:r>
                      <a:endParaRPr lang="de-DE" dirty="0"/>
                    </a:p>
                  </a:txBody>
                  <a:tcPr/>
                </a:tc>
                <a:tc>
                  <a:txBody>
                    <a:bodyPr/>
                    <a:lstStyle/>
                    <a:p>
                      <a:r>
                        <a:rPr lang="de-DE" dirty="0"/>
                        <a:t>Struktur erzeugen</a:t>
                      </a:r>
                    </a:p>
                  </a:txBody>
                  <a:tcPr/>
                </a:tc>
                <a:tc>
                  <a:txBody>
                    <a:bodyPr/>
                    <a:lstStyle/>
                    <a:p>
                      <a:r>
                        <a:rPr lang="de-DE" sz="1800" dirty="0" err="1">
                          <a:latin typeface="Courier New" panose="02070309020205020404" pitchFamily="49" charset="0"/>
                          <a:cs typeface="Courier New" panose="02070309020205020404" pitchFamily="49" charset="0"/>
                        </a:rPr>
                        <a:t>SalesOrderType</a:t>
                      </a:r>
                      <a:endParaRPr lang="de-DE" dirty="0"/>
                    </a:p>
                  </a:txBody>
                  <a:tcPr/>
                </a:tc>
                <a:extLst>
                  <a:ext uri="{0D108BD9-81ED-4DB2-BD59-A6C34878D82A}">
                    <a16:rowId xmlns:a16="http://schemas.microsoft.com/office/drawing/2014/main" val="606346434"/>
                  </a:ext>
                </a:extLst>
              </a:tr>
            </a:tbl>
          </a:graphicData>
        </a:graphic>
      </p:graphicFrame>
      <p:sp>
        <p:nvSpPr>
          <p:cNvPr id="5" name="Inhaltsplatzhalter 4">
            <a:extLst>
              <a:ext uri="{FF2B5EF4-FFF2-40B4-BE49-F238E27FC236}">
                <a16:creationId xmlns:a16="http://schemas.microsoft.com/office/drawing/2014/main" id="{10E95CAB-C13C-5EC7-7CEF-C32699B3DDEF}"/>
              </a:ext>
            </a:extLst>
          </p:cNvPr>
          <p:cNvSpPr>
            <a:spLocks noGrp="1"/>
          </p:cNvSpPr>
          <p:nvPr>
            <p:ph sz="half" idx="2"/>
          </p:nvPr>
        </p:nvSpPr>
        <p:spPr>
          <a:xfrm>
            <a:off x="838199" y="4185601"/>
            <a:ext cx="10515601" cy="1991361"/>
          </a:xfrm>
        </p:spPr>
        <p:txBody>
          <a:bodyPr/>
          <a:lstStyle/>
          <a:p>
            <a:pPr marL="0" indent="0">
              <a:buNone/>
            </a:pPr>
            <a:r>
              <a:rPr lang="de-DE" dirty="0"/>
              <a:t>Typische Mapping-Funktionen</a:t>
            </a:r>
          </a:p>
          <a:p>
            <a:pPr marL="0" indent="0">
              <a:buNone/>
            </a:pPr>
            <a:endParaRPr lang="de-DE" dirty="0"/>
          </a:p>
        </p:txBody>
      </p:sp>
      <p:graphicFrame>
        <p:nvGraphicFramePr>
          <p:cNvPr id="6" name="Tabelle 5">
            <a:extLst>
              <a:ext uri="{FF2B5EF4-FFF2-40B4-BE49-F238E27FC236}">
                <a16:creationId xmlns:a16="http://schemas.microsoft.com/office/drawing/2014/main" id="{98D77949-A692-9140-FA6C-6C246A7116E6}"/>
              </a:ext>
            </a:extLst>
          </p:cNvPr>
          <p:cNvGraphicFramePr>
            <a:graphicFrameLocks noGrp="1"/>
          </p:cNvGraphicFramePr>
          <p:nvPr>
            <p:extLst>
              <p:ext uri="{D42A27DB-BD31-4B8C-83A1-F6EECF244321}">
                <p14:modId xmlns:p14="http://schemas.microsoft.com/office/powerpoint/2010/main" val="4189186089"/>
              </p:ext>
            </p:extLst>
          </p:nvPr>
        </p:nvGraphicFramePr>
        <p:xfrm>
          <a:off x="838199" y="4810441"/>
          <a:ext cx="4064000" cy="1112520"/>
        </p:xfrm>
        <a:graphic>
          <a:graphicData uri="http://schemas.openxmlformats.org/drawingml/2006/table">
            <a:tbl>
              <a:tblPr bandRow="1">
                <a:tableStyleId>{5C22544A-7EE6-4342-B048-85BDC9FD1C3A}</a:tableStyleId>
              </a:tblPr>
              <a:tblGrid>
                <a:gridCol w="4064000">
                  <a:extLst>
                    <a:ext uri="{9D8B030D-6E8A-4147-A177-3AD203B41FA5}">
                      <a16:colId xmlns:a16="http://schemas.microsoft.com/office/drawing/2014/main" val="1441958998"/>
                    </a:ext>
                  </a:extLst>
                </a:gridCol>
              </a:tblGrid>
              <a:tr h="370840">
                <a:tc>
                  <a:txBody>
                    <a:bodyPr/>
                    <a:lstStyle/>
                    <a:p>
                      <a:r>
                        <a:rPr lang="de-DE" dirty="0"/>
                        <a:t>Konstanten und </a:t>
                      </a:r>
                      <a:r>
                        <a:rPr lang="de-DE" dirty="0" err="1"/>
                        <a:t>Defaultwerte</a:t>
                      </a:r>
                      <a:endParaRPr lang="de-DE" dirty="0"/>
                    </a:p>
                  </a:txBody>
                  <a:tcPr/>
                </a:tc>
                <a:extLst>
                  <a:ext uri="{0D108BD9-81ED-4DB2-BD59-A6C34878D82A}">
                    <a16:rowId xmlns:a16="http://schemas.microsoft.com/office/drawing/2014/main" val="2319090527"/>
                  </a:ext>
                </a:extLst>
              </a:tr>
              <a:tr h="370840">
                <a:tc>
                  <a:txBody>
                    <a:bodyPr/>
                    <a:lstStyle/>
                    <a:p>
                      <a:r>
                        <a:rPr lang="de-DE" dirty="0"/>
                        <a:t>Verkettung von Zeichenketten</a:t>
                      </a:r>
                    </a:p>
                  </a:txBody>
                  <a:tcPr/>
                </a:tc>
                <a:extLst>
                  <a:ext uri="{0D108BD9-81ED-4DB2-BD59-A6C34878D82A}">
                    <a16:rowId xmlns:a16="http://schemas.microsoft.com/office/drawing/2014/main" val="233382316"/>
                  </a:ext>
                </a:extLst>
              </a:tr>
              <a:tr h="370840">
                <a:tc>
                  <a:txBody>
                    <a:bodyPr/>
                    <a:lstStyle/>
                    <a:p>
                      <a:r>
                        <a:rPr lang="de-DE" dirty="0"/>
                        <a:t>Berechnungen</a:t>
                      </a:r>
                    </a:p>
                  </a:txBody>
                  <a:tcPr/>
                </a:tc>
                <a:extLst>
                  <a:ext uri="{0D108BD9-81ED-4DB2-BD59-A6C34878D82A}">
                    <a16:rowId xmlns:a16="http://schemas.microsoft.com/office/drawing/2014/main" val="1156577864"/>
                  </a:ext>
                </a:extLst>
              </a:tr>
            </a:tbl>
          </a:graphicData>
        </a:graphic>
      </p:graphicFrame>
      <p:graphicFrame>
        <p:nvGraphicFramePr>
          <p:cNvPr id="8" name="Tabelle 7">
            <a:extLst>
              <a:ext uri="{FF2B5EF4-FFF2-40B4-BE49-F238E27FC236}">
                <a16:creationId xmlns:a16="http://schemas.microsoft.com/office/drawing/2014/main" id="{77CD1E78-89E8-26BB-2D1C-3124C805DF87}"/>
              </a:ext>
            </a:extLst>
          </p:cNvPr>
          <p:cNvGraphicFramePr>
            <a:graphicFrameLocks noGrp="1"/>
          </p:cNvGraphicFramePr>
          <p:nvPr>
            <p:extLst>
              <p:ext uri="{D42A27DB-BD31-4B8C-83A1-F6EECF244321}">
                <p14:modId xmlns:p14="http://schemas.microsoft.com/office/powerpoint/2010/main" val="3984713415"/>
              </p:ext>
            </p:extLst>
          </p:nvPr>
        </p:nvGraphicFramePr>
        <p:xfrm>
          <a:off x="5257803" y="4810441"/>
          <a:ext cx="4064000" cy="1112520"/>
        </p:xfrm>
        <a:graphic>
          <a:graphicData uri="http://schemas.openxmlformats.org/drawingml/2006/table">
            <a:tbl>
              <a:tblPr bandRow="1">
                <a:tableStyleId>{5C22544A-7EE6-4342-B048-85BDC9FD1C3A}</a:tableStyleId>
              </a:tblPr>
              <a:tblGrid>
                <a:gridCol w="4064000">
                  <a:extLst>
                    <a:ext uri="{9D8B030D-6E8A-4147-A177-3AD203B41FA5}">
                      <a16:colId xmlns:a16="http://schemas.microsoft.com/office/drawing/2014/main" val="1441958998"/>
                    </a:ext>
                  </a:extLst>
                </a:gridCol>
              </a:tblGrid>
              <a:tr h="370840">
                <a:tc>
                  <a:txBody>
                    <a:bodyPr/>
                    <a:lstStyle/>
                    <a:p>
                      <a:r>
                        <a:rPr lang="de-DE" dirty="0"/>
                        <a:t>Bedingungen</a:t>
                      </a:r>
                    </a:p>
                  </a:txBody>
                  <a:tcPr/>
                </a:tc>
                <a:extLst>
                  <a:ext uri="{0D108BD9-81ED-4DB2-BD59-A6C34878D82A}">
                    <a16:rowId xmlns:a16="http://schemas.microsoft.com/office/drawing/2014/main" val="2319090527"/>
                  </a:ext>
                </a:extLst>
              </a:tr>
              <a:tr h="370840">
                <a:tc>
                  <a:txBody>
                    <a:bodyPr/>
                    <a:lstStyle/>
                    <a:p>
                      <a:r>
                        <a:rPr lang="de-DE" dirty="0"/>
                        <a:t>Datums- und Textfunktionen</a:t>
                      </a:r>
                    </a:p>
                  </a:txBody>
                  <a:tcPr/>
                </a:tc>
                <a:extLst>
                  <a:ext uri="{0D108BD9-81ED-4DB2-BD59-A6C34878D82A}">
                    <a16:rowId xmlns:a16="http://schemas.microsoft.com/office/drawing/2014/main" val="2333823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Behandlung fehlender Werte </a:t>
                      </a:r>
                    </a:p>
                  </a:txBody>
                  <a:tcPr/>
                </a:tc>
                <a:extLst>
                  <a:ext uri="{0D108BD9-81ED-4DB2-BD59-A6C34878D82A}">
                    <a16:rowId xmlns:a16="http://schemas.microsoft.com/office/drawing/2014/main" val="1156577864"/>
                  </a:ext>
                </a:extLst>
              </a:tr>
            </a:tbl>
          </a:graphicData>
        </a:graphic>
      </p:graphicFrame>
    </p:spTree>
    <p:extLst>
      <p:ext uri="{BB962C8B-B14F-4D97-AF65-F5344CB8AC3E}">
        <p14:creationId xmlns:p14="http://schemas.microsoft.com/office/powerpoint/2010/main" val="3401524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549E69-5A61-E5F2-A153-1E9508AA8CC6}"/>
              </a:ext>
            </a:extLst>
          </p:cNvPr>
          <p:cNvSpPr>
            <a:spLocks noGrp="1"/>
          </p:cNvSpPr>
          <p:nvPr>
            <p:ph type="title"/>
          </p:nvPr>
        </p:nvSpPr>
        <p:spPr/>
        <p:txBody>
          <a:bodyPr/>
          <a:lstStyle/>
          <a:p>
            <a:r>
              <a:rPr lang="de-DE" dirty="0"/>
              <a:t>Value Mapping übersetzt die Codes verschiedener Systeme</a:t>
            </a:r>
          </a:p>
        </p:txBody>
      </p:sp>
      <p:graphicFrame>
        <p:nvGraphicFramePr>
          <p:cNvPr id="23" name="Inhaltsplatzhalter 22">
            <a:extLst>
              <a:ext uri="{FF2B5EF4-FFF2-40B4-BE49-F238E27FC236}">
                <a16:creationId xmlns:a16="http://schemas.microsoft.com/office/drawing/2014/main" id="{86600058-19D8-E94B-DEF9-894FA4CBF611}"/>
              </a:ext>
            </a:extLst>
          </p:cNvPr>
          <p:cNvGraphicFramePr>
            <a:graphicFrameLocks noGrp="1"/>
          </p:cNvGraphicFramePr>
          <p:nvPr>
            <p:ph idx="1"/>
            <p:extLst>
              <p:ext uri="{D42A27DB-BD31-4B8C-83A1-F6EECF244321}">
                <p14:modId xmlns:p14="http://schemas.microsoft.com/office/powerpoint/2010/main" val="2685739473"/>
              </p:ext>
            </p:extLst>
          </p:nvPr>
        </p:nvGraphicFramePr>
        <p:xfrm>
          <a:off x="978793" y="3496119"/>
          <a:ext cx="10174312" cy="1483360"/>
        </p:xfrm>
        <a:graphic>
          <a:graphicData uri="http://schemas.openxmlformats.org/drawingml/2006/table">
            <a:tbl>
              <a:tblPr firstRow="1" bandRow="1">
                <a:tableStyleId>{5C22544A-7EE6-4342-B048-85BDC9FD1C3A}</a:tableStyleId>
              </a:tblPr>
              <a:tblGrid>
                <a:gridCol w="5087156">
                  <a:extLst>
                    <a:ext uri="{9D8B030D-6E8A-4147-A177-3AD203B41FA5}">
                      <a16:colId xmlns:a16="http://schemas.microsoft.com/office/drawing/2014/main" val="3297726611"/>
                    </a:ext>
                  </a:extLst>
                </a:gridCol>
                <a:gridCol w="5087156">
                  <a:extLst>
                    <a:ext uri="{9D8B030D-6E8A-4147-A177-3AD203B41FA5}">
                      <a16:colId xmlns:a16="http://schemas.microsoft.com/office/drawing/2014/main" val="2512754168"/>
                    </a:ext>
                  </a:extLst>
                </a:gridCol>
              </a:tblGrid>
              <a:tr h="370840">
                <a:tc>
                  <a:txBody>
                    <a:bodyPr/>
                    <a:lstStyle/>
                    <a:p>
                      <a:r>
                        <a:rPr lang="de-DE" dirty="0"/>
                        <a:t>Value Mapping</a:t>
                      </a:r>
                    </a:p>
                  </a:txBody>
                  <a:tcPr/>
                </a:tc>
                <a:tc>
                  <a:txBody>
                    <a:bodyPr/>
                    <a:lstStyle/>
                    <a:p>
                      <a:r>
                        <a:rPr lang="de-DE" dirty="0"/>
                        <a:t>Message Mapping</a:t>
                      </a:r>
                    </a:p>
                  </a:txBody>
                  <a:tcPr/>
                </a:tc>
                <a:extLst>
                  <a:ext uri="{0D108BD9-81ED-4DB2-BD59-A6C34878D82A}">
                    <a16:rowId xmlns:a16="http://schemas.microsoft.com/office/drawing/2014/main" val="4279564832"/>
                  </a:ext>
                </a:extLst>
              </a:tr>
              <a:tr h="370840">
                <a:tc>
                  <a:txBody>
                    <a:bodyPr/>
                    <a:lstStyle/>
                    <a:p>
                      <a:r>
                        <a:rPr lang="de-DE" dirty="0"/>
                        <a:t>übersetzt einzelne Codewerte</a:t>
                      </a:r>
                    </a:p>
                  </a:txBody>
                  <a:tcPr/>
                </a:tc>
                <a:tc>
                  <a:txBody>
                    <a:bodyPr/>
                    <a:lstStyle/>
                    <a:p>
                      <a:r>
                        <a:rPr lang="de-DE" dirty="0"/>
                        <a:t>bildet Nachrichtenstrukturen ab</a:t>
                      </a:r>
                    </a:p>
                  </a:txBody>
                  <a:tcPr/>
                </a:tc>
                <a:extLst>
                  <a:ext uri="{0D108BD9-81ED-4DB2-BD59-A6C34878D82A}">
                    <a16:rowId xmlns:a16="http://schemas.microsoft.com/office/drawing/2014/main" val="738800902"/>
                  </a:ext>
                </a:extLst>
              </a:tr>
              <a:tr h="370840">
                <a:tc>
                  <a:txBody>
                    <a:bodyPr/>
                    <a:lstStyle/>
                    <a:p>
                      <a:r>
                        <a:rPr lang="de-DE" dirty="0"/>
                        <a:t>kann zentral wiederverwendet werden</a:t>
                      </a:r>
                    </a:p>
                  </a:txBody>
                  <a:tcPr/>
                </a:tc>
                <a:tc>
                  <a:txBody>
                    <a:bodyPr/>
                    <a:lstStyle/>
                    <a:p>
                      <a:r>
                        <a:rPr lang="de-DE" dirty="0"/>
                        <a:t>gehört i.d.R. zu einem Integration Flow</a:t>
                      </a:r>
                    </a:p>
                  </a:txBody>
                  <a:tcPr/>
                </a:tc>
                <a:extLst>
                  <a:ext uri="{0D108BD9-81ED-4DB2-BD59-A6C34878D82A}">
                    <a16:rowId xmlns:a16="http://schemas.microsoft.com/office/drawing/2014/main" val="3964562896"/>
                  </a:ext>
                </a:extLst>
              </a:tr>
              <a:tr h="370840">
                <a:tc>
                  <a:txBody>
                    <a:bodyPr/>
                    <a:lstStyle/>
                    <a:p>
                      <a:r>
                        <a:rPr lang="de-DE" dirty="0"/>
                        <a:t>kennt Systeme, Agenturen und Identifikatoren</a:t>
                      </a:r>
                    </a:p>
                  </a:txBody>
                  <a:tcPr/>
                </a:tc>
                <a:tc>
                  <a:txBody>
                    <a:bodyPr/>
                    <a:lstStyle/>
                    <a:p>
                      <a:r>
                        <a:rPr lang="de-DE" dirty="0"/>
                        <a:t>kennt Quell- und Zielfelder</a:t>
                      </a:r>
                    </a:p>
                  </a:txBody>
                  <a:tcPr/>
                </a:tc>
                <a:extLst>
                  <a:ext uri="{0D108BD9-81ED-4DB2-BD59-A6C34878D82A}">
                    <a16:rowId xmlns:a16="http://schemas.microsoft.com/office/drawing/2014/main" val="3686863289"/>
                  </a:ext>
                </a:extLst>
              </a:tr>
            </a:tbl>
          </a:graphicData>
        </a:graphic>
      </p:graphicFrame>
      <p:pic>
        <p:nvPicPr>
          <p:cNvPr id="6" name="Grafik 5">
            <a:extLst>
              <a:ext uri="{FF2B5EF4-FFF2-40B4-BE49-F238E27FC236}">
                <a16:creationId xmlns:a16="http://schemas.microsoft.com/office/drawing/2014/main" id="{234F1E26-C376-3607-0C75-202721ECB94F}"/>
              </a:ext>
            </a:extLst>
          </p:cNvPr>
          <p:cNvPicPr>
            <a:picLocks noChangeAspect="1"/>
          </p:cNvPicPr>
          <p:nvPr/>
        </p:nvPicPr>
        <p:blipFill>
          <a:blip r:embed="rId3"/>
          <a:stretch>
            <a:fillRect/>
          </a:stretch>
        </p:blipFill>
        <p:spPr>
          <a:xfrm>
            <a:off x="4514043" y="1612538"/>
            <a:ext cx="3180008" cy="1715531"/>
          </a:xfrm>
          <a:prstGeom prst="rect">
            <a:avLst/>
          </a:prstGeom>
        </p:spPr>
      </p:pic>
      <p:pic>
        <p:nvPicPr>
          <p:cNvPr id="10" name="Grafik 9">
            <a:extLst>
              <a:ext uri="{FF2B5EF4-FFF2-40B4-BE49-F238E27FC236}">
                <a16:creationId xmlns:a16="http://schemas.microsoft.com/office/drawing/2014/main" id="{AAB0D92D-4754-5E5D-1CA6-E7D3ACED5681}"/>
              </a:ext>
            </a:extLst>
          </p:cNvPr>
          <p:cNvPicPr>
            <a:picLocks noChangeAspect="1"/>
          </p:cNvPicPr>
          <p:nvPr/>
        </p:nvPicPr>
        <p:blipFill>
          <a:blip r:embed="rId4"/>
          <a:stretch>
            <a:fillRect/>
          </a:stretch>
        </p:blipFill>
        <p:spPr>
          <a:xfrm>
            <a:off x="8189887" y="1606737"/>
            <a:ext cx="3180010" cy="1715531"/>
          </a:xfrm>
          <a:prstGeom prst="rect">
            <a:avLst/>
          </a:prstGeom>
        </p:spPr>
      </p:pic>
      <p:cxnSp>
        <p:nvCxnSpPr>
          <p:cNvPr id="11" name="Gerade Verbindung mit Pfeil 10">
            <a:extLst>
              <a:ext uri="{FF2B5EF4-FFF2-40B4-BE49-F238E27FC236}">
                <a16:creationId xmlns:a16="http://schemas.microsoft.com/office/drawing/2014/main" id="{E2ED697E-BAEA-5A4F-CB59-ABC99BF7FF1C}"/>
              </a:ext>
            </a:extLst>
          </p:cNvPr>
          <p:cNvCxnSpPr>
            <a:cxnSpLocks/>
          </p:cNvCxnSpPr>
          <p:nvPr/>
        </p:nvCxnSpPr>
        <p:spPr>
          <a:xfrm>
            <a:off x="3967646" y="2620201"/>
            <a:ext cx="546397" cy="0"/>
          </a:xfrm>
          <a:prstGeom prst="straightConnector1">
            <a:avLst/>
          </a:prstGeom>
          <a:ln w="2857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Gerade Verbindung mit Pfeil 14">
            <a:extLst>
              <a:ext uri="{FF2B5EF4-FFF2-40B4-BE49-F238E27FC236}">
                <a16:creationId xmlns:a16="http://schemas.microsoft.com/office/drawing/2014/main" id="{6D9DF6A1-B6DE-7303-5965-A23221D8F046}"/>
              </a:ext>
            </a:extLst>
          </p:cNvPr>
          <p:cNvCxnSpPr>
            <a:cxnSpLocks/>
            <a:stCxn id="6" idx="3"/>
            <a:endCxn id="10" idx="1"/>
          </p:cNvCxnSpPr>
          <p:nvPr/>
        </p:nvCxnSpPr>
        <p:spPr>
          <a:xfrm flipV="1">
            <a:off x="7694051" y="2464503"/>
            <a:ext cx="495836" cy="5801"/>
          </a:xfrm>
          <a:prstGeom prst="straightConnector1">
            <a:avLst/>
          </a:prstGeom>
          <a:ln w="2857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20" name="Grafik 19">
            <a:extLst>
              <a:ext uri="{FF2B5EF4-FFF2-40B4-BE49-F238E27FC236}">
                <a16:creationId xmlns:a16="http://schemas.microsoft.com/office/drawing/2014/main" id="{2DCF5F86-7997-FC95-7309-DB507CC76A05}"/>
              </a:ext>
            </a:extLst>
          </p:cNvPr>
          <p:cNvPicPr>
            <a:picLocks noChangeAspect="1"/>
          </p:cNvPicPr>
          <p:nvPr/>
        </p:nvPicPr>
        <p:blipFill>
          <a:blip r:embed="rId5"/>
          <a:stretch>
            <a:fillRect/>
          </a:stretch>
        </p:blipFill>
        <p:spPr>
          <a:xfrm>
            <a:off x="811576" y="1606737"/>
            <a:ext cx="3156070" cy="1597517"/>
          </a:xfrm>
          <a:prstGeom prst="rect">
            <a:avLst/>
          </a:prstGeom>
        </p:spPr>
      </p:pic>
      <p:sp>
        <p:nvSpPr>
          <p:cNvPr id="25" name="Textfeld 24">
            <a:extLst>
              <a:ext uri="{FF2B5EF4-FFF2-40B4-BE49-F238E27FC236}">
                <a16:creationId xmlns:a16="http://schemas.microsoft.com/office/drawing/2014/main" id="{3CB5EFA0-98A9-3E93-174A-3ECCAB2545F2}"/>
              </a:ext>
            </a:extLst>
          </p:cNvPr>
          <p:cNvSpPr txBox="1"/>
          <p:nvPr/>
        </p:nvSpPr>
        <p:spPr>
          <a:xfrm>
            <a:off x="838200" y="6021594"/>
            <a:ext cx="9413859" cy="369332"/>
          </a:xfrm>
          <a:prstGeom prst="rect">
            <a:avLst/>
          </a:prstGeom>
          <a:noFill/>
        </p:spPr>
        <p:txBody>
          <a:bodyPr wrap="none" rtlCol="0">
            <a:spAutoFit/>
          </a:bodyPr>
          <a:lstStyle/>
          <a:p>
            <a:r>
              <a:rPr lang="de-DE" dirty="0">
                <a:highlight>
                  <a:srgbClr val="FFFF00"/>
                </a:highlight>
              </a:rPr>
              <a:t>Codeübersetzungen gehören nicht als lange Fallunterscheidungen in jedes einzelne Mapping.</a:t>
            </a:r>
          </a:p>
        </p:txBody>
      </p:sp>
    </p:spTree>
    <p:extLst>
      <p:ext uri="{BB962C8B-B14F-4D97-AF65-F5344CB8AC3E}">
        <p14:creationId xmlns:p14="http://schemas.microsoft.com/office/powerpoint/2010/main" val="457029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299B8B-B302-2110-1F74-D3714D7C57F3}"/>
              </a:ext>
            </a:extLst>
          </p:cNvPr>
          <p:cNvSpPr>
            <a:spLocks noGrp="1"/>
          </p:cNvSpPr>
          <p:nvPr>
            <p:ph type="title"/>
          </p:nvPr>
        </p:nvSpPr>
        <p:spPr/>
        <p:txBody>
          <a:bodyPr/>
          <a:lstStyle/>
          <a:p>
            <a:r>
              <a:rPr lang="de-DE" dirty="0"/>
              <a:t>Die einfachste geeignete Mapping-Technik ist meist die beste</a:t>
            </a:r>
          </a:p>
        </p:txBody>
      </p:sp>
      <p:graphicFrame>
        <p:nvGraphicFramePr>
          <p:cNvPr id="4" name="Inhaltsplatzhalter 3">
            <a:extLst>
              <a:ext uri="{FF2B5EF4-FFF2-40B4-BE49-F238E27FC236}">
                <a16:creationId xmlns:a16="http://schemas.microsoft.com/office/drawing/2014/main" id="{3C178906-7EF6-1DEF-156A-DEE5A0BEC901}"/>
              </a:ext>
            </a:extLst>
          </p:cNvPr>
          <p:cNvGraphicFramePr>
            <a:graphicFrameLocks noGrp="1"/>
          </p:cNvGraphicFramePr>
          <p:nvPr>
            <p:ph idx="1"/>
            <p:extLst>
              <p:ext uri="{D42A27DB-BD31-4B8C-83A1-F6EECF244321}">
                <p14:modId xmlns:p14="http://schemas.microsoft.com/office/powerpoint/2010/main" val="3407148754"/>
              </p:ext>
            </p:extLst>
          </p:nvPr>
        </p:nvGraphicFramePr>
        <p:xfrm>
          <a:off x="838200" y="1825625"/>
          <a:ext cx="10515600" cy="2931160"/>
        </p:xfrm>
        <a:graphic>
          <a:graphicData uri="http://schemas.openxmlformats.org/drawingml/2006/table">
            <a:tbl>
              <a:tblPr firstRow="1" bandRow="1">
                <a:tableStyleId>{5C22544A-7EE6-4342-B048-85BDC9FD1C3A}</a:tableStyleId>
              </a:tblPr>
              <a:tblGrid>
                <a:gridCol w="2239537">
                  <a:extLst>
                    <a:ext uri="{9D8B030D-6E8A-4147-A177-3AD203B41FA5}">
                      <a16:colId xmlns:a16="http://schemas.microsoft.com/office/drawing/2014/main" val="1980296320"/>
                    </a:ext>
                  </a:extLst>
                </a:gridCol>
                <a:gridCol w="2397512">
                  <a:extLst>
                    <a:ext uri="{9D8B030D-6E8A-4147-A177-3AD203B41FA5}">
                      <a16:colId xmlns:a16="http://schemas.microsoft.com/office/drawing/2014/main" val="3592391348"/>
                    </a:ext>
                  </a:extLst>
                </a:gridCol>
                <a:gridCol w="2854712">
                  <a:extLst>
                    <a:ext uri="{9D8B030D-6E8A-4147-A177-3AD203B41FA5}">
                      <a16:colId xmlns:a16="http://schemas.microsoft.com/office/drawing/2014/main" val="3149153505"/>
                    </a:ext>
                  </a:extLst>
                </a:gridCol>
                <a:gridCol w="3023839">
                  <a:extLst>
                    <a:ext uri="{9D8B030D-6E8A-4147-A177-3AD203B41FA5}">
                      <a16:colId xmlns:a16="http://schemas.microsoft.com/office/drawing/2014/main" val="3625908426"/>
                    </a:ext>
                  </a:extLst>
                </a:gridCol>
              </a:tblGrid>
              <a:tr h="370840">
                <a:tc>
                  <a:txBody>
                    <a:bodyPr/>
                    <a:lstStyle/>
                    <a:p>
                      <a:r>
                        <a:rPr lang="de-DE" dirty="0"/>
                        <a:t>Technik</a:t>
                      </a:r>
                    </a:p>
                  </a:txBody>
                  <a:tcPr/>
                </a:tc>
                <a:tc>
                  <a:txBody>
                    <a:bodyPr/>
                    <a:lstStyle/>
                    <a:p>
                      <a:r>
                        <a:rPr lang="de-DE" dirty="0"/>
                        <a:t>Geeignet für</a:t>
                      </a:r>
                    </a:p>
                  </a:txBody>
                  <a:tcPr/>
                </a:tc>
                <a:tc>
                  <a:txBody>
                    <a:bodyPr/>
                    <a:lstStyle/>
                    <a:p>
                      <a:r>
                        <a:rPr lang="de-DE" dirty="0"/>
                        <a:t>Stärken</a:t>
                      </a:r>
                    </a:p>
                  </a:txBody>
                  <a:tcPr/>
                </a:tc>
                <a:tc>
                  <a:txBody>
                    <a:bodyPr/>
                    <a:lstStyle/>
                    <a:p>
                      <a:r>
                        <a:rPr lang="de-DE" dirty="0"/>
                        <a:t>Grenzen</a:t>
                      </a:r>
                    </a:p>
                  </a:txBody>
                  <a:tcPr/>
                </a:tc>
                <a:extLst>
                  <a:ext uri="{0D108BD9-81ED-4DB2-BD59-A6C34878D82A}">
                    <a16:rowId xmlns:a16="http://schemas.microsoft.com/office/drawing/2014/main" val="3601028424"/>
                  </a:ext>
                </a:extLst>
              </a:tr>
              <a:tr h="370840">
                <a:tc>
                  <a:txBody>
                    <a:bodyPr/>
                    <a:lstStyle/>
                    <a:p>
                      <a:r>
                        <a:rPr lang="de-DE" dirty="0"/>
                        <a:t>Message Mapping</a:t>
                      </a:r>
                    </a:p>
                  </a:txBody>
                  <a:tcPr/>
                </a:tc>
                <a:tc>
                  <a:txBody>
                    <a:bodyPr/>
                    <a:lstStyle/>
                    <a:p>
                      <a:r>
                        <a:rPr lang="de-DE" dirty="0"/>
                        <a:t>schemaorientierte Transformation</a:t>
                      </a:r>
                    </a:p>
                  </a:txBody>
                  <a:tcPr/>
                </a:tc>
                <a:tc>
                  <a:txBody>
                    <a:bodyPr/>
                    <a:lstStyle/>
                    <a:p>
                      <a:r>
                        <a:rPr lang="de-DE" dirty="0"/>
                        <a:t>grafisch, nachvollziehbar</a:t>
                      </a:r>
                    </a:p>
                  </a:txBody>
                  <a:tcPr/>
                </a:tc>
                <a:tc>
                  <a:txBody>
                    <a:bodyPr/>
                    <a:lstStyle/>
                    <a:p>
                      <a:r>
                        <a:rPr lang="de-DE" dirty="0"/>
                        <a:t>benötigt definierte Strukturen</a:t>
                      </a:r>
                    </a:p>
                  </a:txBody>
                  <a:tcPr/>
                </a:tc>
                <a:extLst>
                  <a:ext uri="{0D108BD9-81ED-4DB2-BD59-A6C34878D82A}">
                    <a16:rowId xmlns:a16="http://schemas.microsoft.com/office/drawing/2014/main" val="1139349165"/>
                  </a:ext>
                </a:extLst>
              </a:tr>
              <a:tr h="370840">
                <a:tc>
                  <a:txBody>
                    <a:bodyPr/>
                    <a:lstStyle/>
                    <a:p>
                      <a:r>
                        <a:rPr lang="de-DE" dirty="0"/>
                        <a:t>Value Mapping</a:t>
                      </a:r>
                    </a:p>
                  </a:txBody>
                  <a:tcPr/>
                </a:tc>
                <a:tc>
                  <a:txBody>
                    <a:bodyPr/>
                    <a:lstStyle/>
                    <a:p>
                      <a:r>
                        <a:rPr lang="de-DE" dirty="0"/>
                        <a:t>Übersetzung von Codewerten</a:t>
                      </a:r>
                    </a:p>
                  </a:txBody>
                  <a:tcPr/>
                </a:tc>
                <a:tc>
                  <a:txBody>
                    <a:bodyPr/>
                    <a:lstStyle/>
                    <a:p>
                      <a:r>
                        <a:rPr lang="de-DE" dirty="0"/>
                        <a:t>zentral, wiederverwendbar</a:t>
                      </a:r>
                    </a:p>
                  </a:txBody>
                  <a:tcPr/>
                </a:tc>
                <a:tc>
                  <a:txBody>
                    <a:bodyPr/>
                    <a:lstStyle/>
                    <a:p>
                      <a:r>
                        <a:rPr lang="de-DE" dirty="0"/>
                        <a:t>keine vollständige Strukturtransformation</a:t>
                      </a:r>
                    </a:p>
                  </a:txBody>
                  <a:tcPr/>
                </a:tc>
                <a:extLst>
                  <a:ext uri="{0D108BD9-81ED-4DB2-BD59-A6C34878D82A}">
                    <a16:rowId xmlns:a16="http://schemas.microsoft.com/office/drawing/2014/main" val="1902837485"/>
                  </a:ext>
                </a:extLst>
              </a:tr>
              <a:tr h="370840">
                <a:tc>
                  <a:txBody>
                    <a:bodyPr/>
                    <a:lstStyle/>
                    <a:p>
                      <a:r>
                        <a:rPr lang="de-DE" dirty="0"/>
                        <a:t>XSLT Mapping</a:t>
                      </a:r>
                    </a:p>
                  </a:txBody>
                  <a:tcPr/>
                </a:tc>
                <a:tc>
                  <a:txBody>
                    <a:bodyPr/>
                    <a:lstStyle/>
                    <a:p>
                      <a:r>
                        <a:rPr lang="de-DE" dirty="0"/>
                        <a:t>komplexe XML-Transformation</a:t>
                      </a:r>
                    </a:p>
                  </a:txBody>
                  <a:tcPr/>
                </a:tc>
                <a:tc>
                  <a:txBody>
                    <a:bodyPr/>
                    <a:lstStyle/>
                    <a:p>
                      <a:r>
                        <a:rPr lang="de-DE" dirty="0"/>
                        <a:t>leistungsfähig für XML</a:t>
                      </a:r>
                    </a:p>
                  </a:txBody>
                  <a:tcPr/>
                </a:tc>
                <a:tc>
                  <a:txBody>
                    <a:bodyPr/>
                    <a:lstStyle/>
                    <a:p>
                      <a:r>
                        <a:rPr lang="de-DE" dirty="0"/>
                        <a:t>erfordert XSLT-Kenntnisse</a:t>
                      </a:r>
                    </a:p>
                  </a:txBody>
                  <a:tcPr/>
                </a:tc>
                <a:extLst>
                  <a:ext uri="{0D108BD9-81ED-4DB2-BD59-A6C34878D82A}">
                    <a16:rowId xmlns:a16="http://schemas.microsoft.com/office/drawing/2014/main" val="449685759"/>
                  </a:ext>
                </a:extLst>
              </a:tr>
              <a:tr h="370840">
                <a:tc>
                  <a:txBody>
                    <a:bodyPr/>
                    <a:lstStyle/>
                    <a:p>
                      <a:r>
                        <a:rPr lang="de-DE" dirty="0"/>
                        <a:t>Groovy </a:t>
                      </a:r>
                      <a:r>
                        <a:rPr lang="de-DE" dirty="0" err="1"/>
                        <a:t>Script</a:t>
                      </a:r>
                      <a:endParaRPr lang="de-DE" dirty="0"/>
                    </a:p>
                  </a:txBody>
                  <a:tcPr/>
                </a:tc>
                <a:tc>
                  <a:txBody>
                    <a:bodyPr/>
                    <a:lstStyle/>
                    <a:p>
                      <a:r>
                        <a:rPr lang="de-DE" dirty="0"/>
                        <a:t>besondere Transformationslogik</a:t>
                      </a:r>
                    </a:p>
                  </a:txBody>
                  <a:tcPr/>
                </a:tc>
                <a:tc>
                  <a:txBody>
                    <a:bodyPr/>
                    <a:lstStyle/>
                    <a:p>
                      <a:r>
                        <a:rPr lang="de-DE" dirty="0"/>
                        <a:t>sehr flexibel</a:t>
                      </a:r>
                    </a:p>
                  </a:txBody>
                  <a:tcPr/>
                </a:tc>
                <a:tc>
                  <a:txBody>
                    <a:bodyPr/>
                    <a:lstStyle/>
                    <a:p>
                      <a:r>
                        <a:rPr lang="de-DE" dirty="0"/>
                        <a:t>mehr Entwicklungs- und Testaufwand</a:t>
                      </a:r>
                    </a:p>
                  </a:txBody>
                  <a:tcPr/>
                </a:tc>
                <a:extLst>
                  <a:ext uri="{0D108BD9-81ED-4DB2-BD59-A6C34878D82A}">
                    <a16:rowId xmlns:a16="http://schemas.microsoft.com/office/drawing/2014/main" val="945557778"/>
                  </a:ext>
                </a:extLst>
              </a:tr>
            </a:tbl>
          </a:graphicData>
        </a:graphic>
      </p:graphicFrame>
      <p:sp>
        <p:nvSpPr>
          <p:cNvPr id="6" name="Textfeld 5">
            <a:extLst>
              <a:ext uri="{FF2B5EF4-FFF2-40B4-BE49-F238E27FC236}">
                <a16:creationId xmlns:a16="http://schemas.microsoft.com/office/drawing/2014/main" id="{A9B56415-BF34-91AA-2797-C8EB654A8138}"/>
              </a:ext>
            </a:extLst>
          </p:cNvPr>
          <p:cNvSpPr txBox="1"/>
          <p:nvPr/>
        </p:nvSpPr>
        <p:spPr>
          <a:xfrm>
            <a:off x="838200" y="6021594"/>
            <a:ext cx="9787359" cy="369332"/>
          </a:xfrm>
          <a:prstGeom prst="rect">
            <a:avLst/>
          </a:prstGeom>
          <a:noFill/>
        </p:spPr>
        <p:txBody>
          <a:bodyPr wrap="none" rtlCol="0">
            <a:spAutoFit/>
          </a:bodyPr>
          <a:lstStyle/>
          <a:p>
            <a:r>
              <a:rPr lang="de-DE" dirty="0">
                <a:highlight>
                  <a:srgbClr val="FFFF00"/>
                </a:highlight>
              </a:rPr>
              <a:t>Ein Groovy </a:t>
            </a:r>
            <a:r>
              <a:rPr lang="de-DE" dirty="0" err="1">
                <a:highlight>
                  <a:srgbClr val="FFFF00"/>
                </a:highlight>
              </a:rPr>
              <a:t>Script</a:t>
            </a:r>
            <a:r>
              <a:rPr lang="de-DE" dirty="0">
                <a:highlight>
                  <a:srgbClr val="FFFF00"/>
                </a:highlight>
              </a:rPr>
              <a:t> ist eine Ausweichmöglichkeit – kein Ersatz für verständliche Standardbausteine.</a:t>
            </a:r>
          </a:p>
        </p:txBody>
      </p:sp>
    </p:spTree>
    <p:extLst>
      <p:ext uri="{BB962C8B-B14F-4D97-AF65-F5344CB8AC3E}">
        <p14:creationId xmlns:p14="http://schemas.microsoft.com/office/powerpoint/2010/main" val="2232570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2424A4-BAFE-6C46-20A2-DC8A8A7DD2F5}"/>
              </a:ext>
            </a:extLst>
          </p:cNvPr>
          <p:cNvSpPr>
            <a:spLocks noGrp="1"/>
          </p:cNvSpPr>
          <p:nvPr>
            <p:ph type="title"/>
          </p:nvPr>
        </p:nvSpPr>
        <p:spPr/>
        <p:txBody>
          <a:bodyPr/>
          <a:lstStyle/>
          <a:p>
            <a:r>
              <a:rPr lang="de-DE" dirty="0"/>
              <a:t>Das Webshop-Modell auf das </a:t>
            </a:r>
            <a:r>
              <a:rPr lang="de-DE" dirty="0" err="1"/>
              <a:t>OData</a:t>
            </a:r>
            <a:r>
              <a:rPr lang="de-DE" dirty="0"/>
              <a:t>-Modell abbilden</a:t>
            </a:r>
          </a:p>
        </p:txBody>
      </p:sp>
      <p:pic>
        <p:nvPicPr>
          <p:cNvPr id="5" name="Inhaltsplatzhalter 4">
            <a:extLst>
              <a:ext uri="{FF2B5EF4-FFF2-40B4-BE49-F238E27FC236}">
                <a16:creationId xmlns:a16="http://schemas.microsoft.com/office/drawing/2014/main" id="{2D5593C9-4841-9B2D-3A0C-680A7CFC67C7}"/>
              </a:ext>
            </a:extLst>
          </p:cNvPr>
          <p:cNvPicPr>
            <a:picLocks noGrp="1" noChangeAspect="1"/>
          </p:cNvPicPr>
          <p:nvPr>
            <p:ph idx="1"/>
          </p:nvPr>
        </p:nvPicPr>
        <p:blipFill>
          <a:blip r:embed="rId3"/>
          <a:stretch>
            <a:fillRect/>
          </a:stretch>
        </p:blipFill>
        <p:spPr>
          <a:xfrm>
            <a:off x="838200" y="1690688"/>
            <a:ext cx="10515600" cy="2799435"/>
          </a:xfrm>
          <a:prstGeom prst="rect">
            <a:avLst/>
          </a:prstGeom>
        </p:spPr>
      </p:pic>
      <p:pic>
        <p:nvPicPr>
          <p:cNvPr id="7" name="Grafik 6">
            <a:extLst>
              <a:ext uri="{FF2B5EF4-FFF2-40B4-BE49-F238E27FC236}">
                <a16:creationId xmlns:a16="http://schemas.microsoft.com/office/drawing/2014/main" id="{DBAFBB6C-4206-5292-4A37-C1623B10E027}"/>
              </a:ext>
            </a:extLst>
          </p:cNvPr>
          <p:cNvPicPr>
            <a:picLocks noChangeAspect="1"/>
          </p:cNvPicPr>
          <p:nvPr/>
        </p:nvPicPr>
        <p:blipFill>
          <a:blip r:embed="rId4"/>
          <a:stretch>
            <a:fillRect/>
          </a:stretch>
        </p:blipFill>
        <p:spPr>
          <a:xfrm>
            <a:off x="3799266" y="3745454"/>
            <a:ext cx="6124925" cy="2843715"/>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78023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10A8AE-BC01-B87F-CAEE-E7FD3BB17CC0}"/>
              </a:ext>
            </a:extLst>
          </p:cNvPr>
          <p:cNvSpPr>
            <a:spLocks noGrp="1"/>
          </p:cNvSpPr>
          <p:nvPr>
            <p:ph type="title"/>
          </p:nvPr>
        </p:nvSpPr>
        <p:spPr/>
        <p:txBody>
          <a:bodyPr/>
          <a:lstStyle/>
          <a:p>
            <a:r>
              <a:rPr lang="de-DE" dirty="0"/>
              <a:t>Enterprise Integration Patterns</a:t>
            </a:r>
          </a:p>
        </p:txBody>
      </p:sp>
      <p:sp>
        <p:nvSpPr>
          <p:cNvPr id="3" name="Inhaltsplatzhalter 2">
            <a:extLst>
              <a:ext uri="{FF2B5EF4-FFF2-40B4-BE49-F238E27FC236}">
                <a16:creationId xmlns:a16="http://schemas.microsoft.com/office/drawing/2014/main" id="{23F7740E-85ED-0C15-3C36-AC9352E9D619}"/>
              </a:ext>
            </a:extLst>
          </p:cNvPr>
          <p:cNvSpPr>
            <a:spLocks noGrp="1"/>
          </p:cNvSpPr>
          <p:nvPr>
            <p:ph idx="1"/>
          </p:nvPr>
        </p:nvSpPr>
        <p:spPr/>
        <p:txBody>
          <a:bodyPr/>
          <a:lstStyle/>
          <a:p>
            <a:r>
              <a:rPr lang="de-DE" dirty="0"/>
              <a:t>Wiederkehrende Integrationsprobleme</a:t>
            </a:r>
          </a:p>
          <a:p>
            <a:r>
              <a:rPr lang="de-DE" dirty="0"/>
              <a:t>Patterns und Integration-Suite Bausteine</a:t>
            </a:r>
          </a:p>
          <a:p>
            <a:r>
              <a:rPr lang="de-DE" dirty="0"/>
              <a:t>Content </a:t>
            </a:r>
            <a:r>
              <a:rPr lang="de-DE" dirty="0" err="1"/>
              <a:t>Modifier</a:t>
            </a:r>
            <a:endParaRPr lang="de-DE" dirty="0"/>
          </a:p>
          <a:p>
            <a:r>
              <a:rPr lang="de-DE" dirty="0"/>
              <a:t>Content-</a:t>
            </a:r>
            <a:r>
              <a:rPr lang="de-DE" dirty="0" err="1"/>
              <a:t>Based</a:t>
            </a:r>
            <a:r>
              <a:rPr lang="de-DE" dirty="0"/>
              <a:t> Router</a:t>
            </a:r>
          </a:p>
          <a:p>
            <a:r>
              <a:rPr lang="de-DE" dirty="0"/>
              <a:t>Multicast</a:t>
            </a:r>
          </a:p>
          <a:p>
            <a:r>
              <a:rPr lang="de-DE" dirty="0"/>
              <a:t>Splitter</a:t>
            </a:r>
          </a:p>
          <a:p>
            <a:r>
              <a:rPr lang="de-DE" dirty="0" err="1"/>
              <a:t>Exception</a:t>
            </a:r>
            <a:r>
              <a:rPr lang="de-DE" dirty="0"/>
              <a:t> </a:t>
            </a:r>
            <a:r>
              <a:rPr lang="de-DE" dirty="0" err="1"/>
              <a:t>Subprocess</a:t>
            </a:r>
            <a:endParaRPr lang="de-DE" dirty="0"/>
          </a:p>
        </p:txBody>
      </p:sp>
    </p:spTree>
    <p:extLst>
      <p:ext uri="{BB962C8B-B14F-4D97-AF65-F5344CB8AC3E}">
        <p14:creationId xmlns:p14="http://schemas.microsoft.com/office/powerpoint/2010/main" val="2289674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7C1D67-347E-3B1E-EADF-39D3DFCD2238}"/>
              </a:ext>
            </a:extLst>
          </p:cNvPr>
          <p:cNvSpPr>
            <a:spLocks noGrp="1"/>
          </p:cNvSpPr>
          <p:nvPr>
            <p:ph type="title"/>
          </p:nvPr>
        </p:nvSpPr>
        <p:spPr/>
        <p:txBody>
          <a:bodyPr/>
          <a:lstStyle/>
          <a:p>
            <a:r>
              <a:rPr lang="de-DE" dirty="0"/>
              <a:t>Wiederkehrende Integrationsprobleme</a:t>
            </a:r>
          </a:p>
        </p:txBody>
      </p:sp>
      <p:sp>
        <p:nvSpPr>
          <p:cNvPr id="3" name="Inhaltsplatzhalter 2">
            <a:extLst>
              <a:ext uri="{FF2B5EF4-FFF2-40B4-BE49-F238E27FC236}">
                <a16:creationId xmlns:a16="http://schemas.microsoft.com/office/drawing/2014/main" id="{548F9999-B861-10A3-BBA6-3AD6A7367149}"/>
              </a:ext>
            </a:extLst>
          </p:cNvPr>
          <p:cNvSpPr>
            <a:spLocks noGrp="1"/>
          </p:cNvSpPr>
          <p:nvPr>
            <p:ph idx="1"/>
          </p:nvPr>
        </p:nvSpPr>
        <p:spPr>
          <a:xfrm>
            <a:off x="838200" y="1825625"/>
            <a:ext cx="10515600" cy="4351338"/>
          </a:xfrm>
        </p:spPr>
        <p:txBody>
          <a:bodyPr/>
          <a:lstStyle/>
          <a:p>
            <a:endParaRPr lang="de-DE" dirty="0"/>
          </a:p>
        </p:txBody>
      </p:sp>
      <p:sp>
        <p:nvSpPr>
          <p:cNvPr id="4" name="Rechteck 3">
            <a:extLst>
              <a:ext uri="{FF2B5EF4-FFF2-40B4-BE49-F238E27FC236}">
                <a16:creationId xmlns:a16="http://schemas.microsoft.com/office/drawing/2014/main" id="{D31CC894-B53F-A3C3-9858-932158D76108}"/>
              </a:ext>
            </a:extLst>
          </p:cNvPr>
          <p:cNvSpPr/>
          <p:nvPr/>
        </p:nvSpPr>
        <p:spPr>
          <a:xfrm>
            <a:off x="5162281" y="1825625"/>
            <a:ext cx="1841679" cy="485310"/>
          </a:xfrm>
          <a:prstGeom prst="rect">
            <a:avLst/>
          </a:prstGeom>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Nachricht</a:t>
            </a:r>
          </a:p>
        </p:txBody>
      </p:sp>
      <p:sp>
        <p:nvSpPr>
          <p:cNvPr id="5" name="Raute 4">
            <a:extLst>
              <a:ext uri="{FF2B5EF4-FFF2-40B4-BE49-F238E27FC236}">
                <a16:creationId xmlns:a16="http://schemas.microsoft.com/office/drawing/2014/main" id="{D9BF22D7-BDBA-1A8C-AF42-962ECF7DC5FC}"/>
              </a:ext>
            </a:extLst>
          </p:cNvPr>
          <p:cNvSpPr/>
          <p:nvPr/>
        </p:nvSpPr>
        <p:spPr>
          <a:xfrm>
            <a:off x="5329707" y="2584939"/>
            <a:ext cx="1506293" cy="1072662"/>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was ist zu tun?</a:t>
            </a:r>
          </a:p>
        </p:txBody>
      </p:sp>
      <p:sp>
        <p:nvSpPr>
          <p:cNvPr id="7" name="Rechteck 6">
            <a:extLst>
              <a:ext uri="{FF2B5EF4-FFF2-40B4-BE49-F238E27FC236}">
                <a16:creationId xmlns:a16="http://schemas.microsoft.com/office/drawing/2014/main" id="{C40E0B42-8F4D-DE5C-A60D-614000609D7B}"/>
              </a:ext>
            </a:extLst>
          </p:cNvPr>
          <p:cNvSpPr/>
          <p:nvPr/>
        </p:nvSpPr>
        <p:spPr>
          <a:xfrm>
            <a:off x="7595181" y="4721132"/>
            <a:ext cx="1506293" cy="595394"/>
          </a:xfrm>
          <a:prstGeom prst="rect">
            <a:avLst/>
          </a:prstGeom>
          <a:solidFill>
            <a:srgbClr val="FFC00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Split</a:t>
            </a:r>
          </a:p>
        </p:txBody>
      </p:sp>
      <p:sp>
        <p:nvSpPr>
          <p:cNvPr id="9" name="Rechteck 8">
            <a:extLst>
              <a:ext uri="{FF2B5EF4-FFF2-40B4-BE49-F238E27FC236}">
                <a16:creationId xmlns:a16="http://schemas.microsoft.com/office/drawing/2014/main" id="{672637C2-9757-CFC5-AEE1-ACF946143D58}"/>
              </a:ext>
            </a:extLst>
          </p:cNvPr>
          <p:cNvSpPr/>
          <p:nvPr/>
        </p:nvSpPr>
        <p:spPr>
          <a:xfrm>
            <a:off x="9847507" y="4721132"/>
            <a:ext cx="1506293" cy="595394"/>
          </a:xfrm>
          <a:prstGeom prst="rect">
            <a:avLst/>
          </a:prstGeom>
          <a:solidFill>
            <a:srgbClr val="FFC00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Handle</a:t>
            </a:r>
          </a:p>
          <a:p>
            <a:pPr algn="ctr"/>
            <a:r>
              <a:rPr lang="de-DE" dirty="0">
                <a:solidFill>
                  <a:schemeClr val="tx1"/>
                </a:solidFill>
              </a:rPr>
              <a:t> </a:t>
            </a:r>
            <a:r>
              <a:rPr lang="de-DE" dirty="0" err="1">
                <a:solidFill>
                  <a:schemeClr val="tx1"/>
                </a:solidFill>
              </a:rPr>
              <a:t>Exception</a:t>
            </a:r>
            <a:endParaRPr lang="de-DE" dirty="0">
              <a:solidFill>
                <a:schemeClr val="tx1"/>
              </a:solidFill>
            </a:endParaRPr>
          </a:p>
        </p:txBody>
      </p:sp>
      <p:sp>
        <p:nvSpPr>
          <p:cNvPr id="11" name="Rechteck 10">
            <a:extLst>
              <a:ext uri="{FF2B5EF4-FFF2-40B4-BE49-F238E27FC236}">
                <a16:creationId xmlns:a16="http://schemas.microsoft.com/office/drawing/2014/main" id="{7F095DC7-1431-1E05-AF3D-DA16AE1C938D}"/>
              </a:ext>
            </a:extLst>
          </p:cNvPr>
          <p:cNvSpPr/>
          <p:nvPr/>
        </p:nvSpPr>
        <p:spPr>
          <a:xfrm>
            <a:off x="5355733" y="4721132"/>
            <a:ext cx="1506293" cy="595394"/>
          </a:xfrm>
          <a:prstGeom prst="rect">
            <a:avLst/>
          </a:prstGeom>
          <a:solidFill>
            <a:srgbClr val="FFC00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Multicast</a:t>
            </a:r>
          </a:p>
        </p:txBody>
      </p:sp>
      <p:sp>
        <p:nvSpPr>
          <p:cNvPr id="13" name="Rechteck 12">
            <a:extLst>
              <a:ext uri="{FF2B5EF4-FFF2-40B4-BE49-F238E27FC236}">
                <a16:creationId xmlns:a16="http://schemas.microsoft.com/office/drawing/2014/main" id="{1397C21C-560C-B0CD-F998-5530A0A94884}"/>
              </a:ext>
            </a:extLst>
          </p:cNvPr>
          <p:cNvSpPr/>
          <p:nvPr/>
        </p:nvSpPr>
        <p:spPr>
          <a:xfrm>
            <a:off x="3090527" y="4721132"/>
            <a:ext cx="1506293" cy="595394"/>
          </a:xfrm>
          <a:prstGeom prst="rect">
            <a:avLst/>
          </a:prstGeom>
          <a:solidFill>
            <a:srgbClr val="FFC00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Route</a:t>
            </a:r>
          </a:p>
        </p:txBody>
      </p:sp>
      <p:sp>
        <p:nvSpPr>
          <p:cNvPr id="15" name="Rechteck 14">
            <a:extLst>
              <a:ext uri="{FF2B5EF4-FFF2-40B4-BE49-F238E27FC236}">
                <a16:creationId xmlns:a16="http://schemas.microsoft.com/office/drawing/2014/main" id="{368AE3DE-D2B5-F906-798D-6E69FAB99BC2}"/>
              </a:ext>
            </a:extLst>
          </p:cNvPr>
          <p:cNvSpPr/>
          <p:nvPr/>
        </p:nvSpPr>
        <p:spPr>
          <a:xfrm>
            <a:off x="838200" y="4721132"/>
            <a:ext cx="1506293" cy="595394"/>
          </a:xfrm>
          <a:prstGeom prst="rect">
            <a:avLst/>
          </a:prstGeom>
          <a:solidFill>
            <a:srgbClr val="FFC000"/>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err="1">
                <a:solidFill>
                  <a:schemeClr val="tx1"/>
                </a:solidFill>
              </a:rPr>
              <a:t>Enrich</a:t>
            </a:r>
            <a:endParaRPr lang="de-DE" dirty="0">
              <a:solidFill>
                <a:schemeClr val="tx1"/>
              </a:solidFill>
            </a:endParaRPr>
          </a:p>
        </p:txBody>
      </p:sp>
      <p:sp>
        <p:nvSpPr>
          <p:cNvPr id="17" name="Rechteck 16">
            <a:extLst>
              <a:ext uri="{FF2B5EF4-FFF2-40B4-BE49-F238E27FC236}">
                <a16:creationId xmlns:a16="http://schemas.microsoft.com/office/drawing/2014/main" id="{973D4706-CCAF-F71A-A7C4-E7B6A1E6CB78}"/>
              </a:ext>
            </a:extLst>
          </p:cNvPr>
          <p:cNvSpPr/>
          <p:nvPr/>
        </p:nvSpPr>
        <p:spPr>
          <a:xfrm>
            <a:off x="7593033" y="3894736"/>
            <a:ext cx="1506293" cy="5953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Nachricht zerlegen</a:t>
            </a:r>
          </a:p>
        </p:txBody>
      </p:sp>
      <p:sp>
        <p:nvSpPr>
          <p:cNvPr id="19" name="Rechteck 18">
            <a:extLst>
              <a:ext uri="{FF2B5EF4-FFF2-40B4-BE49-F238E27FC236}">
                <a16:creationId xmlns:a16="http://schemas.microsoft.com/office/drawing/2014/main" id="{E49AE0F6-D939-5F28-1D12-79465C5D1305}"/>
              </a:ext>
            </a:extLst>
          </p:cNvPr>
          <p:cNvSpPr/>
          <p:nvPr/>
        </p:nvSpPr>
        <p:spPr>
          <a:xfrm>
            <a:off x="9845359" y="3894736"/>
            <a:ext cx="1506293" cy="5953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Fehler behandeln</a:t>
            </a:r>
          </a:p>
        </p:txBody>
      </p:sp>
      <p:sp>
        <p:nvSpPr>
          <p:cNvPr id="21" name="Rechteck 20">
            <a:extLst>
              <a:ext uri="{FF2B5EF4-FFF2-40B4-BE49-F238E27FC236}">
                <a16:creationId xmlns:a16="http://schemas.microsoft.com/office/drawing/2014/main" id="{1891EED1-6CC0-AC2B-ED39-E0BC92FC9491}"/>
              </a:ext>
            </a:extLst>
          </p:cNvPr>
          <p:cNvSpPr/>
          <p:nvPr/>
        </p:nvSpPr>
        <p:spPr>
          <a:xfrm>
            <a:off x="5340706" y="3894736"/>
            <a:ext cx="1506293" cy="5953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Mehrere Ziele</a:t>
            </a:r>
          </a:p>
        </p:txBody>
      </p:sp>
      <p:sp>
        <p:nvSpPr>
          <p:cNvPr id="23" name="Rechteck 22">
            <a:extLst>
              <a:ext uri="{FF2B5EF4-FFF2-40B4-BE49-F238E27FC236}">
                <a16:creationId xmlns:a16="http://schemas.microsoft.com/office/drawing/2014/main" id="{C12CDCC8-2742-DD3B-CC9B-0B1D6170C714}"/>
              </a:ext>
            </a:extLst>
          </p:cNvPr>
          <p:cNvSpPr/>
          <p:nvPr/>
        </p:nvSpPr>
        <p:spPr>
          <a:xfrm>
            <a:off x="3088379" y="3894736"/>
            <a:ext cx="1506293" cy="5953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Weg auswählen</a:t>
            </a:r>
          </a:p>
        </p:txBody>
      </p:sp>
      <p:sp>
        <p:nvSpPr>
          <p:cNvPr id="25" name="Rechteck 24">
            <a:extLst>
              <a:ext uri="{FF2B5EF4-FFF2-40B4-BE49-F238E27FC236}">
                <a16:creationId xmlns:a16="http://schemas.microsoft.com/office/drawing/2014/main" id="{11BF2481-7C0C-4F52-3AC4-9EB059B19ADA}"/>
              </a:ext>
            </a:extLst>
          </p:cNvPr>
          <p:cNvSpPr/>
          <p:nvPr/>
        </p:nvSpPr>
        <p:spPr>
          <a:xfrm>
            <a:off x="836052" y="3894736"/>
            <a:ext cx="1506293" cy="59539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Information ergänzen</a:t>
            </a:r>
          </a:p>
        </p:txBody>
      </p:sp>
      <p:cxnSp>
        <p:nvCxnSpPr>
          <p:cNvPr id="27" name="Verbinder: gewinkelt 26">
            <a:extLst>
              <a:ext uri="{FF2B5EF4-FFF2-40B4-BE49-F238E27FC236}">
                <a16:creationId xmlns:a16="http://schemas.microsoft.com/office/drawing/2014/main" id="{5087AD04-2A89-D9A4-A2A5-FD51FDD650C0}"/>
              </a:ext>
            </a:extLst>
          </p:cNvPr>
          <p:cNvCxnSpPr>
            <a:stCxn id="5" idx="1"/>
            <a:endCxn id="25" idx="0"/>
          </p:cNvCxnSpPr>
          <p:nvPr/>
        </p:nvCxnSpPr>
        <p:spPr>
          <a:xfrm rot="10800000" flipV="1">
            <a:off x="1589199" y="3121270"/>
            <a:ext cx="3740508" cy="773466"/>
          </a:xfrm>
          <a:prstGeom prst="bentConnector2">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8" name="Verbinder: gewinkelt 27">
            <a:extLst>
              <a:ext uri="{FF2B5EF4-FFF2-40B4-BE49-F238E27FC236}">
                <a16:creationId xmlns:a16="http://schemas.microsoft.com/office/drawing/2014/main" id="{5DD5CF9F-2C68-9EE3-9FAA-F5DD98777366}"/>
              </a:ext>
            </a:extLst>
          </p:cNvPr>
          <p:cNvCxnSpPr>
            <a:cxnSpLocks/>
            <a:stCxn id="5" idx="1"/>
            <a:endCxn id="23" idx="0"/>
          </p:cNvCxnSpPr>
          <p:nvPr/>
        </p:nvCxnSpPr>
        <p:spPr>
          <a:xfrm rot="10800000" flipV="1">
            <a:off x="3841527" y="3121270"/>
            <a:ext cx="1488181" cy="773466"/>
          </a:xfrm>
          <a:prstGeom prst="bentConnector2">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Verbinder: gewinkelt 30">
            <a:extLst>
              <a:ext uri="{FF2B5EF4-FFF2-40B4-BE49-F238E27FC236}">
                <a16:creationId xmlns:a16="http://schemas.microsoft.com/office/drawing/2014/main" id="{2A0CCEBF-CC34-4DCF-1745-2551008FB38E}"/>
              </a:ext>
            </a:extLst>
          </p:cNvPr>
          <p:cNvCxnSpPr>
            <a:cxnSpLocks/>
            <a:stCxn id="5" idx="3"/>
            <a:endCxn id="19" idx="0"/>
          </p:cNvCxnSpPr>
          <p:nvPr/>
        </p:nvCxnSpPr>
        <p:spPr>
          <a:xfrm>
            <a:off x="6836000" y="3121270"/>
            <a:ext cx="3762506" cy="773466"/>
          </a:xfrm>
          <a:prstGeom prst="bentConnector2">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Verbinder: gewinkelt 33">
            <a:extLst>
              <a:ext uri="{FF2B5EF4-FFF2-40B4-BE49-F238E27FC236}">
                <a16:creationId xmlns:a16="http://schemas.microsoft.com/office/drawing/2014/main" id="{56595C43-3B1B-23A2-55F8-F20ACB6718BD}"/>
              </a:ext>
            </a:extLst>
          </p:cNvPr>
          <p:cNvCxnSpPr>
            <a:cxnSpLocks/>
            <a:stCxn id="5" idx="3"/>
            <a:endCxn id="17" idx="0"/>
          </p:cNvCxnSpPr>
          <p:nvPr/>
        </p:nvCxnSpPr>
        <p:spPr>
          <a:xfrm>
            <a:off x="6836000" y="3121270"/>
            <a:ext cx="1510180" cy="773466"/>
          </a:xfrm>
          <a:prstGeom prst="bentConnector2">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1" name="Gerade Verbindung mit Pfeil 40">
            <a:extLst>
              <a:ext uri="{FF2B5EF4-FFF2-40B4-BE49-F238E27FC236}">
                <a16:creationId xmlns:a16="http://schemas.microsoft.com/office/drawing/2014/main" id="{C2C86856-2A83-7D0B-DC7D-6EFB22F91C65}"/>
              </a:ext>
            </a:extLst>
          </p:cNvPr>
          <p:cNvCxnSpPr>
            <a:cxnSpLocks/>
            <a:stCxn id="25" idx="2"/>
            <a:endCxn id="15" idx="0"/>
          </p:cNvCxnSpPr>
          <p:nvPr/>
        </p:nvCxnSpPr>
        <p:spPr>
          <a:xfrm>
            <a:off x="1589199" y="4490130"/>
            <a:ext cx="2148" cy="231002"/>
          </a:xfrm>
          <a:prstGeom prst="straightConnector1">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4" name="Gerade Verbindung mit Pfeil 43">
            <a:extLst>
              <a:ext uri="{FF2B5EF4-FFF2-40B4-BE49-F238E27FC236}">
                <a16:creationId xmlns:a16="http://schemas.microsoft.com/office/drawing/2014/main" id="{AFA63C03-429F-0954-89A9-2EE4A4C146FF}"/>
              </a:ext>
            </a:extLst>
          </p:cNvPr>
          <p:cNvCxnSpPr>
            <a:cxnSpLocks/>
            <a:stCxn id="23" idx="2"/>
            <a:endCxn id="13" idx="0"/>
          </p:cNvCxnSpPr>
          <p:nvPr/>
        </p:nvCxnSpPr>
        <p:spPr>
          <a:xfrm>
            <a:off x="3841526" y="4490130"/>
            <a:ext cx="2148" cy="231002"/>
          </a:xfrm>
          <a:prstGeom prst="straightConnector1">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Gerade Verbindung mit Pfeil 47">
            <a:extLst>
              <a:ext uri="{FF2B5EF4-FFF2-40B4-BE49-F238E27FC236}">
                <a16:creationId xmlns:a16="http://schemas.microsoft.com/office/drawing/2014/main" id="{DA67463B-9932-3CB6-FF6B-6F3F066B258A}"/>
              </a:ext>
            </a:extLst>
          </p:cNvPr>
          <p:cNvCxnSpPr>
            <a:cxnSpLocks/>
            <a:stCxn id="21" idx="2"/>
          </p:cNvCxnSpPr>
          <p:nvPr/>
        </p:nvCxnSpPr>
        <p:spPr>
          <a:xfrm>
            <a:off x="6093853" y="4490130"/>
            <a:ext cx="0" cy="229589"/>
          </a:xfrm>
          <a:prstGeom prst="straightConnector1">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1" name="Gerade Verbindung mit Pfeil 50">
            <a:extLst>
              <a:ext uri="{FF2B5EF4-FFF2-40B4-BE49-F238E27FC236}">
                <a16:creationId xmlns:a16="http://schemas.microsoft.com/office/drawing/2014/main" id="{9326CE0D-3755-4B95-B8A0-2EE4D1D72E17}"/>
              </a:ext>
            </a:extLst>
          </p:cNvPr>
          <p:cNvCxnSpPr>
            <a:cxnSpLocks/>
            <a:stCxn id="17" idx="2"/>
            <a:endCxn id="7" idx="0"/>
          </p:cNvCxnSpPr>
          <p:nvPr/>
        </p:nvCxnSpPr>
        <p:spPr>
          <a:xfrm>
            <a:off x="8346180" y="4490130"/>
            <a:ext cx="2148" cy="231002"/>
          </a:xfrm>
          <a:prstGeom prst="straightConnector1">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4" name="Gerade Verbindung mit Pfeil 53">
            <a:extLst>
              <a:ext uri="{FF2B5EF4-FFF2-40B4-BE49-F238E27FC236}">
                <a16:creationId xmlns:a16="http://schemas.microsoft.com/office/drawing/2014/main" id="{68AD2C0D-3C73-DC97-3653-098D6FCF4B74}"/>
              </a:ext>
            </a:extLst>
          </p:cNvPr>
          <p:cNvCxnSpPr>
            <a:cxnSpLocks/>
            <a:stCxn id="19" idx="2"/>
            <a:endCxn id="9" idx="0"/>
          </p:cNvCxnSpPr>
          <p:nvPr/>
        </p:nvCxnSpPr>
        <p:spPr>
          <a:xfrm>
            <a:off x="10598506" y="4490130"/>
            <a:ext cx="2148" cy="231002"/>
          </a:xfrm>
          <a:prstGeom prst="straightConnector1">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9" name="Gerade Verbindung mit Pfeil 58">
            <a:extLst>
              <a:ext uri="{FF2B5EF4-FFF2-40B4-BE49-F238E27FC236}">
                <a16:creationId xmlns:a16="http://schemas.microsoft.com/office/drawing/2014/main" id="{8B7F7A6C-655D-F6AA-C5A2-CDEAFEEBFD66}"/>
              </a:ext>
            </a:extLst>
          </p:cNvPr>
          <p:cNvCxnSpPr>
            <a:cxnSpLocks/>
            <a:stCxn id="5" idx="2"/>
            <a:endCxn id="21" idx="0"/>
          </p:cNvCxnSpPr>
          <p:nvPr/>
        </p:nvCxnSpPr>
        <p:spPr>
          <a:xfrm>
            <a:off x="6082854" y="3657601"/>
            <a:ext cx="10999" cy="237135"/>
          </a:xfrm>
          <a:prstGeom prst="straightConnector1">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3" name="Gerade Verbindung mit Pfeil 62">
            <a:extLst>
              <a:ext uri="{FF2B5EF4-FFF2-40B4-BE49-F238E27FC236}">
                <a16:creationId xmlns:a16="http://schemas.microsoft.com/office/drawing/2014/main" id="{E7388E06-972A-30D5-7F6A-95D3E1D67E37}"/>
              </a:ext>
            </a:extLst>
          </p:cNvPr>
          <p:cNvCxnSpPr>
            <a:cxnSpLocks/>
            <a:stCxn id="4" idx="2"/>
            <a:endCxn id="5" idx="0"/>
          </p:cNvCxnSpPr>
          <p:nvPr/>
        </p:nvCxnSpPr>
        <p:spPr>
          <a:xfrm flipH="1">
            <a:off x="6082854" y="2310935"/>
            <a:ext cx="267" cy="274004"/>
          </a:xfrm>
          <a:prstGeom prst="straightConnector1">
            <a:avLst/>
          </a:prstGeom>
          <a:ln w="254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9" name="Textfeld 68">
            <a:extLst>
              <a:ext uri="{FF2B5EF4-FFF2-40B4-BE49-F238E27FC236}">
                <a16:creationId xmlns:a16="http://schemas.microsoft.com/office/drawing/2014/main" id="{B5010D1C-A9B1-267A-EBFC-07F42BD62F51}"/>
              </a:ext>
            </a:extLst>
          </p:cNvPr>
          <p:cNvSpPr txBox="1"/>
          <p:nvPr/>
        </p:nvSpPr>
        <p:spPr>
          <a:xfrm>
            <a:off x="838200" y="6021594"/>
            <a:ext cx="10538013" cy="369332"/>
          </a:xfrm>
          <a:prstGeom prst="rect">
            <a:avLst/>
          </a:prstGeom>
          <a:noFill/>
        </p:spPr>
        <p:txBody>
          <a:bodyPr wrap="none" rtlCol="0">
            <a:spAutoFit/>
          </a:bodyPr>
          <a:lstStyle/>
          <a:p>
            <a:r>
              <a:rPr lang="de-DE" dirty="0">
                <a:highlight>
                  <a:srgbClr val="FFFF00"/>
                </a:highlight>
              </a:rPr>
              <a:t>Enterprise Integration Patterns beschreiben wiederkehrende Probleme und bewährte Lösungsstrukturen.</a:t>
            </a:r>
          </a:p>
        </p:txBody>
      </p:sp>
    </p:spTree>
    <p:extLst>
      <p:ext uri="{BB962C8B-B14F-4D97-AF65-F5344CB8AC3E}">
        <p14:creationId xmlns:p14="http://schemas.microsoft.com/office/powerpoint/2010/main" val="2231044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FD9FD0-B9DF-C49E-6FB5-3915AE5A9DD8}"/>
              </a:ext>
            </a:extLst>
          </p:cNvPr>
          <p:cNvSpPr>
            <a:spLocks noGrp="1"/>
          </p:cNvSpPr>
          <p:nvPr>
            <p:ph type="title"/>
          </p:nvPr>
        </p:nvSpPr>
        <p:spPr/>
        <p:txBody>
          <a:bodyPr>
            <a:normAutofit/>
          </a:bodyPr>
          <a:lstStyle/>
          <a:p>
            <a:r>
              <a:rPr lang="de-DE" dirty="0"/>
              <a:t>Patterns und Integration-Suite-Bausteine</a:t>
            </a:r>
          </a:p>
        </p:txBody>
      </p:sp>
      <p:graphicFrame>
        <p:nvGraphicFramePr>
          <p:cNvPr id="6" name="Inhaltsplatzhalter 5">
            <a:extLst>
              <a:ext uri="{FF2B5EF4-FFF2-40B4-BE49-F238E27FC236}">
                <a16:creationId xmlns:a16="http://schemas.microsoft.com/office/drawing/2014/main" id="{D28A97A7-D361-B938-9D47-A61A1C086D68}"/>
              </a:ext>
            </a:extLst>
          </p:cNvPr>
          <p:cNvGraphicFramePr>
            <a:graphicFrameLocks noGrp="1"/>
          </p:cNvGraphicFramePr>
          <p:nvPr>
            <p:ph idx="1"/>
            <p:extLst>
              <p:ext uri="{D42A27DB-BD31-4B8C-83A1-F6EECF244321}">
                <p14:modId xmlns:p14="http://schemas.microsoft.com/office/powerpoint/2010/main" val="1443456077"/>
              </p:ext>
            </p:extLst>
          </p:nvPr>
        </p:nvGraphicFramePr>
        <p:xfrm>
          <a:off x="838200" y="1825625"/>
          <a:ext cx="10515597" cy="2595880"/>
        </p:xfrm>
        <a:graphic>
          <a:graphicData uri="http://schemas.openxmlformats.org/drawingml/2006/table">
            <a:tbl>
              <a:tblPr firstRow="1" bandRow="1">
                <a:tableStyleId>{5C22544A-7EE6-4342-B048-85BDC9FD1C3A}</a:tableStyleId>
              </a:tblPr>
              <a:tblGrid>
                <a:gridCol w="3192887">
                  <a:extLst>
                    <a:ext uri="{9D8B030D-6E8A-4147-A177-3AD203B41FA5}">
                      <a16:colId xmlns:a16="http://schemas.microsoft.com/office/drawing/2014/main" val="4112543997"/>
                    </a:ext>
                  </a:extLst>
                </a:gridCol>
                <a:gridCol w="3309871">
                  <a:extLst>
                    <a:ext uri="{9D8B030D-6E8A-4147-A177-3AD203B41FA5}">
                      <a16:colId xmlns:a16="http://schemas.microsoft.com/office/drawing/2014/main" val="311362730"/>
                    </a:ext>
                  </a:extLst>
                </a:gridCol>
                <a:gridCol w="4012839">
                  <a:extLst>
                    <a:ext uri="{9D8B030D-6E8A-4147-A177-3AD203B41FA5}">
                      <a16:colId xmlns:a16="http://schemas.microsoft.com/office/drawing/2014/main" val="1002351230"/>
                    </a:ext>
                  </a:extLst>
                </a:gridCol>
              </a:tblGrid>
              <a:tr h="370840">
                <a:tc>
                  <a:txBody>
                    <a:bodyPr/>
                    <a:lstStyle/>
                    <a:p>
                      <a:r>
                        <a:rPr lang="de-DE" dirty="0"/>
                        <a:t>Integrationsproblem</a:t>
                      </a:r>
                    </a:p>
                  </a:txBody>
                  <a:tcPr/>
                </a:tc>
                <a:tc>
                  <a:txBody>
                    <a:bodyPr/>
                    <a:lstStyle/>
                    <a:p>
                      <a:r>
                        <a:rPr lang="de-DE" dirty="0"/>
                        <a:t>Enterprise Integration Pattern</a:t>
                      </a:r>
                    </a:p>
                  </a:txBody>
                  <a:tcPr/>
                </a:tc>
                <a:tc>
                  <a:txBody>
                    <a:bodyPr/>
                    <a:lstStyle/>
                    <a:p>
                      <a:r>
                        <a:rPr lang="de-DE" dirty="0"/>
                        <a:t>Baustein in Cloud Integration</a:t>
                      </a:r>
                    </a:p>
                  </a:txBody>
                  <a:tcPr/>
                </a:tc>
                <a:extLst>
                  <a:ext uri="{0D108BD9-81ED-4DB2-BD59-A6C34878D82A}">
                    <a16:rowId xmlns:a16="http://schemas.microsoft.com/office/drawing/2014/main" val="1648333268"/>
                  </a:ext>
                </a:extLst>
              </a:tr>
              <a:tr h="370840">
                <a:tc>
                  <a:txBody>
                    <a:bodyPr/>
                    <a:lstStyle/>
                    <a:p>
                      <a:r>
                        <a:rPr lang="de-DE" dirty="0"/>
                        <a:t>Datenmodell übersetzen</a:t>
                      </a:r>
                    </a:p>
                  </a:txBody>
                  <a:tcPr/>
                </a:tc>
                <a:tc>
                  <a:txBody>
                    <a:bodyPr/>
                    <a:lstStyle/>
                    <a:p>
                      <a:r>
                        <a:rPr lang="de-DE" dirty="0"/>
                        <a:t>Message Translator</a:t>
                      </a:r>
                    </a:p>
                  </a:txBody>
                  <a:tcPr/>
                </a:tc>
                <a:tc>
                  <a:txBody>
                    <a:bodyPr/>
                    <a:lstStyle/>
                    <a:p>
                      <a:r>
                        <a:rPr lang="de-DE" dirty="0"/>
                        <a:t>Message Mapping</a:t>
                      </a:r>
                    </a:p>
                  </a:txBody>
                  <a:tcPr/>
                </a:tc>
                <a:extLst>
                  <a:ext uri="{0D108BD9-81ED-4DB2-BD59-A6C34878D82A}">
                    <a16:rowId xmlns:a16="http://schemas.microsoft.com/office/drawing/2014/main" val="3201262182"/>
                  </a:ext>
                </a:extLst>
              </a:tr>
              <a:tr h="370840">
                <a:tc>
                  <a:txBody>
                    <a:bodyPr/>
                    <a:lstStyle/>
                    <a:p>
                      <a:r>
                        <a:rPr lang="de-DE" dirty="0"/>
                        <a:t>Informationen ergänzen</a:t>
                      </a:r>
                    </a:p>
                  </a:txBody>
                  <a:tcPr/>
                </a:tc>
                <a:tc>
                  <a:txBody>
                    <a:bodyPr/>
                    <a:lstStyle/>
                    <a:p>
                      <a:r>
                        <a:rPr lang="de-DE" dirty="0"/>
                        <a:t>Content </a:t>
                      </a:r>
                      <a:r>
                        <a:rPr lang="de-DE" dirty="0" err="1"/>
                        <a:t>Enricher</a:t>
                      </a:r>
                      <a:endParaRPr lang="de-DE" dirty="0"/>
                    </a:p>
                  </a:txBody>
                  <a:tcPr/>
                </a:tc>
                <a:tc>
                  <a:txBody>
                    <a:bodyPr/>
                    <a:lstStyle/>
                    <a:p>
                      <a:r>
                        <a:rPr lang="de-DE" dirty="0"/>
                        <a:t>Content </a:t>
                      </a:r>
                      <a:r>
                        <a:rPr lang="de-DE" dirty="0" err="1"/>
                        <a:t>Enricher</a:t>
                      </a:r>
                      <a:r>
                        <a:rPr lang="de-DE" dirty="0"/>
                        <a:t>/Content </a:t>
                      </a:r>
                      <a:r>
                        <a:rPr lang="de-DE" dirty="0" err="1"/>
                        <a:t>Modifier</a:t>
                      </a:r>
                      <a:endParaRPr lang="de-DE" dirty="0"/>
                    </a:p>
                  </a:txBody>
                  <a:tcPr/>
                </a:tc>
                <a:extLst>
                  <a:ext uri="{0D108BD9-81ED-4DB2-BD59-A6C34878D82A}">
                    <a16:rowId xmlns:a16="http://schemas.microsoft.com/office/drawing/2014/main" val="4078775176"/>
                  </a:ext>
                </a:extLst>
              </a:tr>
              <a:tr h="370840">
                <a:tc>
                  <a:txBody>
                    <a:bodyPr/>
                    <a:lstStyle/>
                    <a:p>
                      <a:r>
                        <a:rPr lang="de-DE" dirty="0"/>
                        <a:t>Verarbeitungsweg auswählen</a:t>
                      </a:r>
                    </a:p>
                  </a:txBody>
                  <a:tcPr/>
                </a:tc>
                <a:tc>
                  <a:txBody>
                    <a:bodyPr/>
                    <a:lstStyle/>
                    <a:p>
                      <a:r>
                        <a:rPr lang="de-DE" dirty="0"/>
                        <a:t>Content-</a:t>
                      </a:r>
                      <a:r>
                        <a:rPr lang="de-DE" dirty="0" err="1"/>
                        <a:t>Based</a:t>
                      </a:r>
                      <a:r>
                        <a:rPr lang="de-DE" dirty="0"/>
                        <a:t> Router</a:t>
                      </a:r>
                    </a:p>
                  </a:txBody>
                  <a:tcPr/>
                </a:tc>
                <a:tc>
                  <a:txBody>
                    <a:bodyPr/>
                    <a:lstStyle/>
                    <a:p>
                      <a:r>
                        <a:rPr lang="de-DE" dirty="0"/>
                        <a:t>Router</a:t>
                      </a:r>
                    </a:p>
                  </a:txBody>
                  <a:tcPr/>
                </a:tc>
                <a:extLst>
                  <a:ext uri="{0D108BD9-81ED-4DB2-BD59-A6C34878D82A}">
                    <a16:rowId xmlns:a16="http://schemas.microsoft.com/office/drawing/2014/main" val="1998386743"/>
                  </a:ext>
                </a:extLst>
              </a:tr>
              <a:tr h="370840">
                <a:tc>
                  <a:txBody>
                    <a:bodyPr/>
                    <a:lstStyle/>
                    <a:p>
                      <a:r>
                        <a:rPr lang="de-DE" dirty="0"/>
                        <a:t>Mehrere Wege ausführen</a:t>
                      </a:r>
                    </a:p>
                  </a:txBody>
                  <a:tcPr/>
                </a:tc>
                <a:tc>
                  <a:txBody>
                    <a:bodyPr/>
                    <a:lstStyle/>
                    <a:p>
                      <a:r>
                        <a:rPr lang="de-DE" dirty="0" err="1"/>
                        <a:t>Recipient</a:t>
                      </a:r>
                      <a:r>
                        <a:rPr lang="de-DE" dirty="0"/>
                        <a:t> List/Broadcast</a:t>
                      </a:r>
                    </a:p>
                  </a:txBody>
                  <a:tcPr/>
                </a:tc>
                <a:tc>
                  <a:txBody>
                    <a:bodyPr/>
                    <a:lstStyle/>
                    <a:p>
                      <a:r>
                        <a:rPr lang="de-DE" dirty="0"/>
                        <a:t>Multicast</a:t>
                      </a:r>
                    </a:p>
                  </a:txBody>
                  <a:tcPr/>
                </a:tc>
                <a:extLst>
                  <a:ext uri="{0D108BD9-81ED-4DB2-BD59-A6C34878D82A}">
                    <a16:rowId xmlns:a16="http://schemas.microsoft.com/office/drawing/2014/main" val="1320687695"/>
                  </a:ext>
                </a:extLst>
              </a:tr>
              <a:tr h="370840">
                <a:tc>
                  <a:txBody>
                    <a:bodyPr/>
                    <a:lstStyle/>
                    <a:p>
                      <a:r>
                        <a:rPr lang="de-DE" dirty="0"/>
                        <a:t>Sammelnachricht zerlegen</a:t>
                      </a:r>
                    </a:p>
                  </a:txBody>
                  <a:tcPr/>
                </a:tc>
                <a:tc>
                  <a:txBody>
                    <a:bodyPr/>
                    <a:lstStyle/>
                    <a:p>
                      <a:r>
                        <a:rPr lang="de-DE" dirty="0"/>
                        <a:t>Splitter</a:t>
                      </a:r>
                    </a:p>
                  </a:txBody>
                  <a:tcPr/>
                </a:tc>
                <a:tc>
                  <a:txBody>
                    <a:bodyPr/>
                    <a:lstStyle/>
                    <a:p>
                      <a:r>
                        <a:rPr lang="de-DE" dirty="0"/>
                        <a:t>General oder </a:t>
                      </a:r>
                      <a:r>
                        <a:rPr lang="de-DE" dirty="0" err="1"/>
                        <a:t>Iterating</a:t>
                      </a:r>
                      <a:r>
                        <a:rPr lang="de-DE" dirty="0"/>
                        <a:t> Splitter</a:t>
                      </a:r>
                    </a:p>
                  </a:txBody>
                  <a:tcPr/>
                </a:tc>
                <a:extLst>
                  <a:ext uri="{0D108BD9-81ED-4DB2-BD59-A6C34878D82A}">
                    <a16:rowId xmlns:a16="http://schemas.microsoft.com/office/drawing/2014/main" val="2291187399"/>
                  </a:ext>
                </a:extLst>
              </a:tr>
              <a:tr h="370840">
                <a:tc>
                  <a:txBody>
                    <a:bodyPr/>
                    <a:lstStyle/>
                    <a:p>
                      <a:r>
                        <a:rPr lang="de-DE" dirty="0"/>
                        <a:t>Fehler kontrolliert behandeln</a:t>
                      </a:r>
                    </a:p>
                  </a:txBody>
                  <a:tcPr/>
                </a:tc>
                <a:tc>
                  <a:txBody>
                    <a:bodyPr/>
                    <a:lstStyle/>
                    <a:p>
                      <a:r>
                        <a:rPr lang="de-DE" dirty="0"/>
                        <a:t>Error Handling</a:t>
                      </a:r>
                    </a:p>
                  </a:txBody>
                  <a:tcPr/>
                </a:tc>
                <a:tc>
                  <a:txBody>
                    <a:bodyPr/>
                    <a:lstStyle/>
                    <a:p>
                      <a:r>
                        <a:rPr lang="de-DE" dirty="0" err="1"/>
                        <a:t>Exception</a:t>
                      </a:r>
                      <a:r>
                        <a:rPr lang="de-DE" dirty="0"/>
                        <a:t> </a:t>
                      </a:r>
                      <a:r>
                        <a:rPr lang="de-DE" dirty="0" err="1"/>
                        <a:t>Subprocess</a:t>
                      </a:r>
                      <a:endParaRPr lang="de-DE" dirty="0"/>
                    </a:p>
                  </a:txBody>
                  <a:tcPr/>
                </a:tc>
                <a:extLst>
                  <a:ext uri="{0D108BD9-81ED-4DB2-BD59-A6C34878D82A}">
                    <a16:rowId xmlns:a16="http://schemas.microsoft.com/office/drawing/2014/main" val="3519468745"/>
                  </a:ext>
                </a:extLst>
              </a:tr>
            </a:tbl>
          </a:graphicData>
        </a:graphic>
      </p:graphicFrame>
      <p:sp>
        <p:nvSpPr>
          <p:cNvPr id="5" name="Textfeld 4">
            <a:extLst>
              <a:ext uri="{FF2B5EF4-FFF2-40B4-BE49-F238E27FC236}">
                <a16:creationId xmlns:a16="http://schemas.microsoft.com/office/drawing/2014/main" id="{D66538AA-7B3C-403E-8D87-F5B0CAD7929A}"/>
              </a:ext>
            </a:extLst>
          </p:cNvPr>
          <p:cNvSpPr txBox="1"/>
          <p:nvPr/>
        </p:nvSpPr>
        <p:spPr>
          <a:xfrm>
            <a:off x="838200" y="6021594"/>
            <a:ext cx="9428479" cy="369332"/>
          </a:xfrm>
          <a:prstGeom prst="rect">
            <a:avLst/>
          </a:prstGeom>
          <a:noFill/>
        </p:spPr>
        <p:txBody>
          <a:bodyPr wrap="none" rtlCol="0">
            <a:spAutoFit/>
          </a:bodyPr>
          <a:lstStyle/>
          <a:p>
            <a:r>
              <a:rPr lang="de-DE" dirty="0">
                <a:highlight>
                  <a:srgbClr val="FFFF00"/>
                </a:highlight>
              </a:rPr>
              <a:t>Das Pattern beschreibt die Lösungsidee – der Baustein implementiert sie in Cloud Integration.</a:t>
            </a:r>
          </a:p>
        </p:txBody>
      </p:sp>
    </p:spTree>
    <p:extLst>
      <p:ext uri="{BB962C8B-B14F-4D97-AF65-F5344CB8AC3E}">
        <p14:creationId xmlns:p14="http://schemas.microsoft.com/office/powerpoint/2010/main" val="2720849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8BB5FE-12AB-1894-155E-212B25D1D39C}"/>
              </a:ext>
            </a:extLst>
          </p:cNvPr>
          <p:cNvSpPr>
            <a:spLocks noGrp="1"/>
          </p:cNvSpPr>
          <p:nvPr>
            <p:ph type="title"/>
          </p:nvPr>
        </p:nvSpPr>
        <p:spPr/>
        <p:txBody>
          <a:bodyPr/>
          <a:lstStyle/>
          <a:p>
            <a:r>
              <a:rPr lang="de-DE" dirty="0"/>
              <a:t>Content </a:t>
            </a:r>
            <a:r>
              <a:rPr lang="de-DE" dirty="0" err="1"/>
              <a:t>Modifier</a:t>
            </a:r>
            <a:endParaRPr lang="de-DE" dirty="0"/>
          </a:p>
        </p:txBody>
      </p:sp>
      <p:sp>
        <p:nvSpPr>
          <p:cNvPr id="3" name="Inhaltsplatzhalter 2">
            <a:extLst>
              <a:ext uri="{FF2B5EF4-FFF2-40B4-BE49-F238E27FC236}">
                <a16:creationId xmlns:a16="http://schemas.microsoft.com/office/drawing/2014/main" id="{40108188-2077-251D-21B1-692FEC0D324E}"/>
              </a:ext>
            </a:extLst>
          </p:cNvPr>
          <p:cNvSpPr>
            <a:spLocks noGrp="1"/>
          </p:cNvSpPr>
          <p:nvPr>
            <p:ph idx="1"/>
          </p:nvPr>
        </p:nvSpPr>
        <p:spPr>
          <a:xfrm>
            <a:off x="838200" y="1825625"/>
            <a:ext cx="10515600" cy="596330"/>
          </a:xfrm>
        </p:spPr>
        <p:txBody>
          <a:bodyPr/>
          <a:lstStyle/>
          <a:p>
            <a:pPr marL="0" indent="0">
              <a:buNone/>
            </a:pPr>
            <a:r>
              <a:rPr lang="de-DE" dirty="0"/>
              <a:t>Der Content </a:t>
            </a:r>
            <a:r>
              <a:rPr lang="de-DE" dirty="0" err="1"/>
              <a:t>Modifier</a:t>
            </a:r>
            <a:r>
              <a:rPr lang="de-DE" dirty="0"/>
              <a:t> ergänzt und verändert eine Nachricht</a:t>
            </a:r>
          </a:p>
        </p:txBody>
      </p:sp>
      <p:graphicFrame>
        <p:nvGraphicFramePr>
          <p:cNvPr id="4" name="Tabelle 3">
            <a:extLst>
              <a:ext uri="{FF2B5EF4-FFF2-40B4-BE49-F238E27FC236}">
                <a16:creationId xmlns:a16="http://schemas.microsoft.com/office/drawing/2014/main" id="{ED77C5EA-B74F-A751-48B0-959FFA07E4D2}"/>
              </a:ext>
            </a:extLst>
          </p:cNvPr>
          <p:cNvGraphicFramePr>
            <a:graphicFrameLocks noGrp="1"/>
          </p:cNvGraphicFramePr>
          <p:nvPr>
            <p:extLst>
              <p:ext uri="{D42A27DB-BD31-4B8C-83A1-F6EECF244321}">
                <p14:modId xmlns:p14="http://schemas.microsoft.com/office/powerpoint/2010/main" val="2606265849"/>
              </p:ext>
            </p:extLst>
          </p:nvPr>
        </p:nvGraphicFramePr>
        <p:xfrm>
          <a:off x="838199" y="2517934"/>
          <a:ext cx="10515600" cy="1483360"/>
        </p:xfrm>
        <a:graphic>
          <a:graphicData uri="http://schemas.openxmlformats.org/drawingml/2006/table">
            <a:tbl>
              <a:tblPr firstRow="1" bandRow="1">
                <a:tableStyleId>{5C22544A-7EE6-4342-B048-85BDC9FD1C3A}</a:tableStyleId>
              </a:tblPr>
              <a:tblGrid>
                <a:gridCol w="2819401">
                  <a:extLst>
                    <a:ext uri="{9D8B030D-6E8A-4147-A177-3AD203B41FA5}">
                      <a16:colId xmlns:a16="http://schemas.microsoft.com/office/drawing/2014/main" val="247805552"/>
                    </a:ext>
                  </a:extLst>
                </a:gridCol>
                <a:gridCol w="7696199">
                  <a:extLst>
                    <a:ext uri="{9D8B030D-6E8A-4147-A177-3AD203B41FA5}">
                      <a16:colId xmlns:a16="http://schemas.microsoft.com/office/drawing/2014/main" val="2398977411"/>
                    </a:ext>
                  </a:extLst>
                </a:gridCol>
              </a:tblGrid>
              <a:tr h="370840">
                <a:tc>
                  <a:txBody>
                    <a:bodyPr/>
                    <a:lstStyle/>
                    <a:p>
                      <a:r>
                        <a:rPr lang="de-DE" dirty="0"/>
                        <a:t>Bereich</a:t>
                      </a:r>
                    </a:p>
                  </a:txBody>
                  <a:tcPr/>
                </a:tc>
                <a:tc>
                  <a:txBody>
                    <a:bodyPr/>
                    <a:lstStyle/>
                    <a:p>
                      <a:r>
                        <a:rPr lang="de-DE" dirty="0"/>
                        <a:t>Gültigkeit und Verwendung</a:t>
                      </a:r>
                    </a:p>
                  </a:txBody>
                  <a:tcPr/>
                </a:tc>
                <a:extLst>
                  <a:ext uri="{0D108BD9-81ED-4DB2-BD59-A6C34878D82A}">
                    <a16:rowId xmlns:a16="http://schemas.microsoft.com/office/drawing/2014/main" val="1258102534"/>
                  </a:ext>
                </a:extLst>
              </a:tr>
              <a:tr h="370840">
                <a:tc>
                  <a:txBody>
                    <a:bodyPr/>
                    <a:lstStyle/>
                    <a:p>
                      <a:r>
                        <a:rPr lang="de-DE" dirty="0"/>
                        <a:t>Message Body</a:t>
                      </a:r>
                    </a:p>
                  </a:txBody>
                  <a:tcPr/>
                </a:tc>
                <a:tc>
                  <a:txBody>
                    <a:bodyPr/>
                    <a:lstStyle/>
                    <a:p>
                      <a:r>
                        <a:rPr lang="de-DE" dirty="0"/>
                        <a:t>fachlicher Inhalt der Nachricht</a:t>
                      </a:r>
                    </a:p>
                  </a:txBody>
                  <a:tcPr/>
                </a:tc>
                <a:extLst>
                  <a:ext uri="{0D108BD9-81ED-4DB2-BD59-A6C34878D82A}">
                    <a16:rowId xmlns:a16="http://schemas.microsoft.com/office/drawing/2014/main" val="302324167"/>
                  </a:ext>
                </a:extLst>
              </a:tr>
              <a:tr h="370840">
                <a:tc>
                  <a:txBody>
                    <a:bodyPr/>
                    <a:lstStyle/>
                    <a:p>
                      <a:r>
                        <a:rPr lang="de-DE" dirty="0"/>
                        <a:t>Message Header</a:t>
                      </a:r>
                    </a:p>
                  </a:txBody>
                  <a:tcPr/>
                </a:tc>
                <a:tc>
                  <a:txBody>
                    <a:bodyPr/>
                    <a:lstStyle/>
                    <a:p>
                      <a:r>
                        <a:rPr lang="de-DE" dirty="0"/>
                        <a:t>technische Metadaten, teilweise an Adapter übergeben</a:t>
                      </a:r>
                    </a:p>
                  </a:txBody>
                  <a:tcPr/>
                </a:tc>
                <a:extLst>
                  <a:ext uri="{0D108BD9-81ED-4DB2-BD59-A6C34878D82A}">
                    <a16:rowId xmlns:a16="http://schemas.microsoft.com/office/drawing/2014/main" val="4188840783"/>
                  </a:ext>
                </a:extLst>
              </a:tr>
              <a:tr h="370840">
                <a:tc>
                  <a:txBody>
                    <a:bodyPr/>
                    <a:lstStyle/>
                    <a:p>
                      <a:r>
                        <a:rPr lang="de-DE" dirty="0"/>
                        <a:t>Exchange Property</a:t>
                      </a:r>
                    </a:p>
                  </a:txBody>
                  <a:tcPr/>
                </a:tc>
                <a:tc>
                  <a:txBody>
                    <a:bodyPr/>
                    <a:lstStyle/>
                    <a:p>
                      <a:r>
                        <a:rPr lang="de-DE" dirty="0"/>
                        <a:t>interne Information innerhalb des Integration Flows</a:t>
                      </a:r>
                    </a:p>
                  </a:txBody>
                  <a:tcPr/>
                </a:tc>
                <a:extLst>
                  <a:ext uri="{0D108BD9-81ED-4DB2-BD59-A6C34878D82A}">
                    <a16:rowId xmlns:a16="http://schemas.microsoft.com/office/drawing/2014/main" val="365568703"/>
                  </a:ext>
                </a:extLst>
              </a:tr>
            </a:tbl>
          </a:graphicData>
        </a:graphic>
      </p:graphicFrame>
      <p:sp>
        <p:nvSpPr>
          <p:cNvPr id="6" name="Textfeld 5">
            <a:extLst>
              <a:ext uri="{FF2B5EF4-FFF2-40B4-BE49-F238E27FC236}">
                <a16:creationId xmlns:a16="http://schemas.microsoft.com/office/drawing/2014/main" id="{EDE187A9-E3A5-6404-AB5A-C32629908D0E}"/>
              </a:ext>
            </a:extLst>
          </p:cNvPr>
          <p:cNvSpPr txBox="1"/>
          <p:nvPr/>
        </p:nvSpPr>
        <p:spPr>
          <a:xfrm>
            <a:off x="838200" y="6021594"/>
            <a:ext cx="10085774" cy="369332"/>
          </a:xfrm>
          <a:prstGeom prst="rect">
            <a:avLst/>
          </a:prstGeom>
          <a:noFill/>
        </p:spPr>
        <p:txBody>
          <a:bodyPr wrap="none" rtlCol="0">
            <a:spAutoFit/>
          </a:bodyPr>
          <a:lstStyle/>
          <a:p>
            <a:r>
              <a:rPr lang="de-DE" dirty="0">
                <a:highlight>
                  <a:srgbClr val="FFFF00"/>
                </a:highlight>
              </a:rPr>
              <a:t>Header und Exchange Properties ergänzen Kontext, ohne den fachlichen Body verändern zu müssen.</a:t>
            </a:r>
          </a:p>
        </p:txBody>
      </p:sp>
      <p:pic>
        <p:nvPicPr>
          <p:cNvPr id="12" name="Grafik 11">
            <a:extLst>
              <a:ext uri="{FF2B5EF4-FFF2-40B4-BE49-F238E27FC236}">
                <a16:creationId xmlns:a16="http://schemas.microsoft.com/office/drawing/2014/main" id="{48A9F5BC-4D0D-9B39-19A1-1405017ACE25}"/>
              </a:ext>
            </a:extLst>
          </p:cNvPr>
          <p:cNvPicPr>
            <a:picLocks noChangeAspect="1"/>
          </p:cNvPicPr>
          <p:nvPr/>
        </p:nvPicPr>
        <p:blipFill>
          <a:blip r:embed="rId3"/>
          <a:stretch>
            <a:fillRect/>
          </a:stretch>
        </p:blipFill>
        <p:spPr>
          <a:xfrm>
            <a:off x="838199" y="4097273"/>
            <a:ext cx="5172797" cy="1600423"/>
          </a:xfrm>
          <a:prstGeom prst="rect">
            <a:avLst/>
          </a:prstGeom>
        </p:spPr>
      </p:pic>
    </p:spTree>
    <p:extLst>
      <p:ext uri="{BB962C8B-B14F-4D97-AF65-F5344CB8AC3E}">
        <p14:creationId xmlns:p14="http://schemas.microsoft.com/office/powerpoint/2010/main" val="2797204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AFFB89-E1A8-0993-1CAB-0E2B05016F97}"/>
              </a:ext>
            </a:extLst>
          </p:cNvPr>
          <p:cNvSpPr>
            <a:spLocks noGrp="1"/>
          </p:cNvSpPr>
          <p:nvPr>
            <p:ph type="title"/>
          </p:nvPr>
        </p:nvSpPr>
        <p:spPr/>
        <p:txBody>
          <a:bodyPr/>
          <a:lstStyle/>
          <a:p>
            <a:r>
              <a:rPr lang="de-DE" dirty="0"/>
              <a:t>Content-</a:t>
            </a:r>
            <a:r>
              <a:rPr lang="de-DE" dirty="0" err="1"/>
              <a:t>Based</a:t>
            </a:r>
            <a:r>
              <a:rPr lang="de-DE" dirty="0"/>
              <a:t> Router</a:t>
            </a:r>
          </a:p>
        </p:txBody>
      </p:sp>
      <p:pic>
        <p:nvPicPr>
          <p:cNvPr id="13" name="Inhaltsplatzhalter 12">
            <a:extLst>
              <a:ext uri="{FF2B5EF4-FFF2-40B4-BE49-F238E27FC236}">
                <a16:creationId xmlns:a16="http://schemas.microsoft.com/office/drawing/2014/main" id="{C78E3DD7-FCA0-DB35-B6FA-C5F3A7C4EBD5}"/>
              </a:ext>
            </a:extLst>
          </p:cNvPr>
          <p:cNvPicPr>
            <a:picLocks noGrp="1" noChangeAspect="1"/>
          </p:cNvPicPr>
          <p:nvPr>
            <p:ph idx="1"/>
          </p:nvPr>
        </p:nvPicPr>
        <p:blipFill>
          <a:blip r:embed="rId3"/>
          <a:stretch>
            <a:fillRect/>
          </a:stretch>
        </p:blipFill>
        <p:spPr>
          <a:xfrm>
            <a:off x="2044861" y="1825625"/>
            <a:ext cx="8102277" cy="4351338"/>
          </a:xfrm>
          <a:prstGeom prst="rect">
            <a:avLst/>
          </a:prstGeom>
        </p:spPr>
      </p:pic>
      <p:sp>
        <p:nvSpPr>
          <p:cNvPr id="15" name="Textfeld 14">
            <a:extLst>
              <a:ext uri="{FF2B5EF4-FFF2-40B4-BE49-F238E27FC236}">
                <a16:creationId xmlns:a16="http://schemas.microsoft.com/office/drawing/2014/main" id="{C4E44D59-4FB7-9B8A-9BD7-C1CD94ECC576}"/>
              </a:ext>
            </a:extLst>
          </p:cNvPr>
          <p:cNvSpPr txBox="1"/>
          <p:nvPr/>
        </p:nvSpPr>
        <p:spPr>
          <a:xfrm>
            <a:off x="838200" y="6154114"/>
            <a:ext cx="8643007" cy="369332"/>
          </a:xfrm>
          <a:prstGeom prst="rect">
            <a:avLst/>
          </a:prstGeom>
          <a:noFill/>
        </p:spPr>
        <p:txBody>
          <a:bodyPr wrap="none" rtlCol="0">
            <a:spAutoFit/>
          </a:bodyPr>
          <a:lstStyle/>
          <a:p>
            <a:r>
              <a:rPr lang="de-DE" dirty="0">
                <a:highlight>
                  <a:srgbClr val="FFFF00"/>
                </a:highlight>
              </a:rPr>
              <a:t>Ein Router verteilt nicht zufällig – er trifft eine fachlich nachvollziehbare Entscheidung.</a:t>
            </a:r>
          </a:p>
        </p:txBody>
      </p:sp>
      <p:sp>
        <p:nvSpPr>
          <p:cNvPr id="16" name="Inhaltsplatzhalter 2">
            <a:extLst>
              <a:ext uri="{FF2B5EF4-FFF2-40B4-BE49-F238E27FC236}">
                <a16:creationId xmlns:a16="http://schemas.microsoft.com/office/drawing/2014/main" id="{93252B09-315E-8FB0-4643-8223435C33F1}"/>
              </a:ext>
            </a:extLst>
          </p:cNvPr>
          <p:cNvSpPr txBox="1">
            <a:spLocks/>
          </p:cNvSpPr>
          <p:nvPr/>
        </p:nvSpPr>
        <p:spPr>
          <a:xfrm>
            <a:off x="838200" y="1479142"/>
            <a:ext cx="10515600" cy="596330"/>
          </a:xfrm>
          <a:prstGeom prst="rect">
            <a:avLst/>
          </a:prstGeom>
        </p:spPr>
        <p:txBody>
          <a:bodyPr vert="horz" lIns="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dirty="0"/>
              <a:t>Der Router wählt den Verarbeitungsweg anhand des Nachrichteninhalts</a:t>
            </a:r>
          </a:p>
        </p:txBody>
      </p:sp>
    </p:spTree>
    <p:extLst>
      <p:ext uri="{BB962C8B-B14F-4D97-AF65-F5344CB8AC3E}">
        <p14:creationId xmlns:p14="http://schemas.microsoft.com/office/powerpoint/2010/main" val="2985608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E67DEF-D7B9-9F45-4B6D-B815CC8526D6}"/>
              </a:ext>
            </a:extLst>
          </p:cNvPr>
          <p:cNvSpPr>
            <a:spLocks noGrp="1"/>
          </p:cNvSpPr>
          <p:nvPr>
            <p:ph type="title"/>
          </p:nvPr>
        </p:nvSpPr>
        <p:spPr/>
        <p:txBody>
          <a:bodyPr/>
          <a:lstStyle/>
          <a:p>
            <a:r>
              <a:rPr lang="de-DE" dirty="0"/>
              <a:t>Multicast</a:t>
            </a:r>
          </a:p>
        </p:txBody>
      </p:sp>
      <p:pic>
        <p:nvPicPr>
          <p:cNvPr id="9" name="Inhaltsplatzhalter 8">
            <a:extLst>
              <a:ext uri="{FF2B5EF4-FFF2-40B4-BE49-F238E27FC236}">
                <a16:creationId xmlns:a16="http://schemas.microsoft.com/office/drawing/2014/main" id="{A8A247BB-9AB2-0E91-400E-BC5644B598A8}"/>
              </a:ext>
            </a:extLst>
          </p:cNvPr>
          <p:cNvPicPr>
            <a:picLocks noGrp="1" noChangeAspect="1"/>
          </p:cNvPicPr>
          <p:nvPr>
            <p:ph idx="1"/>
          </p:nvPr>
        </p:nvPicPr>
        <p:blipFill>
          <a:blip r:embed="rId3"/>
          <a:stretch>
            <a:fillRect/>
          </a:stretch>
        </p:blipFill>
        <p:spPr>
          <a:xfrm>
            <a:off x="1128019" y="2310370"/>
            <a:ext cx="9935962" cy="3381847"/>
          </a:xfrm>
          <a:prstGeom prst="rect">
            <a:avLst/>
          </a:prstGeom>
        </p:spPr>
      </p:pic>
      <p:sp>
        <p:nvSpPr>
          <p:cNvPr id="11" name="Textfeld 10">
            <a:extLst>
              <a:ext uri="{FF2B5EF4-FFF2-40B4-BE49-F238E27FC236}">
                <a16:creationId xmlns:a16="http://schemas.microsoft.com/office/drawing/2014/main" id="{7853E07B-39C3-7C01-0275-B3A7335CC13F}"/>
              </a:ext>
            </a:extLst>
          </p:cNvPr>
          <p:cNvSpPr txBox="1"/>
          <p:nvPr/>
        </p:nvSpPr>
        <p:spPr>
          <a:xfrm>
            <a:off x="838200" y="6154114"/>
            <a:ext cx="7654596" cy="369332"/>
          </a:xfrm>
          <a:prstGeom prst="rect">
            <a:avLst/>
          </a:prstGeom>
          <a:noFill/>
        </p:spPr>
        <p:txBody>
          <a:bodyPr wrap="none" rtlCol="0">
            <a:spAutoFit/>
          </a:bodyPr>
          <a:lstStyle/>
          <a:p>
            <a:r>
              <a:rPr lang="de-DE" dirty="0">
                <a:highlight>
                  <a:srgbClr val="FFFF00"/>
                </a:highlight>
              </a:rPr>
              <a:t>Router bedeutet „entweder – oder“, Multicast bedeutet „sowohl – als auch“.</a:t>
            </a:r>
          </a:p>
        </p:txBody>
      </p:sp>
      <p:sp>
        <p:nvSpPr>
          <p:cNvPr id="13" name="Textfeld 12">
            <a:extLst>
              <a:ext uri="{FF2B5EF4-FFF2-40B4-BE49-F238E27FC236}">
                <a16:creationId xmlns:a16="http://schemas.microsoft.com/office/drawing/2014/main" id="{A2213D5B-A3DE-C1DC-0B9D-B25DEB3590CD}"/>
              </a:ext>
            </a:extLst>
          </p:cNvPr>
          <p:cNvSpPr txBox="1"/>
          <p:nvPr/>
        </p:nvSpPr>
        <p:spPr>
          <a:xfrm>
            <a:off x="838200" y="1556202"/>
            <a:ext cx="10225781" cy="523220"/>
          </a:xfrm>
          <a:prstGeom prst="rect">
            <a:avLst/>
          </a:prstGeom>
          <a:noFill/>
        </p:spPr>
        <p:txBody>
          <a:bodyPr wrap="square" lIns="0">
            <a:spAutoFit/>
          </a:bodyPr>
          <a:lstStyle/>
          <a:p>
            <a:r>
              <a:rPr lang="de-DE" sz="2800" dirty="0"/>
              <a:t>Multicast verarbeitet eine Nachricht auf mehreren Wegen</a:t>
            </a:r>
          </a:p>
        </p:txBody>
      </p:sp>
    </p:spTree>
    <p:extLst>
      <p:ext uri="{BB962C8B-B14F-4D97-AF65-F5344CB8AC3E}">
        <p14:creationId xmlns:p14="http://schemas.microsoft.com/office/powerpoint/2010/main" val="4079444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FDDBCC-084A-6742-8DC2-6D53AD80B73F}"/>
              </a:ext>
            </a:extLst>
          </p:cNvPr>
          <p:cNvSpPr>
            <a:spLocks noGrp="1"/>
          </p:cNvSpPr>
          <p:nvPr>
            <p:ph type="title"/>
          </p:nvPr>
        </p:nvSpPr>
        <p:spPr/>
        <p:txBody>
          <a:bodyPr/>
          <a:lstStyle/>
          <a:p>
            <a:r>
              <a:rPr lang="de-DE" dirty="0"/>
              <a:t>Splitter</a:t>
            </a:r>
          </a:p>
        </p:txBody>
      </p:sp>
      <p:sp>
        <p:nvSpPr>
          <p:cNvPr id="3" name="Inhaltsplatzhalter 2">
            <a:extLst>
              <a:ext uri="{FF2B5EF4-FFF2-40B4-BE49-F238E27FC236}">
                <a16:creationId xmlns:a16="http://schemas.microsoft.com/office/drawing/2014/main" id="{35A260AC-EE00-1F36-EADB-89CDEC5F638C}"/>
              </a:ext>
            </a:extLst>
          </p:cNvPr>
          <p:cNvSpPr>
            <a:spLocks noGrp="1"/>
          </p:cNvSpPr>
          <p:nvPr>
            <p:ph idx="1"/>
          </p:nvPr>
        </p:nvSpPr>
        <p:spPr/>
        <p:txBody>
          <a:bodyPr/>
          <a:lstStyle/>
          <a:p>
            <a:pPr marL="0" indent="0">
              <a:buNone/>
            </a:pPr>
            <a:r>
              <a:rPr lang="de-DE" dirty="0"/>
              <a:t>Der Splitter zerlegt eine Sammelnachricht in einzelne Nachrichten</a:t>
            </a:r>
          </a:p>
        </p:txBody>
      </p:sp>
      <p:sp>
        <p:nvSpPr>
          <p:cNvPr id="5" name="Textfeld 4">
            <a:extLst>
              <a:ext uri="{FF2B5EF4-FFF2-40B4-BE49-F238E27FC236}">
                <a16:creationId xmlns:a16="http://schemas.microsoft.com/office/drawing/2014/main" id="{D71C57F2-7933-297B-DB88-A09923C7178E}"/>
              </a:ext>
            </a:extLst>
          </p:cNvPr>
          <p:cNvSpPr txBox="1"/>
          <p:nvPr/>
        </p:nvSpPr>
        <p:spPr>
          <a:xfrm>
            <a:off x="838200" y="6154114"/>
            <a:ext cx="10700493" cy="369332"/>
          </a:xfrm>
          <a:prstGeom prst="rect">
            <a:avLst/>
          </a:prstGeom>
          <a:noFill/>
        </p:spPr>
        <p:txBody>
          <a:bodyPr wrap="none" rtlCol="0">
            <a:spAutoFit/>
          </a:bodyPr>
          <a:lstStyle/>
          <a:p>
            <a:r>
              <a:rPr lang="de-DE" dirty="0">
                <a:highlight>
                  <a:srgbClr val="FFFF00"/>
                </a:highlight>
              </a:rPr>
              <a:t>Aus einer Nachricht mit mehreren Datensätzen entstehen mehrere unabhängig verarbeitbare Nachrichten.</a:t>
            </a:r>
          </a:p>
        </p:txBody>
      </p:sp>
      <p:pic>
        <p:nvPicPr>
          <p:cNvPr id="9" name="Grafik 8">
            <a:extLst>
              <a:ext uri="{FF2B5EF4-FFF2-40B4-BE49-F238E27FC236}">
                <a16:creationId xmlns:a16="http://schemas.microsoft.com/office/drawing/2014/main" id="{B812D7B4-84A5-88C0-9773-AF1338A090F9}"/>
              </a:ext>
            </a:extLst>
          </p:cNvPr>
          <p:cNvPicPr>
            <a:picLocks noChangeAspect="1"/>
          </p:cNvPicPr>
          <p:nvPr/>
        </p:nvPicPr>
        <p:blipFill>
          <a:blip r:embed="rId3"/>
          <a:stretch>
            <a:fillRect/>
          </a:stretch>
        </p:blipFill>
        <p:spPr>
          <a:xfrm>
            <a:off x="838200" y="2368626"/>
            <a:ext cx="9926435" cy="3439005"/>
          </a:xfrm>
          <a:prstGeom prst="rect">
            <a:avLst/>
          </a:prstGeom>
        </p:spPr>
      </p:pic>
    </p:spTree>
    <p:extLst>
      <p:ext uri="{BB962C8B-B14F-4D97-AF65-F5344CB8AC3E}">
        <p14:creationId xmlns:p14="http://schemas.microsoft.com/office/powerpoint/2010/main" val="24662812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3717FC-43EC-0148-B7EE-FFCF4713D684}"/>
              </a:ext>
            </a:extLst>
          </p:cNvPr>
          <p:cNvSpPr>
            <a:spLocks noGrp="1"/>
          </p:cNvSpPr>
          <p:nvPr>
            <p:ph type="title"/>
          </p:nvPr>
        </p:nvSpPr>
        <p:spPr/>
        <p:txBody>
          <a:bodyPr/>
          <a:lstStyle/>
          <a:p>
            <a:r>
              <a:rPr lang="de-DE" dirty="0" err="1"/>
              <a:t>Exception</a:t>
            </a:r>
            <a:r>
              <a:rPr lang="de-DE" dirty="0"/>
              <a:t> </a:t>
            </a:r>
            <a:r>
              <a:rPr lang="de-DE" dirty="0" err="1"/>
              <a:t>Subprocess</a:t>
            </a:r>
            <a:endParaRPr lang="de-DE" dirty="0"/>
          </a:p>
        </p:txBody>
      </p:sp>
      <p:sp>
        <p:nvSpPr>
          <p:cNvPr id="3" name="Inhaltsplatzhalter 2">
            <a:extLst>
              <a:ext uri="{FF2B5EF4-FFF2-40B4-BE49-F238E27FC236}">
                <a16:creationId xmlns:a16="http://schemas.microsoft.com/office/drawing/2014/main" id="{9E923169-EEFC-2DAA-E4E0-F922AD096CC7}"/>
              </a:ext>
            </a:extLst>
          </p:cNvPr>
          <p:cNvSpPr>
            <a:spLocks noGrp="1"/>
          </p:cNvSpPr>
          <p:nvPr>
            <p:ph idx="1"/>
          </p:nvPr>
        </p:nvSpPr>
        <p:spPr/>
        <p:txBody>
          <a:bodyPr/>
          <a:lstStyle/>
          <a:p>
            <a:pPr marL="0" indent="0">
              <a:buNone/>
            </a:pPr>
            <a:r>
              <a:rPr lang="de-DE" dirty="0"/>
              <a:t>Ein </a:t>
            </a:r>
            <a:r>
              <a:rPr lang="de-DE" dirty="0" err="1"/>
              <a:t>Exception</a:t>
            </a:r>
            <a:r>
              <a:rPr lang="de-DE" dirty="0"/>
              <a:t> </a:t>
            </a:r>
            <a:r>
              <a:rPr lang="de-DE" dirty="0" err="1"/>
              <a:t>Subprocess</a:t>
            </a:r>
            <a:r>
              <a:rPr lang="de-DE" dirty="0"/>
              <a:t> behandelt Fehler kontrolliert</a:t>
            </a:r>
          </a:p>
          <a:p>
            <a:pPr marL="0" indent="0">
              <a:buNone/>
            </a:pPr>
            <a:r>
              <a:rPr lang="de-DE" dirty="0"/>
              <a:t>Typische Aufgaben:</a:t>
            </a:r>
          </a:p>
          <a:p>
            <a:r>
              <a:rPr lang="de-DE" dirty="0"/>
              <a:t>ursprüngliche Auftragsnummer ermitteln </a:t>
            </a:r>
          </a:p>
          <a:p>
            <a:r>
              <a:rPr lang="de-DE" dirty="0"/>
              <a:t>Fehlermeldung auslesen </a:t>
            </a:r>
          </a:p>
          <a:p>
            <a:r>
              <a:rPr lang="de-DE" dirty="0"/>
              <a:t>technische Details protokollieren</a:t>
            </a:r>
          </a:p>
          <a:p>
            <a:r>
              <a:rPr lang="de-DE" dirty="0"/>
              <a:t>verständliche Antwort für den Sender erzeugen </a:t>
            </a:r>
          </a:p>
          <a:p>
            <a:r>
              <a:rPr lang="de-DE" dirty="0"/>
              <a:t>Benachrichtigung oder Wiederanlauf auslösen </a:t>
            </a:r>
          </a:p>
          <a:p>
            <a:r>
              <a:rPr lang="de-DE" dirty="0"/>
              <a:t>Verarbeitung kontrolliert beenden</a:t>
            </a:r>
          </a:p>
        </p:txBody>
      </p:sp>
      <p:sp>
        <p:nvSpPr>
          <p:cNvPr id="5" name="Textfeld 4">
            <a:extLst>
              <a:ext uri="{FF2B5EF4-FFF2-40B4-BE49-F238E27FC236}">
                <a16:creationId xmlns:a16="http://schemas.microsoft.com/office/drawing/2014/main" id="{BBE92D65-E556-9C58-A41A-D2D8E77B81A6}"/>
              </a:ext>
            </a:extLst>
          </p:cNvPr>
          <p:cNvSpPr txBox="1"/>
          <p:nvPr/>
        </p:nvSpPr>
        <p:spPr>
          <a:xfrm>
            <a:off x="838200" y="6154114"/>
            <a:ext cx="9225026" cy="369332"/>
          </a:xfrm>
          <a:prstGeom prst="rect">
            <a:avLst/>
          </a:prstGeom>
          <a:noFill/>
        </p:spPr>
        <p:txBody>
          <a:bodyPr wrap="none" rtlCol="0">
            <a:spAutoFit/>
          </a:bodyPr>
          <a:lstStyle/>
          <a:p>
            <a:r>
              <a:rPr lang="de-DE" dirty="0">
                <a:highlight>
                  <a:srgbClr val="FFFF00"/>
                </a:highlight>
              </a:rPr>
              <a:t>Fehlerbehandlung bedeutet nicht, jeden Fehler in einen erfolgreichen Status umzuwandeln.</a:t>
            </a:r>
          </a:p>
        </p:txBody>
      </p:sp>
    </p:spTree>
    <p:extLst>
      <p:ext uri="{BB962C8B-B14F-4D97-AF65-F5344CB8AC3E}">
        <p14:creationId xmlns:p14="http://schemas.microsoft.com/office/powerpoint/2010/main" val="1576183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A9F0ED-1A97-542C-E50F-F38A97B8C5AB}"/>
              </a:ext>
            </a:extLst>
          </p:cNvPr>
          <p:cNvSpPr>
            <a:spLocks noGrp="1"/>
          </p:cNvSpPr>
          <p:nvPr>
            <p:ph type="title"/>
          </p:nvPr>
        </p:nvSpPr>
        <p:spPr/>
        <p:txBody>
          <a:bodyPr/>
          <a:lstStyle/>
          <a:p>
            <a:r>
              <a:rPr lang="de-DE" dirty="0"/>
              <a:t>Aufträge abhängig vom Betrag routen</a:t>
            </a:r>
          </a:p>
        </p:txBody>
      </p:sp>
      <p:pic>
        <p:nvPicPr>
          <p:cNvPr id="5" name="Inhaltsplatzhalter 4">
            <a:extLst>
              <a:ext uri="{FF2B5EF4-FFF2-40B4-BE49-F238E27FC236}">
                <a16:creationId xmlns:a16="http://schemas.microsoft.com/office/drawing/2014/main" id="{78A183C5-FFE0-116D-1D62-B26E5747B7CF}"/>
              </a:ext>
            </a:extLst>
          </p:cNvPr>
          <p:cNvPicPr>
            <a:picLocks noGrp="1" noChangeAspect="1"/>
          </p:cNvPicPr>
          <p:nvPr>
            <p:ph idx="1"/>
          </p:nvPr>
        </p:nvPicPr>
        <p:blipFill>
          <a:blip r:embed="rId3"/>
          <a:stretch>
            <a:fillRect/>
          </a:stretch>
        </p:blipFill>
        <p:spPr>
          <a:xfrm>
            <a:off x="838200" y="2527071"/>
            <a:ext cx="10515600" cy="2948445"/>
          </a:xfrm>
          <a:prstGeom prst="rect">
            <a:avLst/>
          </a:prstGeom>
        </p:spPr>
      </p:pic>
    </p:spTree>
    <p:extLst>
      <p:ext uri="{BB962C8B-B14F-4D97-AF65-F5344CB8AC3E}">
        <p14:creationId xmlns:p14="http://schemas.microsoft.com/office/powerpoint/2010/main" val="7769382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A4EF4A-A395-528D-D82D-4DF5F071CCE2}"/>
              </a:ext>
            </a:extLst>
          </p:cNvPr>
          <p:cNvSpPr>
            <a:spLocks noGrp="1"/>
          </p:cNvSpPr>
          <p:nvPr>
            <p:ph type="title"/>
          </p:nvPr>
        </p:nvSpPr>
        <p:spPr/>
        <p:txBody>
          <a:bodyPr/>
          <a:lstStyle/>
          <a:p>
            <a:r>
              <a:rPr lang="de-DE" dirty="0"/>
              <a:t>Integration Packages</a:t>
            </a:r>
          </a:p>
        </p:txBody>
      </p:sp>
      <p:sp>
        <p:nvSpPr>
          <p:cNvPr id="3" name="Inhaltsplatzhalter 2">
            <a:extLst>
              <a:ext uri="{FF2B5EF4-FFF2-40B4-BE49-F238E27FC236}">
                <a16:creationId xmlns:a16="http://schemas.microsoft.com/office/drawing/2014/main" id="{C30D6EDD-BA4D-F237-D315-C346457C58B2}"/>
              </a:ext>
            </a:extLst>
          </p:cNvPr>
          <p:cNvSpPr>
            <a:spLocks noGrp="1"/>
          </p:cNvSpPr>
          <p:nvPr>
            <p:ph idx="1"/>
          </p:nvPr>
        </p:nvSpPr>
        <p:spPr/>
        <p:txBody>
          <a:bodyPr/>
          <a:lstStyle/>
          <a:p>
            <a:r>
              <a:rPr lang="de-DE" dirty="0"/>
              <a:t>Integration Package als fachliche Klammer</a:t>
            </a:r>
          </a:p>
          <a:p>
            <a:r>
              <a:rPr lang="de-DE" dirty="0"/>
              <a:t>Artefakte und Ressourcen unterscheiden</a:t>
            </a:r>
          </a:p>
          <a:p>
            <a:r>
              <a:rPr lang="de-DE" dirty="0"/>
              <a:t>Packages sauber strukturieren</a:t>
            </a:r>
          </a:p>
          <a:p>
            <a:r>
              <a:rPr lang="de-DE" dirty="0"/>
              <a:t>Vorgefertigte Integrationsinhalte entdecken</a:t>
            </a:r>
          </a:p>
          <a:p>
            <a:r>
              <a:rPr lang="de-DE" dirty="0"/>
              <a:t>Vom Katalog zum laufenden Integration Flow</a:t>
            </a:r>
          </a:p>
          <a:p>
            <a:r>
              <a:rPr lang="de-DE" dirty="0"/>
              <a:t>Vorgefertigter Inhalt oder Eigenentwicklung?</a:t>
            </a:r>
          </a:p>
          <a:p>
            <a:r>
              <a:rPr lang="de-DE" dirty="0"/>
              <a:t>Ein Package aus Discover übernehmen</a:t>
            </a:r>
          </a:p>
          <a:p>
            <a:endParaRPr lang="de-DE" dirty="0"/>
          </a:p>
          <a:p>
            <a:endParaRPr lang="de-DE" dirty="0"/>
          </a:p>
          <a:p>
            <a:endParaRPr lang="de-DE" dirty="0"/>
          </a:p>
        </p:txBody>
      </p:sp>
    </p:spTree>
    <p:extLst>
      <p:ext uri="{BB962C8B-B14F-4D97-AF65-F5344CB8AC3E}">
        <p14:creationId xmlns:p14="http://schemas.microsoft.com/office/powerpoint/2010/main" val="3937789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10BBB4-29A0-899C-D8C3-E19215FEB0F5}"/>
              </a:ext>
            </a:extLst>
          </p:cNvPr>
          <p:cNvSpPr>
            <a:spLocks noGrp="1"/>
          </p:cNvSpPr>
          <p:nvPr>
            <p:ph type="title"/>
          </p:nvPr>
        </p:nvSpPr>
        <p:spPr/>
        <p:txBody>
          <a:bodyPr/>
          <a:lstStyle/>
          <a:p>
            <a:r>
              <a:rPr lang="de-DE" dirty="0"/>
              <a:t>Das Integration Package als fachliche Klammer</a:t>
            </a:r>
          </a:p>
        </p:txBody>
      </p:sp>
      <p:sp>
        <p:nvSpPr>
          <p:cNvPr id="3" name="Inhaltsplatzhalter 2">
            <a:extLst>
              <a:ext uri="{FF2B5EF4-FFF2-40B4-BE49-F238E27FC236}">
                <a16:creationId xmlns:a16="http://schemas.microsoft.com/office/drawing/2014/main" id="{6FAD834C-4CE3-09C6-60B7-2CAD2F019E4C}"/>
              </a:ext>
            </a:extLst>
          </p:cNvPr>
          <p:cNvSpPr>
            <a:spLocks noGrp="1"/>
          </p:cNvSpPr>
          <p:nvPr>
            <p:ph idx="1"/>
          </p:nvPr>
        </p:nvSpPr>
        <p:spPr/>
        <p:txBody>
          <a:bodyPr>
            <a:normAutofit fontScale="92500" lnSpcReduction="20000"/>
          </a:bodyPr>
          <a:lstStyle/>
          <a:p>
            <a:pPr marL="0" indent="0">
              <a:buNone/>
            </a:pPr>
            <a:r>
              <a:rPr lang="de-DE" dirty="0"/>
              <a:t>Ein Integration Package bündelt alle Artefakte eines Integrationsszenarios</a:t>
            </a:r>
          </a:p>
          <a:p>
            <a:pPr marL="0" indent="0">
              <a:buNone/>
            </a:pPr>
            <a:endParaRPr lang="de-DE" dirty="0"/>
          </a:p>
          <a:p>
            <a:pPr marL="0" indent="0">
              <a:buNone/>
            </a:pPr>
            <a:r>
              <a:rPr lang="de-DE" sz="2400" dirty="0">
                <a:latin typeface="Courier New" panose="02070309020205020404" pitchFamily="49" charset="0"/>
                <a:cs typeface="Courier New" panose="02070309020205020404" pitchFamily="49" charset="0"/>
              </a:rPr>
              <a:t>Package Webshop Integration </a:t>
            </a:r>
            <a:r>
              <a:rPr lang="de-DE" sz="2400" dirty="0" err="1">
                <a:latin typeface="Courier New" panose="02070309020205020404" pitchFamily="49" charset="0"/>
                <a:cs typeface="Courier New" panose="02070309020205020404" pitchFamily="49" charset="0"/>
              </a:rPr>
              <a:t>with</a:t>
            </a:r>
            <a:r>
              <a:rPr lang="de-DE" sz="2400" dirty="0">
                <a:latin typeface="Courier New" panose="02070309020205020404" pitchFamily="49" charset="0"/>
                <a:cs typeface="Courier New" panose="02070309020205020404" pitchFamily="49" charset="0"/>
              </a:rPr>
              <a:t> SAP Sales Orders</a:t>
            </a:r>
          </a:p>
          <a:p>
            <a:pPr marL="0" indent="0">
              <a:buNone/>
            </a:pPr>
            <a:r>
              <a:rPr lang="de-DE" sz="2400" dirty="0">
                <a:latin typeface="Courier New" panose="02070309020205020404" pitchFamily="49" charset="0"/>
                <a:cs typeface="Courier New" panose="02070309020205020404" pitchFamily="49" charset="0"/>
              </a:rPr>
              <a:t>├── Integration Flow</a:t>
            </a:r>
          </a:p>
          <a:p>
            <a:pPr marL="0" indent="0">
              <a:buNone/>
            </a:pPr>
            <a:r>
              <a:rPr lang="de-DE" sz="2400" dirty="0">
                <a:latin typeface="Courier New" panose="02070309020205020404" pitchFamily="49" charset="0"/>
                <a:cs typeface="Courier New" panose="02070309020205020404" pitchFamily="49" charset="0"/>
              </a:rPr>
              <a:t>│   └── Create Sales Order</a:t>
            </a:r>
          </a:p>
          <a:p>
            <a:pPr marL="0" indent="0">
              <a:buNone/>
            </a:pPr>
            <a:r>
              <a:rPr lang="de-DE" sz="2400" dirty="0">
                <a:latin typeface="Courier New" panose="02070309020205020404" pitchFamily="49" charset="0"/>
                <a:cs typeface="Courier New" panose="02070309020205020404" pitchFamily="49" charset="0"/>
              </a:rPr>
              <a:t>├── Message Mapping</a:t>
            </a:r>
          </a:p>
          <a:p>
            <a:pPr marL="0" indent="0">
              <a:buNone/>
            </a:pPr>
            <a:r>
              <a:rPr lang="de-DE" sz="2400" dirty="0">
                <a:latin typeface="Courier New" panose="02070309020205020404" pitchFamily="49" charset="0"/>
                <a:cs typeface="Courier New" panose="02070309020205020404" pitchFamily="49" charset="0"/>
              </a:rPr>
              <a:t>│   └── Webshop Order </a:t>
            </a:r>
            <a:r>
              <a:rPr lang="de-DE" sz="2400" dirty="0" err="1">
                <a:latin typeface="Courier New" panose="02070309020205020404" pitchFamily="49" charset="0"/>
                <a:cs typeface="Courier New" panose="02070309020205020404" pitchFamily="49" charset="0"/>
              </a:rPr>
              <a:t>to</a:t>
            </a:r>
            <a:r>
              <a:rPr lang="de-DE" sz="2400" dirty="0">
                <a:latin typeface="Courier New" panose="02070309020205020404" pitchFamily="49" charset="0"/>
                <a:cs typeface="Courier New" panose="02070309020205020404" pitchFamily="49" charset="0"/>
              </a:rPr>
              <a:t> Sales Order</a:t>
            </a:r>
          </a:p>
          <a:p>
            <a:pPr marL="0" indent="0">
              <a:buNone/>
            </a:pPr>
            <a:r>
              <a:rPr lang="de-DE" sz="2400" dirty="0">
                <a:latin typeface="Courier New" panose="02070309020205020404" pitchFamily="49" charset="0"/>
                <a:cs typeface="Courier New" panose="02070309020205020404" pitchFamily="49" charset="0"/>
              </a:rPr>
              <a:t>├── Value Mapping</a:t>
            </a:r>
          </a:p>
          <a:p>
            <a:pPr marL="0" indent="0">
              <a:buNone/>
            </a:pPr>
            <a:r>
              <a:rPr lang="de-DE" sz="2400" dirty="0">
                <a:latin typeface="Courier New" panose="02070309020205020404" pitchFamily="49" charset="0"/>
                <a:cs typeface="Courier New" panose="02070309020205020404" pitchFamily="49" charset="0"/>
              </a:rPr>
              <a:t>│   └── Currency Codes</a:t>
            </a:r>
          </a:p>
          <a:p>
            <a:pPr marL="0" indent="0">
              <a:buNone/>
            </a:pPr>
            <a:r>
              <a:rPr lang="de-DE" sz="2400" dirty="0">
                <a:latin typeface="Courier New" panose="02070309020205020404" pitchFamily="49" charset="0"/>
                <a:cs typeface="Courier New" panose="02070309020205020404" pitchFamily="49" charset="0"/>
              </a:rPr>
              <a:t>└── Dokumentation</a:t>
            </a:r>
          </a:p>
          <a:p>
            <a:pPr marL="0" indent="0">
              <a:buNone/>
            </a:pPr>
            <a:r>
              <a:rPr lang="de-DE" sz="2400" dirty="0">
                <a:latin typeface="Courier New" panose="02070309020205020404" pitchFamily="49" charset="0"/>
                <a:cs typeface="Courier New" panose="02070309020205020404" pitchFamily="49" charset="0"/>
              </a:rPr>
              <a:t>    └── Schnittstellenbeschreibung</a:t>
            </a:r>
          </a:p>
        </p:txBody>
      </p:sp>
      <p:sp>
        <p:nvSpPr>
          <p:cNvPr id="5" name="Textfeld 4">
            <a:extLst>
              <a:ext uri="{FF2B5EF4-FFF2-40B4-BE49-F238E27FC236}">
                <a16:creationId xmlns:a16="http://schemas.microsoft.com/office/drawing/2014/main" id="{81396654-A55F-AF5B-1362-399C357619D8}"/>
              </a:ext>
            </a:extLst>
          </p:cNvPr>
          <p:cNvSpPr txBox="1"/>
          <p:nvPr/>
        </p:nvSpPr>
        <p:spPr>
          <a:xfrm>
            <a:off x="838200" y="6021594"/>
            <a:ext cx="9714519" cy="369332"/>
          </a:xfrm>
          <a:prstGeom prst="rect">
            <a:avLst/>
          </a:prstGeom>
          <a:noFill/>
        </p:spPr>
        <p:txBody>
          <a:bodyPr wrap="none" rtlCol="0">
            <a:spAutoFit/>
          </a:bodyPr>
          <a:lstStyle/>
          <a:p>
            <a:r>
              <a:rPr lang="de-DE" dirty="0">
                <a:highlight>
                  <a:srgbClr val="FFFF00"/>
                </a:highlight>
              </a:rPr>
              <a:t>Ein Package organisiert Integrationsinhalte fachlich – deployt werden die ausführbaren Artefakte.</a:t>
            </a:r>
          </a:p>
        </p:txBody>
      </p:sp>
    </p:spTree>
    <p:extLst>
      <p:ext uri="{BB962C8B-B14F-4D97-AF65-F5344CB8AC3E}">
        <p14:creationId xmlns:p14="http://schemas.microsoft.com/office/powerpoint/2010/main" val="22915115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E61958-4DB7-69A2-7879-AB7A9EF88052}"/>
              </a:ext>
            </a:extLst>
          </p:cNvPr>
          <p:cNvSpPr>
            <a:spLocks noGrp="1"/>
          </p:cNvSpPr>
          <p:nvPr>
            <p:ph type="title"/>
          </p:nvPr>
        </p:nvSpPr>
        <p:spPr/>
        <p:txBody>
          <a:bodyPr/>
          <a:lstStyle/>
          <a:p>
            <a:r>
              <a:rPr lang="de-DE" dirty="0"/>
              <a:t>Artefakte und Ressourcen unterscheiden</a:t>
            </a:r>
          </a:p>
        </p:txBody>
      </p:sp>
      <p:sp>
        <p:nvSpPr>
          <p:cNvPr id="3" name="Inhaltsplatzhalter 2">
            <a:extLst>
              <a:ext uri="{FF2B5EF4-FFF2-40B4-BE49-F238E27FC236}">
                <a16:creationId xmlns:a16="http://schemas.microsoft.com/office/drawing/2014/main" id="{FE2E9CC6-9309-E385-91A1-81F2EE8D0771}"/>
              </a:ext>
            </a:extLst>
          </p:cNvPr>
          <p:cNvSpPr>
            <a:spLocks noGrp="1"/>
          </p:cNvSpPr>
          <p:nvPr>
            <p:ph idx="1"/>
          </p:nvPr>
        </p:nvSpPr>
        <p:spPr/>
        <p:txBody>
          <a:bodyPr/>
          <a:lstStyle/>
          <a:p>
            <a:pPr marL="0" indent="0">
              <a:buNone/>
            </a:pPr>
            <a:r>
              <a:rPr lang="de-DE" dirty="0"/>
              <a:t>Eigenständige Artefakte und lokale Ressourcen haben unterschiedliche Lebenszyklen</a:t>
            </a:r>
          </a:p>
          <a:p>
            <a:pPr marL="0" indent="0">
              <a:buNone/>
            </a:pPr>
            <a:endParaRPr lang="de-DE" dirty="0"/>
          </a:p>
        </p:txBody>
      </p:sp>
      <p:graphicFrame>
        <p:nvGraphicFramePr>
          <p:cNvPr id="7" name="Tabelle 6">
            <a:extLst>
              <a:ext uri="{FF2B5EF4-FFF2-40B4-BE49-F238E27FC236}">
                <a16:creationId xmlns:a16="http://schemas.microsoft.com/office/drawing/2014/main" id="{0021ACCA-3FB3-1E7D-0606-CB11D2D2A4CB}"/>
              </a:ext>
            </a:extLst>
          </p:cNvPr>
          <p:cNvGraphicFramePr>
            <a:graphicFrameLocks noGrp="1"/>
          </p:cNvGraphicFramePr>
          <p:nvPr>
            <p:extLst>
              <p:ext uri="{D42A27DB-BD31-4B8C-83A1-F6EECF244321}">
                <p14:modId xmlns:p14="http://schemas.microsoft.com/office/powerpoint/2010/main" val="3305445145"/>
              </p:ext>
            </p:extLst>
          </p:nvPr>
        </p:nvGraphicFramePr>
        <p:xfrm>
          <a:off x="2728210" y="2811090"/>
          <a:ext cx="8625589" cy="2225040"/>
        </p:xfrm>
        <a:graphic>
          <a:graphicData uri="http://schemas.openxmlformats.org/drawingml/2006/table">
            <a:tbl>
              <a:tblPr firstRow="1" bandRow="1">
                <a:tableStyleId>{5C22544A-7EE6-4342-B048-85BDC9FD1C3A}</a:tableStyleId>
              </a:tblPr>
              <a:tblGrid>
                <a:gridCol w="3650763">
                  <a:extLst>
                    <a:ext uri="{9D8B030D-6E8A-4147-A177-3AD203B41FA5}">
                      <a16:colId xmlns:a16="http://schemas.microsoft.com/office/drawing/2014/main" val="1809363346"/>
                    </a:ext>
                  </a:extLst>
                </a:gridCol>
                <a:gridCol w="4974826">
                  <a:extLst>
                    <a:ext uri="{9D8B030D-6E8A-4147-A177-3AD203B41FA5}">
                      <a16:colId xmlns:a16="http://schemas.microsoft.com/office/drawing/2014/main" val="2248003963"/>
                    </a:ext>
                  </a:extLst>
                </a:gridCol>
              </a:tblGrid>
              <a:tr h="370840">
                <a:tc>
                  <a:txBody>
                    <a:bodyPr/>
                    <a:lstStyle/>
                    <a:p>
                      <a:r>
                        <a:rPr lang="de-DE" dirty="0"/>
                        <a:t>Eigenständiges Artefakt</a:t>
                      </a:r>
                    </a:p>
                  </a:txBody>
                  <a:tcPr/>
                </a:tc>
                <a:tc>
                  <a:txBody>
                    <a:bodyPr/>
                    <a:lstStyle/>
                    <a:p>
                      <a:r>
                        <a:rPr lang="de-DE" dirty="0"/>
                        <a:t>Lokale Ressource</a:t>
                      </a:r>
                    </a:p>
                  </a:txBody>
                  <a:tcPr/>
                </a:tc>
                <a:extLst>
                  <a:ext uri="{0D108BD9-81ED-4DB2-BD59-A6C34878D82A}">
                    <a16:rowId xmlns:a16="http://schemas.microsoft.com/office/drawing/2014/main" val="3881130529"/>
                  </a:ext>
                </a:extLst>
              </a:tr>
              <a:tr h="370840">
                <a:tc>
                  <a:txBody>
                    <a:bodyPr/>
                    <a:lstStyle/>
                    <a:p>
                      <a:r>
                        <a:rPr lang="de-DE" dirty="0"/>
                        <a:t>in der </a:t>
                      </a:r>
                      <a:r>
                        <a:rPr lang="de-DE" dirty="0" err="1"/>
                        <a:t>Artefaktliste</a:t>
                      </a:r>
                      <a:r>
                        <a:rPr lang="de-DE" dirty="0"/>
                        <a:t> sichtbar</a:t>
                      </a:r>
                    </a:p>
                  </a:txBody>
                  <a:tcPr/>
                </a:tc>
                <a:tc>
                  <a:txBody>
                    <a:bodyPr/>
                    <a:lstStyle/>
                    <a:p>
                      <a:r>
                        <a:rPr lang="de-DE" dirty="0"/>
                        <a:t>innerhalb eines Integration Flows verwaltet</a:t>
                      </a:r>
                    </a:p>
                  </a:txBody>
                  <a:tcPr/>
                </a:tc>
                <a:extLst>
                  <a:ext uri="{0D108BD9-81ED-4DB2-BD59-A6C34878D82A}">
                    <a16:rowId xmlns:a16="http://schemas.microsoft.com/office/drawing/2014/main" val="1427395677"/>
                  </a:ext>
                </a:extLst>
              </a:tr>
              <a:tr h="370840">
                <a:tc>
                  <a:txBody>
                    <a:bodyPr/>
                    <a:lstStyle/>
                    <a:p>
                      <a:r>
                        <a:rPr lang="de-DE" dirty="0"/>
                        <a:t>eigener Name und eigene ID</a:t>
                      </a:r>
                    </a:p>
                  </a:txBody>
                  <a:tcPr/>
                </a:tc>
                <a:tc>
                  <a:txBody>
                    <a:bodyPr/>
                    <a:lstStyle/>
                    <a:p>
                      <a:r>
                        <a:rPr lang="de-DE" dirty="0"/>
                        <a:t>über Dateinamen referenziert</a:t>
                      </a:r>
                    </a:p>
                  </a:txBody>
                  <a:tcPr/>
                </a:tc>
                <a:extLst>
                  <a:ext uri="{0D108BD9-81ED-4DB2-BD59-A6C34878D82A}">
                    <a16:rowId xmlns:a16="http://schemas.microsoft.com/office/drawing/2014/main" val="68555811"/>
                  </a:ext>
                </a:extLst>
              </a:tr>
              <a:tr h="370840">
                <a:tc>
                  <a:txBody>
                    <a:bodyPr/>
                    <a:lstStyle/>
                    <a:p>
                      <a:r>
                        <a:rPr lang="de-DE" dirty="0"/>
                        <a:t>teilweise separat </a:t>
                      </a:r>
                      <a:r>
                        <a:rPr lang="de-DE" dirty="0" err="1"/>
                        <a:t>deploybar</a:t>
                      </a:r>
                      <a:endParaRPr lang="de-DE" dirty="0"/>
                    </a:p>
                  </a:txBody>
                  <a:tcPr/>
                </a:tc>
                <a:tc>
                  <a:txBody>
                    <a:bodyPr/>
                    <a:lstStyle/>
                    <a:p>
                      <a:r>
                        <a:rPr lang="de-DE" dirty="0"/>
                        <a:t>wird zusammen mit dem Flow deployt</a:t>
                      </a:r>
                    </a:p>
                  </a:txBody>
                  <a:tcPr/>
                </a:tc>
                <a:extLst>
                  <a:ext uri="{0D108BD9-81ED-4DB2-BD59-A6C34878D82A}">
                    <a16:rowId xmlns:a16="http://schemas.microsoft.com/office/drawing/2014/main" val="892843455"/>
                  </a:ext>
                </a:extLst>
              </a:tr>
              <a:tr h="370840">
                <a:tc>
                  <a:txBody>
                    <a:bodyPr/>
                    <a:lstStyle/>
                    <a:p>
                      <a:r>
                        <a:rPr lang="de-DE" dirty="0"/>
                        <a:t>potenziell wiederverwendbar</a:t>
                      </a:r>
                    </a:p>
                  </a:txBody>
                  <a:tcPr/>
                </a:tc>
                <a:tc>
                  <a:txBody>
                    <a:bodyPr/>
                    <a:lstStyle/>
                    <a:p>
                      <a:r>
                        <a:rPr lang="de-DE" dirty="0"/>
                        <a:t>zunächst an den Flow gebunden</a:t>
                      </a:r>
                    </a:p>
                  </a:txBody>
                  <a:tcPr/>
                </a:tc>
                <a:extLst>
                  <a:ext uri="{0D108BD9-81ED-4DB2-BD59-A6C34878D82A}">
                    <a16:rowId xmlns:a16="http://schemas.microsoft.com/office/drawing/2014/main" val="2893870876"/>
                  </a:ext>
                </a:extLst>
              </a:tr>
              <a:tr h="370840">
                <a:tc>
                  <a:txBody>
                    <a:bodyPr/>
                    <a:lstStyle/>
                    <a:p>
                      <a:r>
                        <a:rPr lang="de-DE" dirty="0"/>
                        <a:t>eigener Lebenszyklus</a:t>
                      </a:r>
                    </a:p>
                  </a:txBody>
                  <a:tcPr/>
                </a:tc>
                <a:tc>
                  <a:txBody>
                    <a:bodyPr/>
                    <a:lstStyle/>
                    <a:p>
                      <a:r>
                        <a:rPr lang="de-DE" dirty="0"/>
                        <a:t>Lebenszyklus des Integration Flows</a:t>
                      </a:r>
                    </a:p>
                  </a:txBody>
                  <a:tcPr/>
                </a:tc>
                <a:extLst>
                  <a:ext uri="{0D108BD9-81ED-4DB2-BD59-A6C34878D82A}">
                    <a16:rowId xmlns:a16="http://schemas.microsoft.com/office/drawing/2014/main" val="2391258691"/>
                  </a:ext>
                </a:extLst>
              </a:tr>
            </a:tbl>
          </a:graphicData>
        </a:graphic>
      </p:graphicFrame>
      <p:pic>
        <p:nvPicPr>
          <p:cNvPr id="9" name="Grafik 8">
            <a:extLst>
              <a:ext uri="{FF2B5EF4-FFF2-40B4-BE49-F238E27FC236}">
                <a16:creationId xmlns:a16="http://schemas.microsoft.com/office/drawing/2014/main" id="{2E36A1C3-F89F-2965-8084-380D47A28712}"/>
              </a:ext>
            </a:extLst>
          </p:cNvPr>
          <p:cNvPicPr>
            <a:picLocks noChangeAspect="1"/>
          </p:cNvPicPr>
          <p:nvPr/>
        </p:nvPicPr>
        <p:blipFill>
          <a:blip r:embed="rId3"/>
          <a:stretch>
            <a:fillRect/>
          </a:stretch>
        </p:blipFill>
        <p:spPr>
          <a:xfrm>
            <a:off x="838199" y="2811090"/>
            <a:ext cx="1629002" cy="4039164"/>
          </a:xfrm>
          <a:prstGeom prst="rect">
            <a:avLst/>
          </a:prstGeom>
        </p:spPr>
      </p:pic>
      <p:sp>
        <p:nvSpPr>
          <p:cNvPr id="5" name="Textfeld 4">
            <a:extLst>
              <a:ext uri="{FF2B5EF4-FFF2-40B4-BE49-F238E27FC236}">
                <a16:creationId xmlns:a16="http://schemas.microsoft.com/office/drawing/2014/main" id="{B9EC7481-6AA3-7389-9A48-74114E728642}"/>
              </a:ext>
            </a:extLst>
          </p:cNvPr>
          <p:cNvSpPr txBox="1"/>
          <p:nvPr/>
        </p:nvSpPr>
        <p:spPr>
          <a:xfrm>
            <a:off x="838200" y="6021594"/>
            <a:ext cx="8888202" cy="369332"/>
          </a:xfrm>
          <a:prstGeom prst="rect">
            <a:avLst/>
          </a:prstGeom>
          <a:noFill/>
        </p:spPr>
        <p:txBody>
          <a:bodyPr wrap="none" rtlCol="0">
            <a:spAutoFit/>
          </a:bodyPr>
          <a:lstStyle/>
          <a:p>
            <a:r>
              <a:rPr lang="de-DE" dirty="0">
                <a:highlight>
                  <a:srgbClr val="FFFF00"/>
                </a:highlight>
              </a:rPr>
              <a:t>Wiederverwendbare Inhalte werden eigenständig – </a:t>
            </a:r>
            <a:r>
              <a:rPr lang="de-DE" dirty="0" err="1">
                <a:highlight>
                  <a:srgbClr val="FFFF00"/>
                </a:highlight>
              </a:rPr>
              <a:t>flowspezifische</a:t>
            </a:r>
            <a:r>
              <a:rPr lang="de-DE" dirty="0">
                <a:highlight>
                  <a:srgbClr val="FFFF00"/>
                </a:highlight>
              </a:rPr>
              <a:t> Inhalte bleiben lokal.</a:t>
            </a:r>
          </a:p>
        </p:txBody>
      </p:sp>
    </p:spTree>
    <p:extLst>
      <p:ext uri="{BB962C8B-B14F-4D97-AF65-F5344CB8AC3E}">
        <p14:creationId xmlns:p14="http://schemas.microsoft.com/office/powerpoint/2010/main" val="31524647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B94986-E0F6-D254-FDA3-4A958C15576E}"/>
              </a:ext>
            </a:extLst>
          </p:cNvPr>
          <p:cNvSpPr>
            <a:spLocks noGrp="1"/>
          </p:cNvSpPr>
          <p:nvPr>
            <p:ph type="title"/>
          </p:nvPr>
        </p:nvSpPr>
        <p:spPr/>
        <p:txBody>
          <a:bodyPr>
            <a:normAutofit/>
          </a:bodyPr>
          <a:lstStyle/>
          <a:p>
            <a:r>
              <a:rPr lang="de-DE" dirty="0"/>
              <a:t>Eigene Packages sauber strukturieren</a:t>
            </a:r>
          </a:p>
        </p:txBody>
      </p:sp>
      <p:sp>
        <p:nvSpPr>
          <p:cNvPr id="3" name="Inhaltsplatzhalter 2">
            <a:extLst>
              <a:ext uri="{FF2B5EF4-FFF2-40B4-BE49-F238E27FC236}">
                <a16:creationId xmlns:a16="http://schemas.microsoft.com/office/drawing/2014/main" id="{C7C7A8A8-A5D8-5B33-487A-78D7D4F1A056}"/>
              </a:ext>
            </a:extLst>
          </p:cNvPr>
          <p:cNvSpPr>
            <a:spLocks noGrp="1"/>
          </p:cNvSpPr>
          <p:nvPr>
            <p:ph idx="1"/>
          </p:nvPr>
        </p:nvSpPr>
        <p:spPr/>
        <p:txBody>
          <a:bodyPr/>
          <a:lstStyle/>
          <a:p>
            <a:pPr marL="0" indent="0">
              <a:buNone/>
            </a:pPr>
            <a:r>
              <a:rPr lang="de-DE" dirty="0"/>
              <a:t>Gute Packages sind fachlich benannt und umgebungsspezifisch konfigurierbar</a:t>
            </a:r>
          </a:p>
          <a:p>
            <a:r>
              <a:rPr lang="de-DE" dirty="0"/>
              <a:t>Fachlich benennen</a:t>
            </a:r>
          </a:p>
          <a:p>
            <a:r>
              <a:rPr lang="de-DE" dirty="0"/>
              <a:t>Klare Konventionen verwenden</a:t>
            </a:r>
          </a:p>
          <a:p>
            <a:r>
              <a:rPr lang="de-DE" dirty="0"/>
              <a:t>Umgebungsspezifische Werte </a:t>
            </a:r>
            <a:br>
              <a:rPr lang="de-DE" dirty="0"/>
            </a:br>
            <a:r>
              <a:rPr lang="de-DE" dirty="0"/>
              <a:t>externalisieren</a:t>
            </a:r>
          </a:p>
          <a:p>
            <a:pPr marL="0" indent="0">
              <a:buNone/>
            </a:pPr>
            <a:endParaRPr lang="de-DE" dirty="0"/>
          </a:p>
        </p:txBody>
      </p:sp>
      <p:sp>
        <p:nvSpPr>
          <p:cNvPr id="5" name="Textfeld 4">
            <a:extLst>
              <a:ext uri="{FF2B5EF4-FFF2-40B4-BE49-F238E27FC236}">
                <a16:creationId xmlns:a16="http://schemas.microsoft.com/office/drawing/2014/main" id="{123A29A7-9DA1-07E9-CA7F-8AB034E0FF8D}"/>
              </a:ext>
            </a:extLst>
          </p:cNvPr>
          <p:cNvSpPr txBox="1"/>
          <p:nvPr/>
        </p:nvSpPr>
        <p:spPr>
          <a:xfrm>
            <a:off x="838200" y="6021594"/>
            <a:ext cx="9504525" cy="369332"/>
          </a:xfrm>
          <a:prstGeom prst="rect">
            <a:avLst/>
          </a:prstGeom>
          <a:noFill/>
        </p:spPr>
        <p:txBody>
          <a:bodyPr wrap="none" rtlCol="0">
            <a:spAutoFit/>
          </a:bodyPr>
          <a:lstStyle/>
          <a:p>
            <a:r>
              <a:rPr lang="de-DE" dirty="0">
                <a:highlight>
                  <a:srgbClr val="FFFF00"/>
                </a:highlight>
              </a:rPr>
              <a:t>Implementierung bleibt gleich – Konfiguration unterscheidet Entwicklung, Test und Produktion.</a:t>
            </a:r>
          </a:p>
        </p:txBody>
      </p:sp>
      <p:pic>
        <p:nvPicPr>
          <p:cNvPr id="8" name="Grafik 7">
            <a:extLst>
              <a:ext uri="{FF2B5EF4-FFF2-40B4-BE49-F238E27FC236}">
                <a16:creationId xmlns:a16="http://schemas.microsoft.com/office/drawing/2014/main" id="{574521C5-D4D5-1150-B395-B9DB97BE5A36}"/>
              </a:ext>
            </a:extLst>
          </p:cNvPr>
          <p:cNvPicPr>
            <a:picLocks noChangeAspect="1"/>
          </p:cNvPicPr>
          <p:nvPr/>
        </p:nvPicPr>
        <p:blipFill>
          <a:blip r:embed="rId3"/>
          <a:stretch>
            <a:fillRect/>
          </a:stretch>
        </p:blipFill>
        <p:spPr>
          <a:xfrm>
            <a:off x="6096000" y="2402976"/>
            <a:ext cx="5427927" cy="3618618"/>
          </a:xfrm>
          <a:prstGeom prst="rect">
            <a:avLst/>
          </a:prstGeom>
        </p:spPr>
      </p:pic>
    </p:spTree>
    <p:extLst>
      <p:ext uri="{BB962C8B-B14F-4D97-AF65-F5344CB8AC3E}">
        <p14:creationId xmlns:p14="http://schemas.microsoft.com/office/powerpoint/2010/main" val="830952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087E81-2D7E-B474-FDFD-006D56420C1C}"/>
              </a:ext>
            </a:extLst>
          </p:cNvPr>
          <p:cNvSpPr>
            <a:spLocks noGrp="1"/>
          </p:cNvSpPr>
          <p:nvPr>
            <p:ph type="title"/>
          </p:nvPr>
        </p:nvSpPr>
        <p:spPr/>
        <p:txBody>
          <a:bodyPr/>
          <a:lstStyle/>
          <a:p>
            <a:r>
              <a:rPr lang="de-DE" dirty="0"/>
              <a:t>Vorgefertigte Integrationsinhalte entdecken</a:t>
            </a:r>
          </a:p>
        </p:txBody>
      </p:sp>
      <p:sp>
        <p:nvSpPr>
          <p:cNvPr id="13" name="Textplatzhalter 12">
            <a:extLst>
              <a:ext uri="{FF2B5EF4-FFF2-40B4-BE49-F238E27FC236}">
                <a16:creationId xmlns:a16="http://schemas.microsoft.com/office/drawing/2014/main" id="{09098217-415A-9A28-48EB-7AA3EA7E5F41}"/>
              </a:ext>
            </a:extLst>
          </p:cNvPr>
          <p:cNvSpPr>
            <a:spLocks noGrp="1"/>
          </p:cNvSpPr>
          <p:nvPr>
            <p:ph type="body" idx="1"/>
          </p:nvPr>
        </p:nvSpPr>
        <p:spPr/>
        <p:txBody>
          <a:bodyPr/>
          <a:lstStyle/>
          <a:p>
            <a:r>
              <a:rPr lang="de-DE" dirty="0"/>
              <a:t>Business </a:t>
            </a:r>
            <a:r>
              <a:rPr lang="de-DE" dirty="0" err="1"/>
              <a:t>Accelerator</a:t>
            </a:r>
            <a:r>
              <a:rPr lang="de-DE" dirty="0"/>
              <a:t> Hub</a:t>
            </a:r>
          </a:p>
        </p:txBody>
      </p:sp>
      <p:pic>
        <p:nvPicPr>
          <p:cNvPr id="17" name="Inhaltsplatzhalter 16">
            <a:extLst>
              <a:ext uri="{FF2B5EF4-FFF2-40B4-BE49-F238E27FC236}">
                <a16:creationId xmlns:a16="http://schemas.microsoft.com/office/drawing/2014/main" id="{F947E0C4-A8B9-DD1D-8B7E-5AC3114988ED}"/>
              </a:ext>
            </a:extLst>
          </p:cNvPr>
          <p:cNvPicPr>
            <a:picLocks noGrp="1" noChangeAspect="1"/>
          </p:cNvPicPr>
          <p:nvPr>
            <p:ph sz="half" idx="2"/>
          </p:nvPr>
        </p:nvPicPr>
        <p:blipFill>
          <a:blip r:embed="rId3"/>
          <a:stretch>
            <a:fillRect/>
          </a:stretch>
        </p:blipFill>
        <p:spPr>
          <a:xfrm>
            <a:off x="838200" y="2521672"/>
            <a:ext cx="4033603" cy="3433894"/>
          </a:xfrm>
          <a:prstGeom prst="rect">
            <a:avLst/>
          </a:prstGeom>
        </p:spPr>
      </p:pic>
      <p:sp>
        <p:nvSpPr>
          <p:cNvPr id="14" name="Textplatzhalter 13">
            <a:extLst>
              <a:ext uri="{FF2B5EF4-FFF2-40B4-BE49-F238E27FC236}">
                <a16:creationId xmlns:a16="http://schemas.microsoft.com/office/drawing/2014/main" id="{C50EFB0D-2531-1C03-9F24-CC18F1838329}"/>
              </a:ext>
            </a:extLst>
          </p:cNvPr>
          <p:cNvSpPr>
            <a:spLocks noGrp="1"/>
          </p:cNvSpPr>
          <p:nvPr>
            <p:ph type="body" sz="quarter" idx="3"/>
          </p:nvPr>
        </p:nvSpPr>
        <p:spPr/>
        <p:txBody>
          <a:bodyPr/>
          <a:lstStyle/>
          <a:p>
            <a:r>
              <a:rPr lang="de-DE" dirty="0"/>
              <a:t>Discover in Integration Suite</a:t>
            </a:r>
          </a:p>
        </p:txBody>
      </p:sp>
      <p:pic>
        <p:nvPicPr>
          <p:cNvPr id="19" name="Inhaltsplatzhalter 18">
            <a:extLst>
              <a:ext uri="{FF2B5EF4-FFF2-40B4-BE49-F238E27FC236}">
                <a16:creationId xmlns:a16="http://schemas.microsoft.com/office/drawing/2014/main" id="{56757476-50C6-D531-E6E4-79E4BC7A5DC8}"/>
              </a:ext>
            </a:extLst>
          </p:cNvPr>
          <p:cNvPicPr>
            <a:picLocks noGrp="1" noChangeAspect="1"/>
          </p:cNvPicPr>
          <p:nvPr>
            <p:ph sz="quarter" idx="4"/>
          </p:nvPr>
        </p:nvPicPr>
        <p:blipFill>
          <a:blip r:embed="rId4"/>
          <a:stretch>
            <a:fillRect/>
          </a:stretch>
        </p:blipFill>
        <p:spPr>
          <a:xfrm>
            <a:off x="6194427" y="2505075"/>
            <a:ext cx="5183188" cy="2918953"/>
          </a:xfrm>
          <a:prstGeom prst="rect">
            <a:avLst/>
          </a:prstGeom>
        </p:spPr>
      </p:pic>
      <p:sp>
        <p:nvSpPr>
          <p:cNvPr id="9" name="Textfeld 8">
            <a:extLst>
              <a:ext uri="{FF2B5EF4-FFF2-40B4-BE49-F238E27FC236}">
                <a16:creationId xmlns:a16="http://schemas.microsoft.com/office/drawing/2014/main" id="{C2BE5D56-7C5E-016D-9E01-7820D590E7C4}"/>
              </a:ext>
            </a:extLst>
          </p:cNvPr>
          <p:cNvSpPr txBox="1"/>
          <p:nvPr/>
        </p:nvSpPr>
        <p:spPr>
          <a:xfrm>
            <a:off x="838200" y="6021594"/>
            <a:ext cx="9647256" cy="369332"/>
          </a:xfrm>
          <a:prstGeom prst="rect">
            <a:avLst/>
          </a:prstGeom>
          <a:noFill/>
        </p:spPr>
        <p:txBody>
          <a:bodyPr wrap="none" rtlCol="0">
            <a:spAutoFit/>
          </a:bodyPr>
          <a:lstStyle/>
          <a:p>
            <a:r>
              <a:rPr lang="de-DE" dirty="0">
                <a:highlight>
                  <a:srgbClr val="FFFF00"/>
                </a:highlight>
              </a:rPr>
              <a:t>Im Business </a:t>
            </a:r>
            <a:r>
              <a:rPr lang="de-DE" dirty="0" err="1">
                <a:highlight>
                  <a:srgbClr val="FFFF00"/>
                </a:highlight>
              </a:rPr>
              <a:t>Accelerator</a:t>
            </a:r>
            <a:r>
              <a:rPr lang="de-DE" dirty="0">
                <a:highlight>
                  <a:srgbClr val="FFFF00"/>
                </a:highlight>
              </a:rPr>
              <a:t> Hub recherchieren – über Discover in den eigenen Workspace kopieren.</a:t>
            </a:r>
          </a:p>
        </p:txBody>
      </p:sp>
    </p:spTree>
    <p:extLst>
      <p:ext uri="{BB962C8B-B14F-4D97-AF65-F5344CB8AC3E}">
        <p14:creationId xmlns:p14="http://schemas.microsoft.com/office/powerpoint/2010/main" val="21467444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233DDB-4F78-74DB-CEA8-F8CEE9B233EF}"/>
              </a:ext>
            </a:extLst>
          </p:cNvPr>
          <p:cNvSpPr>
            <a:spLocks noGrp="1"/>
          </p:cNvSpPr>
          <p:nvPr>
            <p:ph type="title"/>
          </p:nvPr>
        </p:nvSpPr>
        <p:spPr/>
        <p:txBody>
          <a:bodyPr/>
          <a:lstStyle/>
          <a:p>
            <a:r>
              <a:rPr lang="de-DE" dirty="0"/>
              <a:t>Vom Katalog zum laufenden Integration Flow</a:t>
            </a:r>
          </a:p>
        </p:txBody>
      </p:sp>
      <p:sp>
        <p:nvSpPr>
          <p:cNvPr id="3" name="Inhaltsplatzhalter 2">
            <a:extLst>
              <a:ext uri="{FF2B5EF4-FFF2-40B4-BE49-F238E27FC236}">
                <a16:creationId xmlns:a16="http://schemas.microsoft.com/office/drawing/2014/main" id="{2A3B56E1-C6F7-4058-E4DD-6AE18EA1B129}"/>
              </a:ext>
            </a:extLst>
          </p:cNvPr>
          <p:cNvSpPr>
            <a:spLocks noGrp="1"/>
          </p:cNvSpPr>
          <p:nvPr>
            <p:ph idx="1"/>
          </p:nvPr>
        </p:nvSpPr>
        <p:spPr>
          <a:xfrm>
            <a:off x="838200" y="2788169"/>
            <a:ext cx="10515600" cy="3388793"/>
          </a:xfrm>
        </p:spPr>
        <p:txBody>
          <a:bodyPr>
            <a:normAutofit fontScale="92500" lnSpcReduction="20000"/>
          </a:bodyPr>
          <a:lstStyle/>
          <a:p>
            <a:pPr marL="0" indent="0">
              <a:buNone/>
            </a:pPr>
            <a:r>
              <a:rPr lang="de-DE" b="1" dirty="0"/>
              <a:t>Prüffragen nach dem Kopieren</a:t>
            </a:r>
          </a:p>
          <a:p>
            <a:r>
              <a:rPr lang="de-DE" dirty="0"/>
              <a:t>Welche Sender- und Empfängersysteme werden vorausgesetzt? </a:t>
            </a:r>
          </a:p>
          <a:p>
            <a:r>
              <a:rPr lang="de-DE" dirty="0"/>
              <a:t>Welche Adapter und Protokolle werden verwendet? </a:t>
            </a:r>
          </a:p>
          <a:p>
            <a:r>
              <a:rPr lang="de-DE" dirty="0"/>
              <a:t>Welche APIs müssen im Zielsystem aktiviert sein? </a:t>
            </a:r>
          </a:p>
          <a:p>
            <a:r>
              <a:rPr lang="de-DE" dirty="0"/>
              <a:t>Welche Security Materials werden benötigt? </a:t>
            </a:r>
          </a:p>
          <a:p>
            <a:r>
              <a:rPr lang="de-DE" dirty="0"/>
              <a:t>Welche Parameter sind externalisiert? </a:t>
            </a:r>
          </a:p>
          <a:p>
            <a:r>
              <a:rPr lang="de-DE" dirty="0"/>
              <a:t>Welche Artefakte müssen separat deployt werden? </a:t>
            </a:r>
          </a:p>
          <a:p>
            <a:r>
              <a:rPr lang="de-DE" dirty="0"/>
              <a:t>Welche fachlichen Voraussetzungen gelten?</a:t>
            </a:r>
          </a:p>
          <a:p>
            <a:pPr marL="0" indent="0">
              <a:buNone/>
            </a:pPr>
            <a:endParaRPr lang="de-DE" dirty="0"/>
          </a:p>
        </p:txBody>
      </p:sp>
      <p:sp>
        <p:nvSpPr>
          <p:cNvPr id="5" name="Textfeld 4">
            <a:extLst>
              <a:ext uri="{FF2B5EF4-FFF2-40B4-BE49-F238E27FC236}">
                <a16:creationId xmlns:a16="http://schemas.microsoft.com/office/drawing/2014/main" id="{30D9788F-3C30-0A39-2A24-5922A8FE6157}"/>
              </a:ext>
            </a:extLst>
          </p:cNvPr>
          <p:cNvSpPr txBox="1"/>
          <p:nvPr/>
        </p:nvSpPr>
        <p:spPr>
          <a:xfrm>
            <a:off x="838200" y="6021594"/>
            <a:ext cx="6435031" cy="369332"/>
          </a:xfrm>
          <a:prstGeom prst="rect">
            <a:avLst/>
          </a:prstGeom>
          <a:noFill/>
        </p:spPr>
        <p:txBody>
          <a:bodyPr wrap="none" rtlCol="0">
            <a:spAutoFit/>
          </a:bodyPr>
          <a:lstStyle/>
          <a:p>
            <a:r>
              <a:rPr lang="de-DE" dirty="0">
                <a:highlight>
                  <a:srgbClr val="FFFF00"/>
                </a:highlight>
              </a:rPr>
              <a:t>„Vorgefertigt“ bedeutet nicht „ohne Prüfung produktionsbereit“.</a:t>
            </a:r>
          </a:p>
        </p:txBody>
      </p:sp>
      <p:graphicFrame>
        <p:nvGraphicFramePr>
          <p:cNvPr id="8" name="Diagramm 7">
            <a:extLst>
              <a:ext uri="{FF2B5EF4-FFF2-40B4-BE49-F238E27FC236}">
                <a16:creationId xmlns:a16="http://schemas.microsoft.com/office/drawing/2014/main" id="{65E90649-7E92-AFE1-C251-99CFD514C4C4}"/>
              </a:ext>
            </a:extLst>
          </p:cNvPr>
          <p:cNvGraphicFramePr/>
          <p:nvPr>
            <p:extLst>
              <p:ext uri="{D42A27DB-BD31-4B8C-83A1-F6EECF244321}">
                <p14:modId xmlns:p14="http://schemas.microsoft.com/office/powerpoint/2010/main" val="2367469470"/>
              </p:ext>
            </p:extLst>
          </p:nvPr>
        </p:nvGraphicFramePr>
        <p:xfrm>
          <a:off x="838200" y="1074023"/>
          <a:ext cx="10515600" cy="20310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87323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CFB1A6-002E-4B17-E05B-997D72274520}"/>
              </a:ext>
            </a:extLst>
          </p:cNvPr>
          <p:cNvSpPr>
            <a:spLocks noGrp="1"/>
          </p:cNvSpPr>
          <p:nvPr>
            <p:ph type="title"/>
          </p:nvPr>
        </p:nvSpPr>
        <p:spPr/>
        <p:txBody>
          <a:bodyPr/>
          <a:lstStyle/>
          <a:p>
            <a:r>
              <a:rPr lang="de-DE" dirty="0"/>
              <a:t>Vorgefertigter Inhalt oder Eigenentwicklung?</a:t>
            </a:r>
          </a:p>
        </p:txBody>
      </p:sp>
      <p:sp>
        <p:nvSpPr>
          <p:cNvPr id="3" name="Inhaltsplatzhalter 2">
            <a:extLst>
              <a:ext uri="{FF2B5EF4-FFF2-40B4-BE49-F238E27FC236}">
                <a16:creationId xmlns:a16="http://schemas.microsoft.com/office/drawing/2014/main" id="{814080C1-D8E7-64B7-2822-FD22233C1C85}"/>
              </a:ext>
            </a:extLst>
          </p:cNvPr>
          <p:cNvSpPr>
            <a:spLocks noGrp="1"/>
          </p:cNvSpPr>
          <p:nvPr>
            <p:ph idx="1"/>
          </p:nvPr>
        </p:nvSpPr>
        <p:spPr/>
        <p:txBody>
          <a:bodyPr/>
          <a:lstStyle/>
          <a:p>
            <a:pPr marL="0" indent="0">
              <a:buNone/>
            </a:pPr>
            <a:r>
              <a:rPr lang="de-DE" dirty="0"/>
              <a:t>Die passende Lösung hängt von fachlicher Übereinstimmung und Anpassungsbedarf ab</a:t>
            </a:r>
          </a:p>
        </p:txBody>
      </p:sp>
      <p:sp>
        <p:nvSpPr>
          <p:cNvPr id="7" name="Textfeld 6">
            <a:extLst>
              <a:ext uri="{FF2B5EF4-FFF2-40B4-BE49-F238E27FC236}">
                <a16:creationId xmlns:a16="http://schemas.microsoft.com/office/drawing/2014/main" id="{A4EB8E77-3FE5-815E-D6EA-B5A1D409FCF9}"/>
              </a:ext>
            </a:extLst>
          </p:cNvPr>
          <p:cNvSpPr txBox="1"/>
          <p:nvPr/>
        </p:nvSpPr>
        <p:spPr>
          <a:xfrm>
            <a:off x="838200" y="6021594"/>
            <a:ext cx="5595378" cy="369332"/>
          </a:xfrm>
          <a:prstGeom prst="rect">
            <a:avLst/>
          </a:prstGeom>
          <a:noFill/>
        </p:spPr>
        <p:txBody>
          <a:bodyPr wrap="none" rtlCol="0">
            <a:spAutoFit/>
          </a:bodyPr>
          <a:lstStyle/>
          <a:p>
            <a:r>
              <a:rPr lang="de-DE" dirty="0">
                <a:highlight>
                  <a:srgbClr val="FFFF00"/>
                </a:highlight>
              </a:rPr>
              <a:t>Der Standard ist ein Ausgangspunkt – kein Endprodukt.</a:t>
            </a:r>
          </a:p>
        </p:txBody>
      </p:sp>
      <p:graphicFrame>
        <p:nvGraphicFramePr>
          <p:cNvPr id="8" name="Tabelle 7">
            <a:extLst>
              <a:ext uri="{FF2B5EF4-FFF2-40B4-BE49-F238E27FC236}">
                <a16:creationId xmlns:a16="http://schemas.microsoft.com/office/drawing/2014/main" id="{9C933D80-5D26-E001-46A0-3CAE9C0E30AF}"/>
              </a:ext>
            </a:extLst>
          </p:cNvPr>
          <p:cNvGraphicFramePr>
            <a:graphicFrameLocks noGrp="1"/>
          </p:cNvGraphicFramePr>
          <p:nvPr>
            <p:extLst>
              <p:ext uri="{D42A27DB-BD31-4B8C-83A1-F6EECF244321}">
                <p14:modId xmlns:p14="http://schemas.microsoft.com/office/powerpoint/2010/main" val="626916214"/>
              </p:ext>
            </p:extLst>
          </p:nvPr>
        </p:nvGraphicFramePr>
        <p:xfrm>
          <a:off x="938759" y="2811090"/>
          <a:ext cx="10314482" cy="2595880"/>
        </p:xfrm>
        <a:graphic>
          <a:graphicData uri="http://schemas.openxmlformats.org/drawingml/2006/table">
            <a:tbl>
              <a:tblPr firstRow="1" bandRow="1">
                <a:tableStyleId>{5C22544A-7EE6-4342-B048-85BDC9FD1C3A}</a:tableStyleId>
              </a:tblPr>
              <a:tblGrid>
                <a:gridCol w="4862434">
                  <a:extLst>
                    <a:ext uri="{9D8B030D-6E8A-4147-A177-3AD203B41FA5}">
                      <a16:colId xmlns:a16="http://schemas.microsoft.com/office/drawing/2014/main" val="126922129"/>
                    </a:ext>
                  </a:extLst>
                </a:gridCol>
                <a:gridCol w="5452048">
                  <a:extLst>
                    <a:ext uri="{9D8B030D-6E8A-4147-A177-3AD203B41FA5}">
                      <a16:colId xmlns:a16="http://schemas.microsoft.com/office/drawing/2014/main" val="3930631091"/>
                    </a:ext>
                  </a:extLst>
                </a:gridCol>
              </a:tblGrid>
              <a:tr h="370840">
                <a:tc>
                  <a:txBody>
                    <a:bodyPr/>
                    <a:lstStyle/>
                    <a:p>
                      <a:r>
                        <a:rPr lang="de-DE" dirty="0"/>
                        <a:t>Vorgefertigtes Package</a:t>
                      </a:r>
                    </a:p>
                  </a:txBody>
                  <a:tcPr/>
                </a:tc>
                <a:tc>
                  <a:txBody>
                    <a:bodyPr/>
                    <a:lstStyle/>
                    <a:p>
                      <a:r>
                        <a:rPr lang="de-DE" dirty="0"/>
                        <a:t>Eigener Integration Flow</a:t>
                      </a:r>
                    </a:p>
                  </a:txBody>
                  <a:tcPr/>
                </a:tc>
                <a:extLst>
                  <a:ext uri="{0D108BD9-81ED-4DB2-BD59-A6C34878D82A}">
                    <a16:rowId xmlns:a16="http://schemas.microsoft.com/office/drawing/2014/main" val="3270329977"/>
                  </a:ext>
                </a:extLst>
              </a:tr>
              <a:tr h="370840">
                <a:tc>
                  <a:txBody>
                    <a:bodyPr/>
                    <a:lstStyle/>
                    <a:p>
                      <a:r>
                        <a:rPr lang="de-DE" dirty="0"/>
                        <a:t>schnellerer Einstieg</a:t>
                      </a:r>
                    </a:p>
                  </a:txBody>
                  <a:tcPr/>
                </a:tc>
                <a:tc>
                  <a:txBody>
                    <a:bodyPr/>
                    <a:lstStyle/>
                    <a:p>
                      <a:r>
                        <a:rPr lang="de-DE" dirty="0"/>
                        <a:t>exakt auf eigene Anforderungen ausgerichtet</a:t>
                      </a:r>
                    </a:p>
                  </a:txBody>
                  <a:tcPr/>
                </a:tc>
                <a:extLst>
                  <a:ext uri="{0D108BD9-81ED-4DB2-BD59-A6C34878D82A}">
                    <a16:rowId xmlns:a16="http://schemas.microsoft.com/office/drawing/2014/main" val="277599715"/>
                  </a:ext>
                </a:extLst>
              </a:tr>
              <a:tr h="370840">
                <a:tc>
                  <a:txBody>
                    <a:bodyPr/>
                    <a:lstStyle/>
                    <a:p>
                      <a:r>
                        <a:rPr lang="de-DE" dirty="0"/>
                        <a:t>dokumentierter Standardprozess</a:t>
                      </a:r>
                    </a:p>
                  </a:txBody>
                  <a:tcPr/>
                </a:tc>
                <a:tc>
                  <a:txBody>
                    <a:bodyPr/>
                    <a:lstStyle/>
                    <a:p>
                      <a:r>
                        <a:rPr lang="de-DE" dirty="0"/>
                        <a:t>freie Wahl von Modell und Architektur</a:t>
                      </a:r>
                    </a:p>
                  </a:txBody>
                  <a:tcPr/>
                </a:tc>
                <a:extLst>
                  <a:ext uri="{0D108BD9-81ED-4DB2-BD59-A6C34878D82A}">
                    <a16:rowId xmlns:a16="http://schemas.microsoft.com/office/drawing/2014/main" val="1131816116"/>
                  </a:ext>
                </a:extLst>
              </a:tr>
              <a:tr h="370840">
                <a:tc>
                  <a:txBody>
                    <a:bodyPr/>
                    <a:lstStyle/>
                    <a:p>
                      <a:r>
                        <a:rPr lang="de-DE" dirty="0"/>
                        <a:t>bewährte SAP-Schnittstellen</a:t>
                      </a:r>
                    </a:p>
                  </a:txBody>
                  <a:tcPr/>
                </a:tc>
                <a:tc>
                  <a:txBody>
                    <a:bodyPr/>
                    <a:lstStyle/>
                    <a:p>
                      <a:r>
                        <a:rPr lang="de-DE" dirty="0"/>
                        <a:t>keine Abhängigkeit vom Aufbau des Standardinhalts</a:t>
                      </a:r>
                    </a:p>
                  </a:txBody>
                  <a:tcPr/>
                </a:tc>
                <a:extLst>
                  <a:ext uri="{0D108BD9-81ED-4DB2-BD59-A6C34878D82A}">
                    <a16:rowId xmlns:a16="http://schemas.microsoft.com/office/drawing/2014/main" val="1381315057"/>
                  </a:ext>
                </a:extLst>
              </a:tr>
              <a:tr h="370840">
                <a:tc>
                  <a:txBody>
                    <a:bodyPr/>
                    <a:lstStyle/>
                    <a:p>
                      <a:r>
                        <a:rPr lang="de-DE" dirty="0"/>
                        <a:t>Updates durch den Anbieter möglich</a:t>
                      </a:r>
                    </a:p>
                  </a:txBody>
                  <a:tcPr/>
                </a:tc>
                <a:tc>
                  <a:txBody>
                    <a:bodyPr/>
                    <a:lstStyle/>
                    <a:p>
                      <a:r>
                        <a:rPr lang="de-DE" dirty="0"/>
                        <a:t>vollständige eigene Wartungsverantwortung</a:t>
                      </a:r>
                    </a:p>
                  </a:txBody>
                  <a:tcPr/>
                </a:tc>
                <a:extLst>
                  <a:ext uri="{0D108BD9-81ED-4DB2-BD59-A6C34878D82A}">
                    <a16:rowId xmlns:a16="http://schemas.microsoft.com/office/drawing/2014/main" val="3156080551"/>
                  </a:ext>
                </a:extLst>
              </a:tr>
              <a:tr h="370840">
                <a:tc>
                  <a:txBody>
                    <a:bodyPr/>
                    <a:lstStyle/>
                    <a:p>
                      <a:r>
                        <a:rPr lang="de-DE" dirty="0"/>
                        <a:t>Voraussetzungen können umfangreich sein</a:t>
                      </a:r>
                    </a:p>
                  </a:txBody>
                  <a:tcPr/>
                </a:tc>
                <a:tc>
                  <a:txBody>
                    <a:bodyPr/>
                    <a:lstStyle/>
                    <a:p>
                      <a:r>
                        <a:rPr lang="de-DE" dirty="0"/>
                        <a:t>höherer initialer Entwicklungsaufwand</a:t>
                      </a:r>
                    </a:p>
                  </a:txBody>
                  <a:tcPr/>
                </a:tc>
                <a:extLst>
                  <a:ext uri="{0D108BD9-81ED-4DB2-BD59-A6C34878D82A}">
                    <a16:rowId xmlns:a16="http://schemas.microsoft.com/office/drawing/2014/main" val="3380667093"/>
                  </a:ext>
                </a:extLst>
              </a:tr>
              <a:tr h="370840">
                <a:tc>
                  <a:txBody>
                    <a:bodyPr/>
                    <a:lstStyle/>
                    <a:p>
                      <a:r>
                        <a:rPr lang="de-DE" dirty="0"/>
                        <a:t>Anpassbarkeit muss geprüft werden</a:t>
                      </a:r>
                    </a:p>
                  </a:txBody>
                  <a:tcPr/>
                </a:tc>
                <a:tc>
                  <a:txBody>
                    <a:bodyPr/>
                    <a:lstStyle/>
                    <a:p>
                      <a:r>
                        <a:rPr lang="de-DE" dirty="0"/>
                        <a:t>Wiederverwendung muss selbst geplant werden</a:t>
                      </a:r>
                    </a:p>
                  </a:txBody>
                  <a:tcPr/>
                </a:tc>
                <a:extLst>
                  <a:ext uri="{0D108BD9-81ED-4DB2-BD59-A6C34878D82A}">
                    <a16:rowId xmlns:a16="http://schemas.microsoft.com/office/drawing/2014/main" val="1988255749"/>
                  </a:ext>
                </a:extLst>
              </a:tr>
            </a:tbl>
          </a:graphicData>
        </a:graphic>
      </p:graphicFrame>
    </p:spTree>
    <p:extLst>
      <p:ext uri="{BB962C8B-B14F-4D97-AF65-F5344CB8AC3E}">
        <p14:creationId xmlns:p14="http://schemas.microsoft.com/office/powerpoint/2010/main" val="19406561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FF65A5-A9E5-7542-6493-5A512596CDD8}"/>
              </a:ext>
            </a:extLst>
          </p:cNvPr>
          <p:cNvSpPr>
            <a:spLocks noGrp="1"/>
          </p:cNvSpPr>
          <p:nvPr>
            <p:ph type="title"/>
          </p:nvPr>
        </p:nvSpPr>
        <p:spPr/>
        <p:txBody>
          <a:bodyPr/>
          <a:lstStyle/>
          <a:p>
            <a:r>
              <a:rPr lang="de-DE" dirty="0"/>
              <a:t>Ein Package aus Discover übernehmen</a:t>
            </a:r>
          </a:p>
        </p:txBody>
      </p:sp>
      <p:sp>
        <p:nvSpPr>
          <p:cNvPr id="3" name="Inhaltsplatzhalter 2">
            <a:extLst>
              <a:ext uri="{FF2B5EF4-FFF2-40B4-BE49-F238E27FC236}">
                <a16:creationId xmlns:a16="http://schemas.microsoft.com/office/drawing/2014/main" id="{C11D0030-46AF-29B5-C835-A4A93E44C5B8}"/>
              </a:ext>
            </a:extLst>
          </p:cNvPr>
          <p:cNvSpPr>
            <a:spLocks noGrp="1"/>
          </p:cNvSpPr>
          <p:nvPr>
            <p:ph idx="1"/>
          </p:nvPr>
        </p:nvSpPr>
        <p:spPr/>
        <p:txBody>
          <a:bodyPr/>
          <a:lstStyle/>
          <a:p>
            <a:endParaRPr lang="de-DE" dirty="0"/>
          </a:p>
        </p:txBody>
      </p:sp>
      <p:pic>
        <p:nvPicPr>
          <p:cNvPr id="5" name="Grafik 4">
            <a:extLst>
              <a:ext uri="{FF2B5EF4-FFF2-40B4-BE49-F238E27FC236}">
                <a16:creationId xmlns:a16="http://schemas.microsoft.com/office/drawing/2014/main" id="{EA2ABBAD-37CC-F142-A9C5-B95CCDFA5107}"/>
              </a:ext>
            </a:extLst>
          </p:cNvPr>
          <p:cNvPicPr>
            <a:picLocks noChangeAspect="1"/>
          </p:cNvPicPr>
          <p:nvPr/>
        </p:nvPicPr>
        <p:blipFill>
          <a:blip r:embed="rId3"/>
          <a:stretch>
            <a:fillRect/>
          </a:stretch>
        </p:blipFill>
        <p:spPr>
          <a:xfrm>
            <a:off x="1988070" y="1527429"/>
            <a:ext cx="8215859" cy="5330571"/>
          </a:xfrm>
          <a:prstGeom prst="rect">
            <a:avLst/>
          </a:prstGeom>
        </p:spPr>
      </p:pic>
    </p:spTree>
    <p:extLst>
      <p:ext uri="{BB962C8B-B14F-4D97-AF65-F5344CB8AC3E}">
        <p14:creationId xmlns:p14="http://schemas.microsoft.com/office/powerpoint/2010/main" val="37898071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41EBA5-F7F2-C298-DDC0-8A85BAD2EB23}"/>
              </a:ext>
            </a:extLst>
          </p:cNvPr>
          <p:cNvSpPr>
            <a:spLocks noGrp="1"/>
          </p:cNvSpPr>
          <p:nvPr>
            <p:ph type="title"/>
          </p:nvPr>
        </p:nvSpPr>
        <p:spPr/>
        <p:txBody>
          <a:bodyPr/>
          <a:lstStyle/>
          <a:p>
            <a:r>
              <a:rPr lang="de-DE" dirty="0"/>
              <a:t>Vom Endpunkt zur wartbaren Integrationslösung</a:t>
            </a:r>
          </a:p>
        </p:txBody>
      </p:sp>
      <p:sp>
        <p:nvSpPr>
          <p:cNvPr id="3" name="Inhaltsplatzhalter 2">
            <a:extLst>
              <a:ext uri="{FF2B5EF4-FFF2-40B4-BE49-F238E27FC236}">
                <a16:creationId xmlns:a16="http://schemas.microsoft.com/office/drawing/2014/main" id="{1E3D8828-AE19-5838-03E6-D8EB7E9699D5}"/>
              </a:ext>
            </a:extLst>
          </p:cNvPr>
          <p:cNvSpPr>
            <a:spLocks noGrp="1"/>
          </p:cNvSpPr>
          <p:nvPr>
            <p:ph idx="1"/>
          </p:nvPr>
        </p:nvSpPr>
        <p:spPr>
          <a:xfrm>
            <a:off x="838200" y="2788169"/>
            <a:ext cx="10515600" cy="3388793"/>
          </a:xfrm>
        </p:spPr>
        <p:txBody>
          <a:bodyPr>
            <a:normAutofit lnSpcReduction="10000"/>
          </a:bodyPr>
          <a:lstStyle/>
          <a:p>
            <a:pPr marL="0" indent="0">
              <a:buNone/>
            </a:pPr>
            <a:r>
              <a:rPr lang="de-DE" b="1" dirty="0"/>
              <a:t>Kernaussagen</a:t>
            </a:r>
          </a:p>
          <a:p>
            <a:r>
              <a:rPr lang="de-DE" dirty="0"/>
              <a:t>Adapter verbinden Protokolle und Systeme. </a:t>
            </a:r>
          </a:p>
          <a:p>
            <a:r>
              <a:rPr lang="de-DE" dirty="0"/>
              <a:t>Verarbeitungsschritte bereiten Nachrichten auf. </a:t>
            </a:r>
          </a:p>
          <a:p>
            <a:r>
              <a:rPr lang="de-DE" dirty="0"/>
              <a:t>Mappings entkoppeln Datenmodelle. </a:t>
            </a:r>
          </a:p>
          <a:p>
            <a:r>
              <a:rPr lang="de-DE" dirty="0"/>
              <a:t>Patterns strukturieren wiederkehrende Lösungen. </a:t>
            </a:r>
          </a:p>
          <a:p>
            <a:r>
              <a:rPr lang="de-DE" dirty="0"/>
              <a:t>Packages organisieren und transportieren Integrationsinhalte. </a:t>
            </a:r>
          </a:p>
          <a:p>
            <a:r>
              <a:rPr lang="de-DE" dirty="0"/>
              <a:t>Monitoring macht die Verarbeitung im Betrieb sichtbar.</a:t>
            </a:r>
          </a:p>
          <a:p>
            <a:endParaRPr lang="de-DE" dirty="0"/>
          </a:p>
        </p:txBody>
      </p:sp>
      <p:graphicFrame>
        <p:nvGraphicFramePr>
          <p:cNvPr id="4" name="Diagramm 3">
            <a:extLst>
              <a:ext uri="{FF2B5EF4-FFF2-40B4-BE49-F238E27FC236}">
                <a16:creationId xmlns:a16="http://schemas.microsoft.com/office/drawing/2014/main" id="{5AB92E3B-6DA5-B9B7-740F-AF45BD139A94}"/>
              </a:ext>
            </a:extLst>
          </p:cNvPr>
          <p:cNvGraphicFramePr/>
          <p:nvPr>
            <p:extLst>
              <p:ext uri="{D42A27DB-BD31-4B8C-83A1-F6EECF244321}">
                <p14:modId xmlns:p14="http://schemas.microsoft.com/office/powerpoint/2010/main" val="1139087542"/>
              </p:ext>
            </p:extLst>
          </p:nvPr>
        </p:nvGraphicFramePr>
        <p:xfrm>
          <a:off x="838199" y="1462606"/>
          <a:ext cx="10515599"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9797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7088A706-533C-44CE-CD07-2F93A2D9244F}"/>
              </a:ext>
            </a:extLst>
          </p:cNvPr>
          <p:cNvSpPr>
            <a:spLocks noGrp="1"/>
          </p:cNvSpPr>
          <p:nvPr>
            <p:ph type="ctrTitle"/>
          </p:nvPr>
        </p:nvSpPr>
        <p:spPr/>
        <p:txBody>
          <a:bodyPr>
            <a:normAutofit fontScale="90000"/>
          </a:bodyPr>
          <a:lstStyle/>
          <a:p>
            <a:r>
              <a:rPr lang="de-DE" dirty="0"/>
              <a:t>Anhang 1</a:t>
            </a:r>
            <a:br>
              <a:rPr lang="de-DE" dirty="0"/>
            </a:br>
            <a:r>
              <a:rPr lang="de-DE" dirty="0"/>
              <a:t>Vom BTP-Subaccount zum aufrufbaren Integration Flow</a:t>
            </a:r>
          </a:p>
        </p:txBody>
      </p:sp>
      <p:sp>
        <p:nvSpPr>
          <p:cNvPr id="5" name="Untertitel 4">
            <a:extLst>
              <a:ext uri="{FF2B5EF4-FFF2-40B4-BE49-F238E27FC236}">
                <a16:creationId xmlns:a16="http://schemas.microsoft.com/office/drawing/2014/main" id="{47E5D17A-D4DC-7385-4121-D806247751B6}"/>
              </a:ext>
            </a:extLst>
          </p:cNvPr>
          <p:cNvSpPr>
            <a:spLocks noGrp="1"/>
          </p:cNvSpPr>
          <p:nvPr>
            <p:ph type="subTitle" idx="1"/>
          </p:nvPr>
        </p:nvSpPr>
        <p:spPr/>
        <p:txBody>
          <a:bodyPr/>
          <a:lstStyle/>
          <a:p>
            <a:r>
              <a:rPr lang="de-DE" dirty="0"/>
              <a:t>Integration Suite bereitstellen und eingehende Kommunikation konfigurieren</a:t>
            </a:r>
          </a:p>
        </p:txBody>
      </p:sp>
    </p:spTree>
    <p:extLst>
      <p:ext uri="{BB962C8B-B14F-4D97-AF65-F5344CB8AC3E}">
        <p14:creationId xmlns:p14="http://schemas.microsoft.com/office/powerpoint/2010/main" val="17343606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F78DAB-A15E-2650-BCF1-6EF2602A40FF}"/>
              </a:ext>
            </a:extLst>
          </p:cNvPr>
          <p:cNvSpPr>
            <a:spLocks noGrp="1"/>
          </p:cNvSpPr>
          <p:nvPr>
            <p:ph type="title"/>
          </p:nvPr>
        </p:nvSpPr>
        <p:spPr/>
        <p:txBody>
          <a:bodyPr>
            <a:normAutofit fontScale="90000"/>
          </a:bodyPr>
          <a:lstStyle/>
          <a:p>
            <a:r>
              <a:rPr lang="de-DE" dirty="0"/>
              <a:t>Integration Suite bereitstellen und eingehende Kommunikation konfigurieren</a:t>
            </a:r>
            <a:br>
              <a:rPr lang="de-DE" dirty="0"/>
            </a:br>
            <a:endParaRPr lang="de-DE" dirty="0"/>
          </a:p>
        </p:txBody>
      </p:sp>
      <p:graphicFrame>
        <p:nvGraphicFramePr>
          <p:cNvPr id="7" name="Inhaltsplatzhalter 6">
            <a:extLst>
              <a:ext uri="{FF2B5EF4-FFF2-40B4-BE49-F238E27FC236}">
                <a16:creationId xmlns:a16="http://schemas.microsoft.com/office/drawing/2014/main" id="{1432AC9A-2250-7647-3365-AE6561378C87}"/>
              </a:ext>
            </a:extLst>
          </p:cNvPr>
          <p:cNvGraphicFramePr>
            <a:graphicFrameLocks noGrp="1"/>
          </p:cNvGraphicFramePr>
          <p:nvPr>
            <p:ph idx="1"/>
            <p:extLst>
              <p:ext uri="{D42A27DB-BD31-4B8C-83A1-F6EECF244321}">
                <p14:modId xmlns:p14="http://schemas.microsoft.com/office/powerpoint/2010/main" val="2928531544"/>
              </p:ext>
            </p:extLst>
          </p:nvPr>
        </p:nvGraphicFramePr>
        <p:xfrm>
          <a:off x="838200" y="2121409"/>
          <a:ext cx="10515600" cy="16215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m 7">
            <a:extLst>
              <a:ext uri="{FF2B5EF4-FFF2-40B4-BE49-F238E27FC236}">
                <a16:creationId xmlns:a16="http://schemas.microsoft.com/office/drawing/2014/main" id="{E38472A4-4CC5-DA00-6C6B-CF2B1D7C54A6}"/>
              </a:ext>
            </a:extLst>
          </p:cNvPr>
          <p:cNvGraphicFramePr/>
          <p:nvPr>
            <p:extLst>
              <p:ext uri="{D42A27DB-BD31-4B8C-83A1-F6EECF244321}">
                <p14:modId xmlns:p14="http://schemas.microsoft.com/office/powerpoint/2010/main" val="268709826"/>
              </p:ext>
            </p:extLst>
          </p:nvPr>
        </p:nvGraphicFramePr>
        <p:xfrm>
          <a:off x="838200" y="3742943"/>
          <a:ext cx="8128000" cy="202387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9092162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197F38-956C-963D-AA8B-FA7644AA8BD0}"/>
              </a:ext>
            </a:extLst>
          </p:cNvPr>
          <p:cNvSpPr>
            <a:spLocks noGrp="1"/>
          </p:cNvSpPr>
          <p:nvPr>
            <p:ph type="title"/>
          </p:nvPr>
        </p:nvSpPr>
        <p:spPr/>
        <p:txBody>
          <a:bodyPr/>
          <a:lstStyle/>
          <a:p>
            <a:r>
              <a:rPr lang="de-DE" dirty="0" err="1"/>
              <a:t>Entitlements</a:t>
            </a:r>
            <a:r>
              <a:rPr lang="de-DE" dirty="0"/>
              <a:t> hinzufügen</a:t>
            </a:r>
          </a:p>
        </p:txBody>
      </p:sp>
      <p:sp>
        <p:nvSpPr>
          <p:cNvPr id="3" name="Inhaltsplatzhalter 2">
            <a:extLst>
              <a:ext uri="{FF2B5EF4-FFF2-40B4-BE49-F238E27FC236}">
                <a16:creationId xmlns:a16="http://schemas.microsoft.com/office/drawing/2014/main" id="{E70A0DA1-7C41-9539-6920-14B2E87AB095}"/>
              </a:ext>
            </a:extLst>
          </p:cNvPr>
          <p:cNvSpPr>
            <a:spLocks noGrp="1"/>
          </p:cNvSpPr>
          <p:nvPr>
            <p:ph idx="1"/>
          </p:nvPr>
        </p:nvSpPr>
        <p:spPr/>
        <p:txBody>
          <a:bodyPr/>
          <a:lstStyle/>
          <a:p>
            <a:endParaRPr lang="de-DE"/>
          </a:p>
        </p:txBody>
      </p:sp>
      <p:pic>
        <p:nvPicPr>
          <p:cNvPr id="5" name="Grafik 4">
            <a:extLst>
              <a:ext uri="{FF2B5EF4-FFF2-40B4-BE49-F238E27FC236}">
                <a16:creationId xmlns:a16="http://schemas.microsoft.com/office/drawing/2014/main" id="{EB59FCDD-8CA2-7D0F-E729-D6395E55B40A}"/>
              </a:ext>
            </a:extLst>
          </p:cNvPr>
          <p:cNvPicPr>
            <a:picLocks noChangeAspect="1"/>
          </p:cNvPicPr>
          <p:nvPr/>
        </p:nvPicPr>
        <p:blipFill>
          <a:blip r:embed="rId3"/>
          <a:stretch>
            <a:fillRect/>
          </a:stretch>
        </p:blipFill>
        <p:spPr>
          <a:xfrm>
            <a:off x="838200" y="1825625"/>
            <a:ext cx="9896061" cy="4409932"/>
          </a:xfrm>
          <a:prstGeom prst="rect">
            <a:avLst/>
          </a:prstGeom>
        </p:spPr>
      </p:pic>
      <p:sp>
        <p:nvSpPr>
          <p:cNvPr id="6" name="Textfeld 5">
            <a:extLst>
              <a:ext uri="{FF2B5EF4-FFF2-40B4-BE49-F238E27FC236}">
                <a16:creationId xmlns:a16="http://schemas.microsoft.com/office/drawing/2014/main" id="{58615147-CCEE-E531-8E86-A9AF1217A892}"/>
              </a:ext>
            </a:extLst>
          </p:cNvPr>
          <p:cNvSpPr txBox="1"/>
          <p:nvPr/>
        </p:nvSpPr>
        <p:spPr>
          <a:xfrm>
            <a:off x="838200" y="6021594"/>
            <a:ext cx="8332602" cy="369332"/>
          </a:xfrm>
          <a:prstGeom prst="rect">
            <a:avLst/>
          </a:prstGeom>
          <a:noFill/>
        </p:spPr>
        <p:txBody>
          <a:bodyPr wrap="none" rtlCol="0">
            <a:spAutoFit/>
          </a:bodyPr>
          <a:lstStyle/>
          <a:p>
            <a:r>
              <a:rPr lang="de-DE" dirty="0">
                <a:highlight>
                  <a:srgbClr val="FFFF00"/>
                </a:highlight>
              </a:rPr>
              <a:t>Ein </a:t>
            </a:r>
            <a:r>
              <a:rPr lang="de-DE" dirty="0" err="1">
                <a:highlight>
                  <a:srgbClr val="FFFF00"/>
                </a:highlight>
              </a:rPr>
              <a:t>Entitlement</a:t>
            </a:r>
            <a:r>
              <a:rPr lang="de-DE" dirty="0">
                <a:highlight>
                  <a:srgbClr val="FFFF00"/>
                </a:highlight>
              </a:rPr>
              <a:t> erlaubt die Nutzung eines Dienstes – es stellt ihn noch nicht bereit.</a:t>
            </a:r>
          </a:p>
        </p:txBody>
      </p:sp>
    </p:spTree>
    <p:extLst>
      <p:ext uri="{BB962C8B-B14F-4D97-AF65-F5344CB8AC3E}">
        <p14:creationId xmlns:p14="http://schemas.microsoft.com/office/powerpoint/2010/main" val="28663643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291724-B3FF-0FFA-8577-4B1CAC4651FC}"/>
              </a:ext>
            </a:extLst>
          </p:cNvPr>
          <p:cNvSpPr>
            <a:spLocks noGrp="1"/>
          </p:cNvSpPr>
          <p:nvPr>
            <p:ph type="title"/>
          </p:nvPr>
        </p:nvSpPr>
        <p:spPr/>
        <p:txBody>
          <a:bodyPr/>
          <a:lstStyle/>
          <a:p>
            <a:r>
              <a:rPr lang="de-DE" dirty="0"/>
              <a:t>Subskription anlegen</a:t>
            </a:r>
          </a:p>
        </p:txBody>
      </p:sp>
      <p:sp>
        <p:nvSpPr>
          <p:cNvPr id="3" name="Inhaltsplatzhalter 2">
            <a:extLst>
              <a:ext uri="{FF2B5EF4-FFF2-40B4-BE49-F238E27FC236}">
                <a16:creationId xmlns:a16="http://schemas.microsoft.com/office/drawing/2014/main" id="{92A698A3-3722-731C-1DE9-376B59EC2C39}"/>
              </a:ext>
            </a:extLst>
          </p:cNvPr>
          <p:cNvSpPr>
            <a:spLocks noGrp="1"/>
          </p:cNvSpPr>
          <p:nvPr>
            <p:ph idx="1"/>
          </p:nvPr>
        </p:nvSpPr>
        <p:spPr/>
        <p:txBody>
          <a:bodyPr/>
          <a:lstStyle/>
          <a:p>
            <a:endParaRPr lang="de-DE" dirty="0"/>
          </a:p>
        </p:txBody>
      </p:sp>
      <p:pic>
        <p:nvPicPr>
          <p:cNvPr id="7" name="Grafik 6">
            <a:extLst>
              <a:ext uri="{FF2B5EF4-FFF2-40B4-BE49-F238E27FC236}">
                <a16:creationId xmlns:a16="http://schemas.microsoft.com/office/drawing/2014/main" id="{27952F66-BBF8-3E28-409B-95D3D88B13F0}"/>
              </a:ext>
            </a:extLst>
          </p:cNvPr>
          <p:cNvPicPr>
            <a:picLocks noChangeAspect="1"/>
          </p:cNvPicPr>
          <p:nvPr/>
        </p:nvPicPr>
        <p:blipFill>
          <a:blip r:embed="rId3"/>
          <a:stretch>
            <a:fillRect/>
          </a:stretch>
        </p:blipFill>
        <p:spPr>
          <a:xfrm>
            <a:off x="838200" y="1825625"/>
            <a:ext cx="8756662" cy="4351337"/>
          </a:xfrm>
          <a:prstGeom prst="rect">
            <a:avLst/>
          </a:prstGeom>
        </p:spPr>
      </p:pic>
      <p:sp>
        <p:nvSpPr>
          <p:cNvPr id="9" name="Textfeld 8">
            <a:extLst>
              <a:ext uri="{FF2B5EF4-FFF2-40B4-BE49-F238E27FC236}">
                <a16:creationId xmlns:a16="http://schemas.microsoft.com/office/drawing/2014/main" id="{1AE43B87-91EE-27C3-B253-A0590CFEF780}"/>
              </a:ext>
            </a:extLst>
          </p:cNvPr>
          <p:cNvSpPr txBox="1"/>
          <p:nvPr/>
        </p:nvSpPr>
        <p:spPr>
          <a:xfrm>
            <a:off x="838200" y="6123543"/>
            <a:ext cx="9029203" cy="369332"/>
          </a:xfrm>
          <a:prstGeom prst="rect">
            <a:avLst/>
          </a:prstGeom>
          <a:noFill/>
        </p:spPr>
        <p:txBody>
          <a:bodyPr wrap="none" rtlCol="0">
            <a:spAutoFit/>
          </a:bodyPr>
          <a:lstStyle/>
          <a:p>
            <a:r>
              <a:rPr lang="de-DE" dirty="0">
                <a:highlight>
                  <a:srgbClr val="FFFF00"/>
                </a:highlight>
              </a:rPr>
              <a:t>Die </a:t>
            </a:r>
            <a:r>
              <a:rPr lang="de-DE" dirty="0" err="1">
                <a:highlight>
                  <a:srgbClr val="FFFF00"/>
                </a:highlight>
              </a:rPr>
              <a:t>Subscription</a:t>
            </a:r>
            <a:r>
              <a:rPr lang="de-DE" dirty="0">
                <a:highlight>
                  <a:srgbClr val="FFFF00"/>
                </a:highlight>
              </a:rPr>
              <a:t> stellt zunächst das Portal bereit – noch nicht alle Integrationsfunktionen.</a:t>
            </a:r>
          </a:p>
        </p:txBody>
      </p:sp>
    </p:spTree>
    <p:extLst>
      <p:ext uri="{BB962C8B-B14F-4D97-AF65-F5344CB8AC3E}">
        <p14:creationId xmlns:p14="http://schemas.microsoft.com/office/powerpoint/2010/main" val="12514691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C82852-FCDF-DE28-AE1D-EA0869143BD0}"/>
              </a:ext>
            </a:extLst>
          </p:cNvPr>
          <p:cNvSpPr>
            <a:spLocks noGrp="1"/>
          </p:cNvSpPr>
          <p:nvPr>
            <p:ph type="title"/>
          </p:nvPr>
        </p:nvSpPr>
        <p:spPr/>
        <p:txBody>
          <a:bodyPr/>
          <a:lstStyle/>
          <a:p>
            <a:r>
              <a:rPr lang="de-DE" dirty="0" err="1"/>
              <a:t>Capability</a:t>
            </a:r>
            <a:r>
              <a:rPr lang="de-DE" dirty="0"/>
              <a:t> „</a:t>
            </a:r>
            <a:r>
              <a:rPr lang="de-DE" dirty="0" err="1"/>
              <a:t>Build</a:t>
            </a:r>
            <a:r>
              <a:rPr lang="de-DE" dirty="0"/>
              <a:t> Integration Scenarios“ aktivieren</a:t>
            </a:r>
          </a:p>
        </p:txBody>
      </p:sp>
      <p:pic>
        <p:nvPicPr>
          <p:cNvPr id="5" name="Inhaltsplatzhalter 4">
            <a:extLst>
              <a:ext uri="{FF2B5EF4-FFF2-40B4-BE49-F238E27FC236}">
                <a16:creationId xmlns:a16="http://schemas.microsoft.com/office/drawing/2014/main" id="{08FEDFCC-1566-E547-3B51-6C3E755A1B7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1" y="1690688"/>
            <a:ext cx="4855464" cy="1921227"/>
          </a:xfrm>
          <a:prstGeom prst="rect">
            <a:avLst/>
          </a:prstGeom>
        </p:spPr>
      </p:pic>
      <p:pic>
        <p:nvPicPr>
          <p:cNvPr id="7" name="Grafik 6">
            <a:extLst>
              <a:ext uri="{FF2B5EF4-FFF2-40B4-BE49-F238E27FC236}">
                <a16:creationId xmlns:a16="http://schemas.microsoft.com/office/drawing/2014/main" id="{240B782C-DF8F-16BD-19A0-42DB907680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5034" y="2645664"/>
            <a:ext cx="8288766" cy="3744514"/>
          </a:xfrm>
          <a:prstGeom prst="rect">
            <a:avLst/>
          </a:prstGeom>
        </p:spPr>
      </p:pic>
      <p:sp>
        <p:nvSpPr>
          <p:cNvPr id="8" name="Pfeil: gebogen 7">
            <a:extLst>
              <a:ext uri="{FF2B5EF4-FFF2-40B4-BE49-F238E27FC236}">
                <a16:creationId xmlns:a16="http://schemas.microsoft.com/office/drawing/2014/main" id="{080C7E63-CF40-EF64-07BE-2D86B8E500CB}"/>
              </a:ext>
            </a:extLst>
          </p:cNvPr>
          <p:cNvSpPr/>
          <p:nvPr/>
        </p:nvSpPr>
        <p:spPr>
          <a:xfrm rot="10800000" flipH="1">
            <a:off x="2121408" y="3611914"/>
            <a:ext cx="943626" cy="996661"/>
          </a:xfrm>
          <a:prstGeom prst="bentArrow">
            <a:avLst>
              <a:gd name="adj1" fmla="val 25000"/>
              <a:gd name="adj2" fmla="val 19186"/>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0" name="Textfeld 9">
            <a:extLst>
              <a:ext uri="{FF2B5EF4-FFF2-40B4-BE49-F238E27FC236}">
                <a16:creationId xmlns:a16="http://schemas.microsoft.com/office/drawing/2014/main" id="{9026F721-662F-7CAE-8AB1-EA457D612DA8}"/>
              </a:ext>
            </a:extLst>
          </p:cNvPr>
          <p:cNvSpPr txBox="1"/>
          <p:nvPr/>
        </p:nvSpPr>
        <p:spPr>
          <a:xfrm>
            <a:off x="838200" y="6123543"/>
            <a:ext cx="9900018" cy="369332"/>
          </a:xfrm>
          <a:prstGeom prst="rect">
            <a:avLst/>
          </a:prstGeom>
          <a:noFill/>
        </p:spPr>
        <p:txBody>
          <a:bodyPr wrap="none" rtlCol="0">
            <a:spAutoFit/>
          </a:bodyPr>
          <a:lstStyle/>
          <a:p>
            <a:r>
              <a:rPr lang="de-DE" dirty="0">
                <a:highlight>
                  <a:srgbClr val="FFFF00"/>
                </a:highlight>
              </a:rPr>
              <a:t>Integration Flows werden in der </a:t>
            </a:r>
            <a:r>
              <a:rPr lang="de-DE" dirty="0" err="1">
                <a:highlight>
                  <a:srgbClr val="FFFF00"/>
                </a:highlight>
              </a:rPr>
              <a:t>Capability</a:t>
            </a:r>
            <a:r>
              <a:rPr lang="de-DE" dirty="0">
                <a:highlight>
                  <a:srgbClr val="FFFF00"/>
                </a:highlight>
              </a:rPr>
              <a:t> </a:t>
            </a:r>
            <a:r>
              <a:rPr lang="de-DE" b="1" dirty="0" err="1">
                <a:highlight>
                  <a:srgbClr val="FFFF00"/>
                </a:highlight>
              </a:rPr>
              <a:t>Build</a:t>
            </a:r>
            <a:r>
              <a:rPr lang="de-DE" b="1" dirty="0">
                <a:highlight>
                  <a:srgbClr val="FFFF00"/>
                </a:highlight>
              </a:rPr>
              <a:t> Integration Scenarios</a:t>
            </a:r>
            <a:r>
              <a:rPr lang="de-DE" dirty="0">
                <a:highlight>
                  <a:srgbClr val="FFFF00"/>
                </a:highlight>
              </a:rPr>
              <a:t> entwickelt und ausgeführt.</a:t>
            </a:r>
            <a:endParaRPr lang="de-DE" b="1" dirty="0">
              <a:highlight>
                <a:srgbClr val="FFFF00"/>
              </a:highlight>
            </a:endParaRPr>
          </a:p>
        </p:txBody>
      </p:sp>
    </p:spTree>
    <p:extLst>
      <p:ext uri="{BB962C8B-B14F-4D97-AF65-F5344CB8AC3E}">
        <p14:creationId xmlns:p14="http://schemas.microsoft.com/office/powerpoint/2010/main" val="13700974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47DE0C-5E88-1373-4ED2-879E14219911}"/>
              </a:ext>
            </a:extLst>
          </p:cNvPr>
          <p:cNvSpPr>
            <a:spLocks noGrp="1"/>
          </p:cNvSpPr>
          <p:nvPr>
            <p:ph type="title"/>
          </p:nvPr>
        </p:nvSpPr>
        <p:spPr/>
        <p:txBody>
          <a:bodyPr/>
          <a:lstStyle/>
          <a:p>
            <a:r>
              <a:rPr lang="de-DE" dirty="0"/>
              <a:t>Entwickler und Administratoren berechtigen</a:t>
            </a:r>
          </a:p>
        </p:txBody>
      </p:sp>
      <p:pic>
        <p:nvPicPr>
          <p:cNvPr id="5" name="Inhaltsplatzhalter 4">
            <a:extLst>
              <a:ext uri="{FF2B5EF4-FFF2-40B4-BE49-F238E27FC236}">
                <a16:creationId xmlns:a16="http://schemas.microsoft.com/office/drawing/2014/main" id="{6E12D083-BBC3-0433-D652-34AE518B9340}"/>
              </a:ext>
            </a:extLst>
          </p:cNvPr>
          <p:cNvPicPr>
            <a:picLocks noGrp="1" noChangeAspect="1"/>
          </p:cNvPicPr>
          <p:nvPr>
            <p:ph idx="1"/>
          </p:nvPr>
        </p:nvPicPr>
        <p:blipFill>
          <a:blip r:embed="rId3"/>
          <a:stretch>
            <a:fillRect/>
          </a:stretch>
        </p:blipFill>
        <p:spPr>
          <a:xfrm>
            <a:off x="838200" y="1874393"/>
            <a:ext cx="9810906" cy="4351338"/>
          </a:xfrm>
          <a:prstGeom prst="rect">
            <a:avLst/>
          </a:prstGeom>
        </p:spPr>
      </p:pic>
      <p:sp>
        <p:nvSpPr>
          <p:cNvPr id="7" name="Textfeld 6">
            <a:extLst>
              <a:ext uri="{FF2B5EF4-FFF2-40B4-BE49-F238E27FC236}">
                <a16:creationId xmlns:a16="http://schemas.microsoft.com/office/drawing/2014/main" id="{73C476CF-5B76-3DA2-D1C0-F5ED0B4A38DE}"/>
              </a:ext>
            </a:extLst>
          </p:cNvPr>
          <p:cNvSpPr txBox="1"/>
          <p:nvPr/>
        </p:nvSpPr>
        <p:spPr>
          <a:xfrm>
            <a:off x="838200" y="6308209"/>
            <a:ext cx="9029203" cy="369332"/>
          </a:xfrm>
          <a:prstGeom prst="rect">
            <a:avLst/>
          </a:prstGeom>
          <a:noFill/>
        </p:spPr>
        <p:txBody>
          <a:bodyPr wrap="none" rtlCol="0">
            <a:spAutoFit/>
          </a:bodyPr>
          <a:lstStyle/>
          <a:p>
            <a:r>
              <a:rPr lang="de-DE" dirty="0">
                <a:highlight>
                  <a:srgbClr val="FFFF00"/>
                </a:highlight>
              </a:rPr>
              <a:t>Rollen für die Oberfläche gelten für Personen – nicht automatisch für technische Sender.</a:t>
            </a:r>
          </a:p>
        </p:txBody>
      </p:sp>
    </p:spTree>
    <p:extLst>
      <p:ext uri="{BB962C8B-B14F-4D97-AF65-F5344CB8AC3E}">
        <p14:creationId xmlns:p14="http://schemas.microsoft.com/office/powerpoint/2010/main" val="22222517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A69B248-9A62-CB1B-68F9-49FDB031F948}"/>
              </a:ext>
            </a:extLst>
          </p:cNvPr>
          <p:cNvSpPr>
            <a:spLocks noGrp="1"/>
          </p:cNvSpPr>
          <p:nvPr>
            <p:ph type="title"/>
          </p:nvPr>
        </p:nvSpPr>
        <p:spPr/>
        <p:txBody>
          <a:bodyPr/>
          <a:lstStyle/>
          <a:p>
            <a:r>
              <a:rPr lang="de-DE" dirty="0"/>
              <a:t>Senderrolle festlegen</a:t>
            </a:r>
          </a:p>
        </p:txBody>
      </p:sp>
      <p:pic>
        <p:nvPicPr>
          <p:cNvPr id="8" name="Inhaltsplatzhalter 7">
            <a:extLst>
              <a:ext uri="{FF2B5EF4-FFF2-40B4-BE49-F238E27FC236}">
                <a16:creationId xmlns:a16="http://schemas.microsoft.com/office/drawing/2014/main" id="{45E4B808-7A58-90BE-DEBC-25EA887D9555}"/>
              </a:ext>
            </a:extLst>
          </p:cNvPr>
          <p:cNvPicPr>
            <a:picLocks noGrp="1" noChangeAspect="1"/>
          </p:cNvPicPr>
          <p:nvPr>
            <p:ph sz="half" idx="1"/>
          </p:nvPr>
        </p:nvPicPr>
        <p:blipFill>
          <a:blip r:embed="rId3"/>
          <a:stretch>
            <a:fillRect/>
          </a:stretch>
        </p:blipFill>
        <p:spPr>
          <a:xfrm>
            <a:off x="1042654" y="2529476"/>
            <a:ext cx="4772691" cy="2943636"/>
          </a:xfrm>
          <a:prstGeom prst="rect">
            <a:avLst/>
          </a:prstGeom>
        </p:spPr>
      </p:pic>
      <p:sp>
        <p:nvSpPr>
          <p:cNvPr id="6" name="Inhaltsplatzhalter 5">
            <a:extLst>
              <a:ext uri="{FF2B5EF4-FFF2-40B4-BE49-F238E27FC236}">
                <a16:creationId xmlns:a16="http://schemas.microsoft.com/office/drawing/2014/main" id="{0DC724AE-1A91-1F71-5C8A-26AB42E166B5}"/>
              </a:ext>
            </a:extLst>
          </p:cNvPr>
          <p:cNvSpPr>
            <a:spLocks noGrp="1"/>
          </p:cNvSpPr>
          <p:nvPr>
            <p:ph sz="half" idx="2"/>
          </p:nvPr>
        </p:nvSpPr>
        <p:spPr/>
        <p:txBody>
          <a:bodyPr/>
          <a:lstStyle/>
          <a:p>
            <a:pPr marL="0" indent="0">
              <a:buNone/>
            </a:pPr>
            <a:r>
              <a:rPr lang="de-DE" dirty="0"/>
              <a:t>Im HTTP-Senderadapter:</a:t>
            </a:r>
          </a:p>
          <a:p>
            <a:r>
              <a:rPr lang="de-DE" b="1" dirty="0" err="1"/>
              <a:t>Authorization</a:t>
            </a:r>
            <a:r>
              <a:rPr lang="de-DE" dirty="0"/>
              <a:t> aktivieren </a:t>
            </a:r>
          </a:p>
          <a:p>
            <a:r>
              <a:rPr lang="de-DE" dirty="0"/>
              <a:t>zulässige </a:t>
            </a:r>
            <a:r>
              <a:rPr lang="de-DE" b="1" dirty="0"/>
              <a:t>User Role</a:t>
            </a:r>
            <a:r>
              <a:rPr lang="de-DE" dirty="0"/>
              <a:t> festlegen </a:t>
            </a:r>
          </a:p>
          <a:p>
            <a:r>
              <a:rPr lang="de-DE" dirty="0"/>
              <a:t>Standardrolle für Integration Flows: </a:t>
            </a:r>
            <a:r>
              <a:rPr lang="de-DE" dirty="0" err="1"/>
              <a:t>ESBMessaging.send</a:t>
            </a:r>
            <a:r>
              <a:rPr lang="de-DE" dirty="0"/>
              <a:t> </a:t>
            </a:r>
          </a:p>
          <a:p>
            <a:r>
              <a:rPr lang="de-DE" dirty="0"/>
              <a:t>alternativ: dedizierte Rolle für den konkreten Anwendungsfall</a:t>
            </a:r>
          </a:p>
          <a:p>
            <a:endParaRPr lang="de-DE" dirty="0"/>
          </a:p>
        </p:txBody>
      </p:sp>
      <p:sp>
        <p:nvSpPr>
          <p:cNvPr id="10" name="Textfeld 9">
            <a:extLst>
              <a:ext uri="{FF2B5EF4-FFF2-40B4-BE49-F238E27FC236}">
                <a16:creationId xmlns:a16="http://schemas.microsoft.com/office/drawing/2014/main" id="{233BA741-21C6-1AAF-A758-42E5AE50AFBF}"/>
              </a:ext>
            </a:extLst>
          </p:cNvPr>
          <p:cNvSpPr txBox="1"/>
          <p:nvPr/>
        </p:nvSpPr>
        <p:spPr>
          <a:xfrm>
            <a:off x="838200" y="6308209"/>
            <a:ext cx="5779852" cy="369332"/>
          </a:xfrm>
          <a:prstGeom prst="rect">
            <a:avLst/>
          </a:prstGeom>
          <a:noFill/>
        </p:spPr>
        <p:txBody>
          <a:bodyPr wrap="none" rtlCol="0">
            <a:spAutoFit/>
          </a:bodyPr>
          <a:lstStyle/>
          <a:p>
            <a:r>
              <a:rPr lang="de-DE" dirty="0">
                <a:highlight>
                  <a:srgbClr val="FFFF00"/>
                </a:highlight>
              </a:rPr>
              <a:t>Rolle im Senderadapter = Rolle der technischen Identität</a:t>
            </a:r>
          </a:p>
        </p:txBody>
      </p:sp>
    </p:spTree>
    <p:extLst>
      <p:ext uri="{BB962C8B-B14F-4D97-AF65-F5344CB8AC3E}">
        <p14:creationId xmlns:p14="http://schemas.microsoft.com/office/powerpoint/2010/main" val="32179712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DDB956-977D-37F2-ACDB-F3707A5F979A}"/>
              </a:ext>
            </a:extLst>
          </p:cNvPr>
          <p:cNvSpPr>
            <a:spLocks noGrp="1"/>
          </p:cNvSpPr>
          <p:nvPr>
            <p:ph type="title"/>
          </p:nvPr>
        </p:nvSpPr>
        <p:spPr/>
        <p:txBody>
          <a:bodyPr/>
          <a:lstStyle/>
          <a:p>
            <a:r>
              <a:rPr lang="de-DE" dirty="0"/>
              <a:t>Technische Zugangsdaten anlegen</a:t>
            </a:r>
          </a:p>
        </p:txBody>
      </p:sp>
      <p:pic>
        <p:nvPicPr>
          <p:cNvPr id="6" name="Inhaltsplatzhalter 5">
            <a:extLst>
              <a:ext uri="{FF2B5EF4-FFF2-40B4-BE49-F238E27FC236}">
                <a16:creationId xmlns:a16="http://schemas.microsoft.com/office/drawing/2014/main" id="{A14C5D5B-294E-6337-3956-8E3B9BB77E67}"/>
              </a:ext>
            </a:extLst>
          </p:cNvPr>
          <p:cNvPicPr>
            <a:picLocks noGrp="1" noChangeAspect="1"/>
          </p:cNvPicPr>
          <p:nvPr>
            <p:ph sz="half" idx="1"/>
          </p:nvPr>
        </p:nvPicPr>
        <p:blipFill>
          <a:blip r:embed="rId3"/>
          <a:stretch>
            <a:fillRect/>
          </a:stretch>
        </p:blipFill>
        <p:spPr>
          <a:xfrm>
            <a:off x="838199" y="1690688"/>
            <a:ext cx="7673341" cy="3746944"/>
          </a:xfrm>
          <a:prstGeom prst="rect">
            <a:avLst/>
          </a:prstGeom>
        </p:spPr>
      </p:pic>
      <p:pic>
        <p:nvPicPr>
          <p:cNvPr id="8" name="Inhaltsplatzhalter 7">
            <a:extLst>
              <a:ext uri="{FF2B5EF4-FFF2-40B4-BE49-F238E27FC236}">
                <a16:creationId xmlns:a16="http://schemas.microsoft.com/office/drawing/2014/main" id="{C9602429-89BE-8E7D-3D73-DF10DEE4905D}"/>
              </a:ext>
            </a:extLst>
          </p:cNvPr>
          <p:cNvPicPr>
            <a:picLocks noGrp="1" noChangeAspect="1"/>
          </p:cNvPicPr>
          <p:nvPr>
            <p:ph sz="half" idx="2"/>
          </p:nvPr>
        </p:nvPicPr>
        <p:blipFill>
          <a:blip r:embed="rId4"/>
          <a:stretch>
            <a:fillRect/>
          </a:stretch>
        </p:blipFill>
        <p:spPr>
          <a:xfrm>
            <a:off x="5158788" y="2901696"/>
            <a:ext cx="6195012" cy="3223421"/>
          </a:xfrm>
          <a:prstGeom prst="rect">
            <a:avLst/>
          </a:prstGeom>
        </p:spPr>
      </p:pic>
      <p:sp>
        <p:nvSpPr>
          <p:cNvPr id="10" name="Textfeld 9">
            <a:extLst>
              <a:ext uri="{FF2B5EF4-FFF2-40B4-BE49-F238E27FC236}">
                <a16:creationId xmlns:a16="http://schemas.microsoft.com/office/drawing/2014/main" id="{2CC880A6-16F8-BB74-944B-7D74A0E237A7}"/>
              </a:ext>
            </a:extLst>
          </p:cNvPr>
          <p:cNvSpPr txBox="1"/>
          <p:nvPr/>
        </p:nvSpPr>
        <p:spPr>
          <a:xfrm>
            <a:off x="838200" y="6308209"/>
            <a:ext cx="8429359" cy="369332"/>
          </a:xfrm>
          <a:prstGeom prst="rect">
            <a:avLst/>
          </a:prstGeom>
          <a:noFill/>
        </p:spPr>
        <p:txBody>
          <a:bodyPr wrap="none" rtlCol="0">
            <a:spAutoFit/>
          </a:bodyPr>
          <a:lstStyle/>
          <a:p>
            <a:r>
              <a:rPr lang="de-DE" dirty="0">
                <a:highlight>
                  <a:srgbClr val="FFFF00"/>
                </a:highlight>
              </a:rPr>
              <a:t>Ein Service Key ist für technische Clients bestimmt – nicht für persönliche Benutzer.</a:t>
            </a:r>
          </a:p>
        </p:txBody>
      </p:sp>
    </p:spTree>
    <p:extLst>
      <p:ext uri="{BB962C8B-B14F-4D97-AF65-F5344CB8AC3E}">
        <p14:creationId xmlns:p14="http://schemas.microsoft.com/office/powerpoint/2010/main" val="27638510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464402-7B38-5784-9FDD-61C43DEE985B}"/>
              </a:ext>
            </a:extLst>
          </p:cNvPr>
          <p:cNvSpPr>
            <a:spLocks noGrp="1"/>
          </p:cNvSpPr>
          <p:nvPr>
            <p:ph type="title"/>
          </p:nvPr>
        </p:nvSpPr>
        <p:spPr/>
        <p:txBody>
          <a:bodyPr/>
          <a:lstStyle/>
          <a:p>
            <a:r>
              <a:rPr lang="de-DE" dirty="0"/>
              <a:t>Integration Flow mit Postman aufrufen</a:t>
            </a:r>
          </a:p>
        </p:txBody>
      </p:sp>
      <p:sp>
        <p:nvSpPr>
          <p:cNvPr id="3" name="Inhaltsplatzhalter 2">
            <a:extLst>
              <a:ext uri="{FF2B5EF4-FFF2-40B4-BE49-F238E27FC236}">
                <a16:creationId xmlns:a16="http://schemas.microsoft.com/office/drawing/2014/main" id="{7A6D7E1B-D319-3E97-4449-57B046D62668}"/>
              </a:ext>
            </a:extLst>
          </p:cNvPr>
          <p:cNvSpPr>
            <a:spLocks noGrp="1"/>
          </p:cNvSpPr>
          <p:nvPr>
            <p:ph sz="half" idx="1"/>
          </p:nvPr>
        </p:nvSpPr>
        <p:spPr/>
        <p:txBody>
          <a:bodyPr/>
          <a:lstStyle/>
          <a:p>
            <a:pPr marL="514350" indent="-514350">
              <a:buFont typeface="+mj-lt"/>
              <a:buAutoNum type="arabicPeriod"/>
            </a:pPr>
            <a:r>
              <a:rPr lang="de-DE" dirty="0"/>
              <a:t>Integration Flow deployen</a:t>
            </a:r>
          </a:p>
          <a:p>
            <a:pPr marL="514350" indent="-514350">
              <a:buFont typeface="+mj-lt"/>
              <a:buAutoNum type="arabicPeriod"/>
            </a:pPr>
            <a:r>
              <a:rPr lang="de-DE" dirty="0" err="1"/>
              <a:t>Endpoint</a:t>
            </a:r>
            <a:r>
              <a:rPr lang="de-DE" dirty="0"/>
              <a:t>-URL im Monitoring ermitteln</a:t>
            </a:r>
          </a:p>
          <a:p>
            <a:pPr marL="514350" indent="-514350">
              <a:buFont typeface="+mj-lt"/>
              <a:buAutoNum type="arabicPeriod"/>
            </a:pPr>
            <a:r>
              <a:rPr lang="de-DE" dirty="0"/>
              <a:t>Client-ID als Benutzername eintragen</a:t>
            </a:r>
          </a:p>
          <a:p>
            <a:pPr marL="514350" indent="-514350">
              <a:buFont typeface="+mj-lt"/>
              <a:buAutoNum type="arabicPeriod"/>
            </a:pPr>
            <a:r>
              <a:rPr lang="de-DE" dirty="0"/>
              <a:t>Client-Secret als Passwort eintragen</a:t>
            </a:r>
          </a:p>
          <a:p>
            <a:pPr marL="514350" indent="-514350">
              <a:buFont typeface="+mj-lt"/>
              <a:buAutoNum type="arabicPeriod"/>
            </a:pPr>
            <a:r>
              <a:rPr lang="de-DE" dirty="0"/>
              <a:t>Nachricht senden Message Processing Log kontrollieren</a:t>
            </a:r>
          </a:p>
        </p:txBody>
      </p:sp>
      <p:graphicFrame>
        <p:nvGraphicFramePr>
          <p:cNvPr id="5" name="Inhaltsplatzhalter 4">
            <a:extLst>
              <a:ext uri="{FF2B5EF4-FFF2-40B4-BE49-F238E27FC236}">
                <a16:creationId xmlns:a16="http://schemas.microsoft.com/office/drawing/2014/main" id="{878554CA-DA3C-33C0-C5F7-8F95424754E5}"/>
              </a:ext>
            </a:extLst>
          </p:cNvPr>
          <p:cNvGraphicFramePr>
            <a:graphicFrameLocks noGrp="1"/>
          </p:cNvGraphicFramePr>
          <p:nvPr>
            <p:ph sz="half" idx="2"/>
            <p:extLst>
              <p:ext uri="{D42A27DB-BD31-4B8C-83A1-F6EECF244321}">
                <p14:modId xmlns:p14="http://schemas.microsoft.com/office/powerpoint/2010/main" val="2712769029"/>
              </p:ext>
            </p:extLst>
          </p:nvPr>
        </p:nvGraphicFramePr>
        <p:xfrm>
          <a:off x="6172200" y="1825625"/>
          <a:ext cx="5181600" cy="1483360"/>
        </p:xfrm>
        <a:graphic>
          <a:graphicData uri="http://schemas.openxmlformats.org/drawingml/2006/table">
            <a:tbl>
              <a:tblPr firstRow="1" bandRow="1">
                <a:tableStyleId>{5C22544A-7EE6-4342-B048-85BDC9FD1C3A}</a:tableStyleId>
              </a:tblPr>
              <a:tblGrid>
                <a:gridCol w="862584">
                  <a:extLst>
                    <a:ext uri="{9D8B030D-6E8A-4147-A177-3AD203B41FA5}">
                      <a16:colId xmlns:a16="http://schemas.microsoft.com/office/drawing/2014/main" val="584103600"/>
                    </a:ext>
                  </a:extLst>
                </a:gridCol>
                <a:gridCol w="4319016">
                  <a:extLst>
                    <a:ext uri="{9D8B030D-6E8A-4147-A177-3AD203B41FA5}">
                      <a16:colId xmlns:a16="http://schemas.microsoft.com/office/drawing/2014/main" val="3905160084"/>
                    </a:ext>
                  </a:extLst>
                </a:gridCol>
              </a:tblGrid>
              <a:tr h="370840">
                <a:tc>
                  <a:txBody>
                    <a:bodyPr/>
                    <a:lstStyle/>
                    <a:p>
                      <a:r>
                        <a:rPr lang="de-DE" dirty="0"/>
                        <a:t>Status</a:t>
                      </a:r>
                    </a:p>
                  </a:txBody>
                  <a:tcPr/>
                </a:tc>
                <a:tc>
                  <a:txBody>
                    <a:bodyPr/>
                    <a:lstStyle/>
                    <a:p>
                      <a:r>
                        <a:rPr lang="de-DE" dirty="0"/>
                        <a:t>Bedeutung</a:t>
                      </a:r>
                    </a:p>
                  </a:txBody>
                  <a:tcPr/>
                </a:tc>
                <a:extLst>
                  <a:ext uri="{0D108BD9-81ED-4DB2-BD59-A6C34878D82A}">
                    <a16:rowId xmlns:a16="http://schemas.microsoft.com/office/drawing/2014/main" val="1038795952"/>
                  </a:ext>
                </a:extLst>
              </a:tr>
              <a:tr h="370840">
                <a:tc>
                  <a:txBody>
                    <a:bodyPr/>
                    <a:lstStyle/>
                    <a:p>
                      <a:r>
                        <a:rPr lang="de-DE" dirty="0"/>
                        <a:t>401</a:t>
                      </a:r>
                    </a:p>
                  </a:txBody>
                  <a:tcPr/>
                </a:tc>
                <a:tc>
                  <a:txBody>
                    <a:bodyPr/>
                    <a:lstStyle/>
                    <a:p>
                      <a:r>
                        <a:rPr lang="de-DE" dirty="0"/>
                        <a:t>Identität nicht akzeptiert</a:t>
                      </a:r>
                    </a:p>
                  </a:txBody>
                  <a:tcPr/>
                </a:tc>
                <a:extLst>
                  <a:ext uri="{0D108BD9-81ED-4DB2-BD59-A6C34878D82A}">
                    <a16:rowId xmlns:a16="http://schemas.microsoft.com/office/drawing/2014/main" val="331484268"/>
                  </a:ext>
                </a:extLst>
              </a:tr>
              <a:tr h="370840">
                <a:tc>
                  <a:txBody>
                    <a:bodyPr/>
                    <a:lstStyle/>
                    <a:p>
                      <a:r>
                        <a:rPr lang="de-DE" dirty="0"/>
                        <a:t>403</a:t>
                      </a:r>
                    </a:p>
                  </a:txBody>
                  <a:tcPr/>
                </a:tc>
                <a:tc>
                  <a:txBody>
                    <a:bodyPr/>
                    <a:lstStyle/>
                    <a:p>
                      <a:r>
                        <a:rPr lang="de-DE" dirty="0"/>
                        <a:t>Identität bekannt, aber nicht berechtigt</a:t>
                      </a:r>
                    </a:p>
                  </a:txBody>
                  <a:tcPr/>
                </a:tc>
                <a:extLst>
                  <a:ext uri="{0D108BD9-81ED-4DB2-BD59-A6C34878D82A}">
                    <a16:rowId xmlns:a16="http://schemas.microsoft.com/office/drawing/2014/main" val="1199587240"/>
                  </a:ext>
                </a:extLst>
              </a:tr>
              <a:tr h="370840">
                <a:tc>
                  <a:txBody>
                    <a:bodyPr/>
                    <a:lstStyle/>
                    <a:p>
                      <a:r>
                        <a:rPr lang="de-DE" dirty="0"/>
                        <a:t>2xx</a:t>
                      </a:r>
                    </a:p>
                  </a:txBody>
                  <a:tcPr/>
                </a:tc>
                <a:tc>
                  <a:txBody>
                    <a:bodyPr/>
                    <a:lstStyle/>
                    <a:p>
                      <a:r>
                        <a:rPr lang="de-DE" dirty="0"/>
                        <a:t>Nachricht wurde angenommen</a:t>
                      </a:r>
                    </a:p>
                  </a:txBody>
                  <a:tcPr/>
                </a:tc>
                <a:extLst>
                  <a:ext uri="{0D108BD9-81ED-4DB2-BD59-A6C34878D82A}">
                    <a16:rowId xmlns:a16="http://schemas.microsoft.com/office/drawing/2014/main" val="3844964102"/>
                  </a:ext>
                </a:extLst>
              </a:tr>
            </a:tbl>
          </a:graphicData>
        </a:graphic>
      </p:graphicFrame>
    </p:spTree>
    <p:extLst>
      <p:ext uri="{BB962C8B-B14F-4D97-AF65-F5344CB8AC3E}">
        <p14:creationId xmlns:p14="http://schemas.microsoft.com/office/powerpoint/2010/main" val="40461406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3BFE5-2B10-F232-8802-9DE08B716EF1}"/>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B9686907-37AA-AA02-229C-90A8AC67C63F}"/>
              </a:ext>
            </a:extLst>
          </p:cNvPr>
          <p:cNvSpPr>
            <a:spLocks noGrp="1"/>
          </p:cNvSpPr>
          <p:nvPr>
            <p:ph type="ctrTitle"/>
          </p:nvPr>
        </p:nvSpPr>
        <p:spPr/>
        <p:txBody>
          <a:bodyPr>
            <a:normAutofit fontScale="90000"/>
          </a:bodyPr>
          <a:lstStyle/>
          <a:p>
            <a:r>
              <a:rPr lang="de-DE" dirty="0"/>
              <a:t>Anhang 2</a:t>
            </a:r>
            <a:br>
              <a:rPr lang="de-DE" dirty="0"/>
            </a:br>
            <a:r>
              <a:rPr lang="de-DE" dirty="0"/>
              <a:t>Vom Integration Flow zum geschützten ABAP-Service</a:t>
            </a:r>
          </a:p>
        </p:txBody>
      </p:sp>
      <p:sp>
        <p:nvSpPr>
          <p:cNvPr id="5" name="Untertitel 4">
            <a:extLst>
              <a:ext uri="{FF2B5EF4-FFF2-40B4-BE49-F238E27FC236}">
                <a16:creationId xmlns:a16="http://schemas.microsoft.com/office/drawing/2014/main" id="{856C1F98-ADC2-A0B8-9807-1947924871BA}"/>
              </a:ext>
            </a:extLst>
          </p:cNvPr>
          <p:cNvSpPr>
            <a:spLocks noGrp="1"/>
          </p:cNvSpPr>
          <p:nvPr>
            <p:ph type="subTitle" idx="1"/>
          </p:nvPr>
        </p:nvSpPr>
        <p:spPr/>
        <p:txBody>
          <a:bodyPr/>
          <a:lstStyle/>
          <a:p>
            <a:r>
              <a:rPr lang="de-DE" dirty="0"/>
              <a:t>Eingehende Kommunikation im SAP-BTP-ABAP-System konfigurieren</a:t>
            </a:r>
          </a:p>
        </p:txBody>
      </p:sp>
    </p:spTree>
    <p:extLst>
      <p:ext uri="{BB962C8B-B14F-4D97-AF65-F5344CB8AC3E}">
        <p14:creationId xmlns:p14="http://schemas.microsoft.com/office/powerpoint/2010/main" val="40626874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AA8F5F-DD2C-E893-ABE1-A80F88BF0785}"/>
              </a:ext>
            </a:extLst>
          </p:cNvPr>
          <p:cNvSpPr>
            <a:spLocks noGrp="1"/>
          </p:cNvSpPr>
          <p:nvPr>
            <p:ph type="title"/>
          </p:nvPr>
        </p:nvSpPr>
        <p:spPr/>
        <p:txBody>
          <a:bodyPr/>
          <a:lstStyle/>
          <a:p>
            <a:r>
              <a:rPr lang="de-DE" dirty="0" err="1"/>
              <a:t>OData</a:t>
            </a:r>
            <a:r>
              <a:rPr lang="de-DE" dirty="0"/>
              <a:t>-Service bereitstellen</a:t>
            </a:r>
          </a:p>
        </p:txBody>
      </p:sp>
      <p:pic>
        <p:nvPicPr>
          <p:cNvPr id="12" name="Inhaltsplatzhalter 11">
            <a:extLst>
              <a:ext uri="{FF2B5EF4-FFF2-40B4-BE49-F238E27FC236}">
                <a16:creationId xmlns:a16="http://schemas.microsoft.com/office/drawing/2014/main" id="{7D30354D-11ED-C266-4517-F0F4066CFD30}"/>
              </a:ext>
            </a:extLst>
          </p:cNvPr>
          <p:cNvPicPr>
            <a:picLocks noGrp="1" noChangeAspect="1"/>
          </p:cNvPicPr>
          <p:nvPr>
            <p:ph sz="half" idx="1"/>
          </p:nvPr>
        </p:nvPicPr>
        <p:blipFill>
          <a:blip r:embed="rId3"/>
          <a:stretch>
            <a:fillRect/>
          </a:stretch>
        </p:blipFill>
        <p:spPr>
          <a:xfrm>
            <a:off x="2235507" y="3547872"/>
            <a:ext cx="9118294" cy="2489775"/>
          </a:xfrm>
          <a:prstGeom prst="rect">
            <a:avLst/>
          </a:prstGeom>
        </p:spPr>
      </p:pic>
      <p:sp>
        <p:nvSpPr>
          <p:cNvPr id="10" name="Inhaltsplatzhalter 9">
            <a:extLst>
              <a:ext uri="{FF2B5EF4-FFF2-40B4-BE49-F238E27FC236}">
                <a16:creationId xmlns:a16="http://schemas.microsoft.com/office/drawing/2014/main" id="{13F6B7AC-302C-BF24-2F2C-DFCA6727D7E7}"/>
              </a:ext>
            </a:extLst>
          </p:cNvPr>
          <p:cNvSpPr>
            <a:spLocks noGrp="1"/>
          </p:cNvSpPr>
          <p:nvPr>
            <p:ph sz="half" idx="2"/>
          </p:nvPr>
        </p:nvSpPr>
        <p:spPr>
          <a:xfrm>
            <a:off x="838200" y="1762503"/>
            <a:ext cx="5181600" cy="2093278"/>
          </a:xfrm>
        </p:spPr>
        <p:txBody>
          <a:bodyPr>
            <a:normAutofit fontScale="92500" lnSpcReduction="10000"/>
          </a:bodyPr>
          <a:lstStyle/>
          <a:p>
            <a:pPr marL="0" indent="0">
              <a:buNone/>
            </a:pPr>
            <a:r>
              <a:rPr lang="de-DE" dirty="0"/>
              <a:t>In ABAP Development Tools</a:t>
            </a:r>
          </a:p>
          <a:p>
            <a:r>
              <a:rPr lang="de-DE" dirty="0"/>
              <a:t>Service Definition anlegen </a:t>
            </a:r>
          </a:p>
          <a:p>
            <a:r>
              <a:rPr lang="de-DE" dirty="0"/>
              <a:t>RAP-Entitäten exponieren </a:t>
            </a:r>
          </a:p>
          <a:p>
            <a:r>
              <a:rPr lang="de-DE" dirty="0"/>
              <a:t>OData-V4-Service-Binding anlegen </a:t>
            </a:r>
          </a:p>
          <a:p>
            <a:endParaRPr lang="de-DE" dirty="0"/>
          </a:p>
        </p:txBody>
      </p:sp>
      <p:sp>
        <p:nvSpPr>
          <p:cNvPr id="9" name="Textfeld 8">
            <a:extLst>
              <a:ext uri="{FF2B5EF4-FFF2-40B4-BE49-F238E27FC236}">
                <a16:creationId xmlns:a16="http://schemas.microsoft.com/office/drawing/2014/main" id="{59CED8A2-6DE8-4D22-2B17-8C16CF9603F8}"/>
              </a:ext>
            </a:extLst>
          </p:cNvPr>
          <p:cNvSpPr txBox="1"/>
          <p:nvPr/>
        </p:nvSpPr>
        <p:spPr>
          <a:xfrm>
            <a:off x="838200" y="6308209"/>
            <a:ext cx="6875985" cy="369332"/>
          </a:xfrm>
          <a:prstGeom prst="rect">
            <a:avLst/>
          </a:prstGeom>
          <a:noFill/>
        </p:spPr>
        <p:txBody>
          <a:bodyPr wrap="none" rtlCol="0">
            <a:spAutoFit/>
          </a:bodyPr>
          <a:lstStyle/>
          <a:p>
            <a:r>
              <a:rPr lang="de-DE" dirty="0">
                <a:highlight>
                  <a:srgbClr val="FFFF00"/>
                </a:highlight>
              </a:rPr>
              <a:t>„</a:t>
            </a:r>
            <a:r>
              <a:rPr lang="de-DE" dirty="0" err="1">
                <a:highlight>
                  <a:srgbClr val="FFFF00"/>
                </a:highlight>
              </a:rPr>
              <a:t>Published</a:t>
            </a:r>
            <a:r>
              <a:rPr lang="de-DE" dirty="0">
                <a:highlight>
                  <a:srgbClr val="FFFF00"/>
                </a:highlight>
              </a:rPr>
              <a:t>“ bedeutet noch nicht „für externe Systeme freigegeben“.</a:t>
            </a:r>
          </a:p>
        </p:txBody>
      </p:sp>
      <p:sp>
        <p:nvSpPr>
          <p:cNvPr id="15" name="Inhaltsplatzhalter 9">
            <a:extLst>
              <a:ext uri="{FF2B5EF4-FFF2-40B4-BE49-F238E27FC236}">
                <a16:creationId xmlns:a16="http://schemas.microsoft.com/office/drawing/2014/main" id="{FA34708B-42CB-A3D0-5E97-5C623FB7DE04}"/>
              </a:ext>
            </a:extLst>
          </p:cNvPr>
          <p:cNvSpPr txBox="1">
            <a:spLocks/>
          </p:cNvSpPr>
          <p:nvPr/>
        </p:nvSpPr>
        <p:spPr>
          <a:xfrm>
            <a:off x="6172202" y="1762502"/>
            <a:ext cx="5181600" cy="2093277"/>
          </a:xfrm>
          <a:prstGeom prst="rect">
            <a:avLst/>
          </a:prstGeom>
        </p:spPr>
        <p:txBody>
          <a:bodyPr vert="horz" lIns="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Service Binding aktivieren und publizieren </a:t>
            </a:r>
          </a:p>
          <a:p>
            <a:r>
              <a:rPr lang="de-DE" dirty="0"/>
              <a:t>Service lokal testen</a:t>
            </a:r>
          </a:p>
          <a:p>
            <a:endParaRPr lang="de-DE" dirty="0"/>
          </a:p>
        </p:txBody>
      </p:sp>
    </p:spTree>
    <p:extLst>
      <p:ext uri="{BB962C8B-B14F-4D97-AF65-F5344CB8AC3E}">
        <p14:creationId xmlns:p14="http://schemas.microsoft.com/office/powerpoint/2010/main" val="28987202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BDCFD6-175D-E064-249D-6806FD113AE1}"/>
              </a:ext>
            </a:extLst>
          </p:cNvPr>
          <p:cNvSpPr>
            <a:spLocks noGrp="1"/>
          </p:cNvSpPr>
          <p:nvPr>
            <p:ph type="title"/>
          </p:nvPr>
        </p:nvSpPr>
        <p:spPr/>
        <p:txBody>
          <a:bodyPr/>
          <a:lstStyle/>
          <a:p>
            <a:r>
              <a:rPr lang="de-DE" dirty="0"/>
              <a:t>Communication Scenario entwickeln</a:t>
            </a:r>
          </a:p>
        </p:txBody>
      </p:sp>
      <p:pic>
        <p:nvPicPr>
          <p:cNvPr id="6" name="Inhaltsplatzhalter 5">
            <a:extLst>
              <a:ext uri="{FF2B5EF4-FFF2-40B4-BE49-F238E27FC236}">
                <a16:creationId xmlns:a16="http://schemas.microsoft.com/office/drawing/2014/main" id="{B42FD918-1DE8-2240-4573-F083F79C0B80}"/>
              </a:ext>
            </a:extLst>
          </p:cNvPr>
          <p:cNvPicPr>
            <a:picLocks noGrp="1" noChangeAspect="1"/>
          </p:cNvPicPr>
          <p:nvPr>
            <p:ph sz="half" idx="1"/>
          </p:nvPr>
        </p:nvPicPr>
        <p:blipFill>
          <a:blip r:embed="rId3"/>
          <a:stretch>
            <a:fillRect/>
          </a:stretch>
        </p:blipFill>
        <p:spPr>
          <a:xfrm>
            <a:off x="838200" y="2715461"/>
            <a:ext cx="5181600" cy="2571665"/>
          </a:xfrm>
          <a:prstGeom prst="rect">
            <a:avLst/>
          </a:prstGeom>
        </p:spPr>
      </p:pic>
      <p:sp>
        <p:nvSpPr>
          <p:cNvPr id="4" name="Inhaltsplatzhalter 3">
            <a:extLst>
              <a:ext uri="{FF2B5EF4-FFF2-40B4-BE49-F238E27FC236}">
                <a16:creationId xmlns:a16="http://schemas.microsoft.com/office/drawing/2014/main" id="{462D6079-BA83-DE16-9C45-593271B88E70}"/>
              </a:ext>
            </a:extLst>
          </p:cNvPr>
          <p:cNvSpPr>
            <a:spLocks noGrp="1"/>
          </p:cNvSpPr>
          <p:nvPr>
            <p:ph sz="half" idx="2"/>
          </p:nvPr>
        </p:nvSpPr>
        <p:spPr/>
        <p:txBody>
          <a:bodyPr/>
          <a:lstStyle/>
          <a:p>
            <a:pPr marL="0" indent="0">
              <a:buNone/>
            </a:pPr>
            <a:r>
              <a:rPr lang="de-DE" dirty="0"/>
              <a:t>In ABAP Development Tools:</a:t>
            </a:r>
          </a:p>
          <a:p>
            <a:r>
              <a:rPr lang="de-DE" dirty="0"/>
              <a:t>Communication Scenario anlegen </a:t>
            </a:r>
          </a:p>
          <a:p>
            <a:r>
              <a:rPr lang="de-DE" dirty="0"/>
              <a:t>Richtung: </a:t>
            </a:r>
            <a:r>
              <a:rPr lang="de-DE" b="1" dirty="0"/>
              <a:t>Inbound</a:t>
            </a:r>
            <a:r>
              <a:rPr lang="de-DE" dirty="0"/>
              <a:t> </a:t>
            </a:r>
          </a:p>
          <a:p>
            <a:r>
              <a:rPr lang="de-DE" dirty="0" err="1"/>
              <a:t>OData</a:t>
            </a:r>
            <a:r>
              <a:rPr lang="de-DE" dirty="0"/>
              <a:t>-Service hinzufügen </a:t>
            </a:r>
          </a:p>
          <a:p>
            <a:r>
              <a:rPr lang="de-DE" dirty="0"/>
              <a:t>erforderliche Berechtigungen definieren </a:t>
            </a:r>
          </a:p>
          <a:p>
            <a:r>
              <a:rPr lang="de-DE" dirty="0"/>
              <a:t>Szenario aktivieren und transportieren</a:t>
            </a:r>
          </a:p>
          <a:p>
            <a:endParaRPr lang="de-DE" dirty="0"/>
          </a:p>
        </p:txBody>
      </p:sp>
    </p:spTree>
    <p:extLst>
      <p:ext uri="{BB962C8B-B14F-4D97-AF65-F5344CB8AC3E}">
        <p14:creationId xmlns:p14="http://schemas.microsoft.com/office/powerpoint/2010/main" val="5676709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5EE7B4-AF75-327F-1903-1D449EFB8C01}"/>
              </a:ext>
            </a:extLst>
          </p:cNvPr>
          <p:cNvSpPr>
            <a:spLocks noGrp="1"/>
          </p:cNvSpPr>
          <p:nvPr>
            <p:ph type="title"/>
          </p:nvPr>
        </p:nvSpPr>
        <p:spPr/>
        <p:txBody>
          <a:bodyPr/>
          <a:lstStyle/>
          <a:p>
            <a:r>
              <a:rPr lang="de-DE" dirty="0"/>
              <a:t>Communication User anlegen</a:t>
            </a:r>
          </a:p>
        </p:txBody>
      </p:sp>
      <p:pic>
        <p:nvPicPr>
          <p:cNvPr id="7" name="Inhaltsplatzhalter 6">
            <a:extLst>
              <a:ext uri="{FF2B5EF4-FFF2-40B4-BE49-F238E27FC236}">
                <a16:creationId xmlns:a16="http://schemas.microsoft.com/office/drawing/2014/main" id="{5A591101-6E8C-63B3-A8E7-AF78AB653C4C}"/>
              </a:ext>
            </a:extLst>
          </p:cNvPr>
          <p:cNvPicPr>
            <a:picLocks noGrp="1" noChangeAspect="1"/>
          </p:cNvPicPr>
          <p:nvPr>
            <p:ph sz="half" idx="1"/>
          </p:nvPr>
        </p:nvPicPr>
        <p:blipFill>
          <a:blip r:embed="rId3"/>
          <a:stretch>
            <a:fillRect/>
          </a:stretch>
        </p:blipFill>
        <p:spPr>
          <a:xfrm>
            <a:off x="838200" y="2091790"/>
            <a:ext cx="5181600" cy="3819007"/>
          </a:xfrm>
          <a:prstGeom prst="rect">
            <a:avLst/>
          </a:prstGeom>
        </p:spPr>
      </p:pic>
      <p:sp>
        <p:nvSpPr>
          <p:cNvPr id="5" name="Inhaltsplatzhalter 4">
            <a:extLst>
              <a:ext uri="{FF2B5EF4-FFF2-40B4-BE49-F238E27FC236}">
                <a16:creationId xmlns:a16="http://schemas.microsoft.com/office/drawing/2014/main" id="{8AC86543-2200-565B-31C6-AA900E6E6931}"/>
              </a:ext>
            </a:extLst>
          </p:cNvPr>
          <p:cNvSpPr>
            <a:spLocks noGrp="1"/>
          </p:cNvSpPr>
          <p:nvPr>
            <p:ph sz="half" idx="2"/>
          </p:nvPr>
        </p:nvSpPr>
        <p:spPr/>
        <p:txBody>
          <a:bodyPr/>
          <a:lstStyle/>
          <a:p>
            <a:pPr marL="0" indent="0">
              <a:buNone/>
            </a:pPr>
            <a:r>
              <a:rPr lang="de-DE" dirty="0"/>
              <a:t>App </a:t>
            </a:r>
            <a:r>
              <a:rPr lang="de-DE" b="1" dirty="0" err="1"/>
              <a:t>Maintain</a:t>
            </a:r>
            <a:r>
              <a:rPr lang="de-DE" b="1" dirty="0"/>
              <a:t> Communication Users</a:t>
            </a:r>
            <a:r>
              <a:rPr lang="de-DE" dirty="0"/>
              <a:t> </a:t>
            </a:r>
          </a:p>
          <a:p>
            <a:r>
              <a:rPr lang="de-DE" dirty="0"/>
              <a:t>Benutzernamen vergeben</a:t>
            </a:r>
          </a:p>
          <a:p>
            <a:r>
              <a:rPr lang="de-DE" dirty="0"/>
              <a:t>Starkes Passwort wählen</a:t>
            </a:r>
          </a:p>
          <a:p>
            <a:r>
              <a:rPr lang="de-DE" dirty="0"/>
              <a:t>Zertifikat hinterlegen</a:t>
            </a:r>
          </a:p>
        </p:txBody>
      </p:sp>
      <p:sp>
        <p:nvSpPr>
          <p:cNvPr id="9" name="Textfeld 8">
            <a:extLst>
              <a:ext uri="{FF2B5EF4-FFF2-40B4-BE49-F238E27FC236}">
                <a16:creationId xmlns:a16="http://schemas.microsoft.com/office/drawing/2014/main" id="{47865702-A3C7-1822-2D89-7892D84227BE}"/>
              </a:ext>
            </a:extLst>
          </p:cNvPr>
          <p:cNvSpPr txBox="1"/>
          <p:nvPr/>
        </p:nvSpPr>
        <p:spPr>
          <a:xfrm>
            <a:off x="838200" y="6308209"/>
            <a:ext cx="6568721" cy="369332"/>
          </a:xfrm>
          <a:prstGeom prst="rect">
            <a:avLst/>
          </a:prstGeom>
          <a:noFill/>
        </p:spPr>
        <p:txBody>
          <a:bodyPr wrap="none" rtlCol="0">
            <a:spAutoFit/>
          </a:bodyPr>
          <a:lstStyle/>
          <a:p>
            <a:r>
              <a:rPr lang="de-DE" dirty="0">
                <a:highlight>
                  <a:srgbClr val="FFFF00"/>
                </a:highlight>
              </a:rPr>
              <a:t>Communication User sind keine interaktiven Geschäftsbenutzer.</a:t>
            </a:r>
          </a:p>
        </p:txBody>
      </p:sp>
    </p:spTree>
    <p:extLst>
      <p:ext uri="{BB962C8B-B14F-4D97-AF65-F5344CB8AC3E}">
        <p14:creationId xmlns:p14="http://schemas.microsoft.com/office/powerpoint/2010/main" val="30951809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156D25-9165-6DA5-3F11-46927CFBA323}"/>
              </a:ext>
            </a:extLst>
          </p:cNvPr>
          <p:cNvSpPr>
            <a:spLocks noGrp="1"/>
          </p:cNvSpPr>
          <p:nvPr>
            <p:ph type="title"/>
          </p:nvPr>
        </p:nvSpPr>
        <p:spPr/>
        <p:txBody>
          <a:bodyPr/>
          <a:lstStyle/>
          <a:p>
            <a:r>
              <a:rPr lang="de-DE" dirty="0"/>
              <a:t>Communication System anlegen</a:t>
            </a:r>
          </a:p>
        </p:txBody>
      </p:sp>
      <p:pic>
        <p:nvPicPr>
          <p:cNvPr id="6" name="Inhaltsplatzhalter 5">
            <a:extLst>
              <a:ext uri="{FF2B5EF4-FFF2-40B4-BE49-F238E27FC236}">
                <a16:creationId xmlns:a16="http://schemas.microsoft.com/office/drawing/2014/main" id="{E54486B2-A5DA-BF38-1672-39FEC8DF2375}"/>
              </a:ext>
            </a:extLst>
          </p:cNvPr>
          <p:cNvPicPr>
            <a:picLocks noGrp="1" noChangeAspect="1"/>
          </p:cNvPicPr>
          <p:nvPr>
            <p:ph sz="half" idx="1"/>
          </p:nvPr>
        </p:nvPicPr>
        <p:blipFill>
          <a:blip r:embed="rId3"/>
          <a:stretch>
            <a:fillRect/>
          </a:stretch>
        </p:blipFill>
        <p:spPr>
          <a:xfrm>
            <a:off x="838200" y="2499879"/>
            <a:ext cx="5181600" cy="3002830"/>
          </a:xfrm>
          <a:prstGeom prst="rect">
            <a:avLst/>
          </a:prstGeom>
        </p:spPr>
      </p:pic>
      <p:sp>
        <p:nvSpPr>
          <p:cNvPr id="4" name="Inhaltsplatzhalter 3">
            <a:extLst>
              <a:ext uri="{FF2B5EF4-FFF2-40B4-BE49-F238E27FC236}">
                <a16:creationId xmlns:a16="http://schemas.microsoft.com/office/drawing/2014/main" id="{CAA106C3-E36C-575A-493C-02FDEAED65ED}"/>
              </a:ext>
            </a:extLst>
          </p:cNvPr>
          <p:cNvSpPr>
            <a:spLocks noGrp="1"/>
          </p:cNvSpPr>
          <p:nvPr>
            <p:ph sz="half" idx="2"/>
          </p:nvPr>
        </p:nvSpPr>
        <p:spPr/>
        <p:txBody>
          <a:bodyPr/>
          <a:lstStyle/>
          <a:p>
            <a:pPr marL="0" indent="0">
              <a:buNone/>
            </a:pPr>
            <a:r>
              <a:rPr lang="de-DE" dirty="0"/>
              <a:t>App </a:t>
            </a:r>
            <a:r>
              <a:rPr lang="de-DE" b="1" dirty="0"/>
              <a:t>Communication Systems</a:t>
            </a:r>
          </a:p>
          <a:p>
            <a:r>
              <a:rPr lang="de-DE" dirty="0"/>
              <a:t>System-ID und Systemname vergeben </a:t>
            </a:r>
          </a:p>
          <a:p>
            <a:r>
              <a:rPr lang="de-DE" dirty="0"/>
              <a:t>Host beziehungsweise Systeminformationen pflegen </a:t>
            </a:r>
          </a:p>
          <a:p>
            <a:r>
              <a:rPr lang="de-DE" dirty="0"/>
              <a:t>Inbound Communication User zuordnen </a:t>
            </a:r>
          </a:p>
          <a:p>
            <a:r>
              <a:rPr lang="de-DE" dirty="0"/>
              <a:t>Authentifizierung festlegen</a:t>
            </a:r>
          </a:p>
        </p:txBody>
      </p:sp>
    </p:spTree>
    <p:extLst>
      <p:ext uri="{BB962C8B-B14F-4D97-AF65-F5344CB8AC3E}">
        <p14:creationId xmlns:p14="http://schemas.microsoft.com/office/powerpoint/2010/main" val="8144776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388A16-C005-C2FE-414C-0B5A4371BC67}"/>
              </a:ext>
            </a:extLst>
          </p:cNvPr>
          <p:cNvSpPr>
            <a:spLocks noGrp="1"/>
          </p:cNvSpPr>
          <p:nvPr>
            <p:ph type="title"/>
          </p:nvPr>
        </p:nvSpPr>
        <p:spPr/>
        <p:txBody>
          <a:bodyPr/>
          <a:lstStyle/>
          <a:p>
            <a:r>
              <a:rPr lang="de-DE" dirty="0"/>
              <a:t>Communication Arrangement anlegen</a:t>
            </a:r>
          </a:p>
        </p:txBody>
      </p:sp>
      <p:sp>
        <p:nvSpPr>
          <p:cNvPr id="10" name="Textfeld 9">
            <a:extLst>
              <a:ext uri="{FF2B5EF4-FFF2-40B4-BE49-F238E27FC236}">
                <a16:creationId xmlns:a16="http://schemas.microsoft.com/office/drawing/2014/main" id="{D3D524A1-1CA1-92C9-A9A2-0EE382AC9EE5}"/>
              </a:ext>
            </a:extLst>
          </p:cNvPr>
          <p:cNvSpPr txBox="1"/>
          <p:nvPr/>
        </p:nvSpPr>
        <p:spPr>
          <a:xfrm>
            <a:off x="838200" y="6308209"/>
            <a:ext cx="9774407" cy="369332"/>
          </a:xfrm>
          <a:prstGeom prst="rect">
            <a:avLst/>
          </a:prstGeom>
          <a:noFill/>
        </p:spPr>
        <p:txBody>
          <a:bodyPr wrap="none" rtlCol="0">
            <a:spAutoFit/>
          </a:bodyPr>
          <a:lstStyle/>
          <a:p>
            <a:r>
              <a:rPr lang="de-DE" dirty="0">
                <a:highlight>
                  <a:srgbClr val="FFFF00"/>
                </a:highlight>
              </a:rPr>
              <a:t>Communication Arrangement verbindet Communication Scenario mit Communication System.</a:t>
            </a:r>
          </a:p>
        </p:txBody>
      </p:sp>
      <p:pic>
        <p:nvPicPr>
          <p:cNvPr id="7" name="Inhaltsplatzhalter 6">
            <a:extLst>
              <a:ext uri="{FF2B5EF4-FFF2-40B4-BE49-F238E27FC236}">
                <a16:creationId xmlns:a16="http://schemas.microsoft.com/office/drawing/2014/main" id="{EB20341D-2E70-D982-9512-1555B389C3D7}"/>
              </a:ext>
            </a:extLst>
          </p:cNvPr>
          <p:cNvPicPr>
            <a:picLocks noGrp="1" noChangeAspect="1"/>
          </p:cNvPicPr>
          <p:nvPr>
            <p:ph idx="1"/>
          </p:nvPr>
        </p:nvPicPr>
        <p:blipFill>
          <a:blip r:embed="rId3"/>
          <a:stretch>
            <a:fillRect/>
          </a:stretch>
        </p:blipFill>
        <p:spPr>
          <a:xfrm>
            <a:off x="1636228" y="1825625"/>
            <a:ext cx="8919543" cy="4351338"/>
          </a:xfrm>
          <a:prstGeom prst="rect">
            <a:avLst/>
          </a:prstGeom>
        </p:spPr>
      </p:pic>
    </p:spTree>
    <p:extLst>
      <p:ext uri="{BB962C8B-B14F-4D97-AF65-F5344CB8AC3E}">
        <p14:creationId xmlns:p14="http://schemas.microsoft.com/office/powerpoint/2010/main" val="36256807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1121EE-B6C0-9C12-CA29-DBD954A78549}"/>
              </a:ext>
            </a:extLst>
          </p:cNvPr>
          <p:cNvSpPr>
            <a:spLocks noGrp="1"/>
          </p:cNvSpPr>
          <p:nvPr>
            <p:ph type="title"/>
          </p:nvPr>
        </p:nvSpPr>
        <p:spPr/>
        <p:txBody>
          <a:bodyPr/>
          <a:lstStyle/>
          <a:p>
            <a:r>
              <a:rPr lang="de-DE" dirty="0"/>
              <a:t>Security Material anlegen und Adapter konfigurieren</a:t>
            </a:r>
          </a:p>
        </p:txBody>
      </p:sp>
      <p:sp>
        <p:nvSpPr>
          <p:cNvPr id="10" name="Textfeld 9">
            <a:extLst>
              <a:ext uri="{FF2B5EF4-FFF2-40B4-BE49-F238E27FC236}">
                <a16:creationId xmlns:a16="http://schemas.microsoft.com/office/drawing/2014/main" id="{FC8BF49E-B7E1-6A82-E085-017B9C278421}"/>
              </a:ext>
            </a:extLst>
          </p:cNvPr>
          <p:cNvSpPr txBox="1"/>
          <p:nvPr/>
        </p:nvSpPr>
        <p:spPr>
          <a:xfrm>
            <a:off x="838200" y="6308209"/>
            <a:ext cx="8705268" cy="369332"/>
          </a:xfrm>
          <a:prstGeom prst="rect">
            <a:avLst/>
          </a:prstGeom>
          <a:noFill/>
        </p:spPr>
        <p:txBody>
          <a:bodyPr wrap="none" rtlCol="0">
            <a:spAutoFit/>
          </a:bodyPr>
          <a:lstStyle/>
          <a:p>
            <a:r>
              <a:rPr lang="de-DE" dirty="0">
                <a:highlight>
                  <a:srgbClr val="FFFF00"/>
                </a:highlight>
              </a:rPr>
              <a:t>Authentifizierung, CSRF-Schutz und Nachrichtenformat sind drei getrennte Prüfungen.</a:t>
            </a:r>
          </a:p>
        </p:txBody>
      </p:sp>
      <p:pic>
        <p:nvPicPr>
          <p:cNvPr id="7" name="Inhaltsplatzhalter 6">
            <a:extLst>
              <a:ext uri="{FF2B5EF4-FFF2-40B4-BE49-F238E27FC236}">
                <a16:creationId xmlns:a16="http://schemas.microsoft.com/office/drawing/2014/main" id="{CF870BDD-8AAA-F3F5-E23B-E7DFC57084EA}"/>
              </a:ext>
            </a:extLst>
          </p:cNvPr>
          <p:cNvPicPr>
            <a:picLocks noGrp="1" noChangeAspect="1"/>
          </p:cNvPicPr>
          <p:nvPr>
            <p:ph sz="half" idx="2"/>
          </p:nvPr>
        </p:nvPicPr>
        <p:blipFill>
          <a:blip r:embed="rId3"/>
          <a:stretch>
            <a:fillRect/>
          </a:stretch>
        </p:blipFill>
        <p:spPr>
          <a:xfrm>
            <a:off x="6548128" y="2419923"/>
            <a:ext cx="4429743" cy="3162741"/>
          </a:xfrm>
          <a:prstGeom prst="rect">
            <a:avLst/>
          </a:prstGeom>
        </p:spPr>
      </p:pic>
      <p:pic>
        <p:nvPicPr>
          <p:cNvPr id="13" name="Inhaltsplatzhalter 12">
            <a:extLst>
              <a:ext uri="{FF2B5EF4-FFF2-40B4-BE49-F238E27FC236}">
                <a16:creationId xmlns:a16="http://schemas.microsoft.com/office/drawing/2014/main" id="{10137692-9DBE-1AC6-E77D-897BE8E1D416}"/>
              </a:ext>
            </a:extLst>
          </p:cNvPr>
          <p:cNvPicPr>
            <a:picLocks noGrp="1" noChangeAspect="1"/>
          </p:cNvPicPr>
          <p:nvPr>
            <p:ph sz="half" idx="1"/>
          </p:nvPr>
        </p:nvPicPr>
        <p:blipFill>
          <a:blip r:embed="rId4"/>
          <a:stretch>
            <a:fillRect/>
          </a:stretch>
        </p:blipFill>
        <p:spPr>
          <a:xfrm>
            <a:off x="838200" y="2437742"/>
            <a:ext cx="5181600" cy="3127103"/>
          </a:xfrm>
          <a:prstGeom prst="rect">
            <a:avLst/>
          </a:prstGeom>
        </p:spPr>
      </p:pic>
    </p:spTree>
    <p:extLst>
      <p:ext uri="{BB962C8B-B14F-4D97-AF65-F5344CB8AC3E}">
        <p14:creationId xmlns:p14="http://schemas.microsoft.com/office/powerpoint/2010/main" val="35833922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5072A722-76EF-C447-3A6B-792F6F20EE9A}"/>
              </a:ext>
            </a:extLst>
          </p:cNvPr>
          <p:cNvSpPr>
            <a:spLocks noGrp="1"/>
          </p:cNvSpPr>
          <p:nvPr>
            <p:ph type="title"/>
          </p:nvPr>
        </p:nvSpPr>
        <p:spPr/>
        <p:txBody>
          <a:bodyPr/>
          <a:lstStyle/>
          <a:p>
            <a:r>
              <a:rPr lang="de-DE" dirty="0"/>
              <a:t>Wo scheitert der Aufruf?</a:t>
            </a:r>
          </a:p>
        </p:txBody>
      </p:sp>
      <p:graphicFrame>
        <p:nvGraphicFramePr>
          <p:cNvPr id="8" name="Inhaltsplatzhalter 7">
            <a:extLst>
              <a:ext uri="{FF2B5EF4-FFF2-40B4-BE49-F238E27FC236}">
                <a16:creationId xmlns:a16="http://schemas.microsoft.com/office/drawing/2014/main" id="{CA0532A3-72B3-DD89-70D5-78AF6DD99C41}"/>
              </a:ext>
            </a:extLst>
          </p:cNvPr>
          <p:cNvGraphicFramePr>
            <a:graphicFrameLocks noGrp="1"/>
          </p:cNvGraphicFramePr>
          <p:nvPr>
            <p:ph idx="1"/>
            <p:extLst>
              <p:ext uri="{D42A27DB-BD31-4B8C-83A1-F6EECF244321}">
                <p14:modId xmlns:p14="http://schemas.microsoft.com/office/powerpoint/2010/main" val="352866639"/>
              </p:ext>
            </p:extLst>
          </p:nvPr>
        </p:nvGraphicFramePr>
        <p:xfrm>
          <a:off x="838200" y="1825625"/>
          <a:ext cx="10515597" cy="29667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500360196"/>
                    </a:ext>
                  </a:extLst>
                </a:gridCol>
                <a:gridCol w="3505199">
                  <a:extLst>
                    <a:ext uri="{9D8B030D-6E8A-4147-A177-3AD203B41FA5}">
                      <a16:colId xmlns:a16="http://schemas.microsoft.com/office/drawing/2014/main" val="584070917"/>
                    </a:ext>
                  </a:extLst>
                </a:gridCol>
                <a:gridCol w="3505199">
                  <a:extLst>
                    <a:ext uri="{9D8B030D-6E8A-4147-A177-3AD203B41FA5}">
                      <a16:colId xmlns:a16="http://schemas.microsoft.com/office/drawing/2014/main" val="365813170"/>
                    </a:ext>
                  </a:extLst>
                </a:gridCol>
              </a:tblGrid>
              <a:tr h="370840">
                <a:tc>
                  <a:txBody>
                    <a:bodyPr/>
                    <a:lstStyle/>
                    <a:p>
                      <a:r>
                        <a:rPr lang="de-DE" dirty="0"/>
                        <a:t>Station</a:t>
                      </a:r>
                    </a:p>
                  </a:txBody>
                  <a:tcPr/>
                </a:tc>
                <a:tc>
                  <a:txBody>
                    <a:bodyPr/>
                    <a:lstStyle/>
                    <a:p>
                      <a:r>
                        <a:rPr lang="de-DE" dirty="0"/>
                        <a:t>Typisches Problem</a:t>
                      </a:r>
                    </a:p>
                  </a:txBody>
                  <a:tcPr/>
                </a:tc>
                <a:tc>
                  <a:txBody>
                    <a:bodyPr/>
                    <a:lstStyle/>
                    <a:p>
                      <a:r>
                        <a:rPr lang="de-DE" dirty="0"/>
                        <a:t>Prüfung</a:t>
                      </a:r>
                    </a:p>
                  </a:txBody>
                  <a:tcPr/>
                </a:tc>
                <a:extLst>
                  <a:ext uri="{0D108BD9-81ED-4DB2-BD59-A6C34878D82A}">
                    <a16:rowId xmlns:a16="http://schemas.microsoft.com/office/drawing/2014/main" val="2775812138"/>
                  </a:ext>
                </a:extLst>
              </a:tr>
              <a:tr h="370840">
                <a:tc>
                  <a:txBody>
                    <a:bodyPr/>
                    <a:lstStyle/>
                    <a:p>
                      <a:r>
                        <a:rPr lang="de-DE" dirty="0"/>
                        <a:t>Integration Suite </a:t>
                      </a:r>
                      <a:r>
                        <a:rPr lang="de-DE" dirty="0" err="1"/>
                        <a:t>Subscription</a:t>
                      </a:r>
                      <a:endParaRPr lang="de-DE" dirty="0"/>
                    </a:p>
                  </a:txBody>
                  <a:tcPr/>
                </a:tc>
                <a:tc>
                  <a:txBody>
                    <a:bodyPr/>
                    <a:lstStyle/>
                    <a:p>
                      <a:r>
                        <a:rPr lang="de-DE" dirty="0" err="1"/>
                        <a:t>Capability</a:t>
                      </a:r>
                      <a:r>
                        <a:rPr lang="de-DE" dirty="0"/>
                        <a:t> fehlt</a:t>
                      </a:r>
                    </a:p>
                  </a:txBody>
                  <a:tcPr/>
                </a:tc>
                <a:tc>
                  <a:txBody>
                    <a:bodyPr/>
                    <a:lstStyle/>
                    <a:p>
                      <a:r>
                        <a:rPr lang="de-DE" dirty="0"/>
                        <a:t>Aktivierungsstatus</a:t>
                      </a:r>
                    </a:p>
                  </a:txBody>
                  <a:tcPr/>
                </a:tc>
                <a:extLst>
                  <a:ext uri="{0D108BD9-81ED-4DB2-BD59-A6C34878D82A}">
                    <a16:rowId xmlns:a16="http://schemas.microsoft.com/office/drawing/2014/main" val="3723065904"/>
                  </a:ext>
                </a:extLst>
              </a:tr>
              <a:tr h="370840">
                <a:tc>
                  <a:txBody>
                    <a:bodyPr/>
                    <a:lstStyle/>
                    <a:p>
                      <a:r>
                        <a:rPr lang="de-DE" dirty="0"/>
                        <a:t>HTTP-Senderadapter</a:t>
                      </a:r>
                    </a:p>
                  </a:txBody>
                  <a:tcPr/>
                </a:tc>
                <a:tc>
                  <a:txBody>
                    <a:bodyPr/>
                    <a:lstStyle/>
                    <a:p>
                      <a:r>
                        <a:rPr lang="de-DE" dirty="0"/>
                        <a:t>Rolle passt nicht</a:t>
                      </a:r>
                    </a:p>
                  </a:txBody>
                  <a:tcPr/>
                </a:tc>
                <a:tc>
                  <a:txBody>
                    <a:bodyPr/>
                    <a:lstStyle/>
                    <a:p>
                      <a:r>
                        <a:rPr lang="de-DE" dirty="0"/>
                        <a:t>Senderrolle, Service-Instanz</a:t>
                      </a:r>
                    </a:p>
                  </a:txBody>
                  <a:tcPr/>
                </a:tc>
                <a:extLst>
                  <a:ext uri="{0D108BD9-81ED-4DB2-BD59-A6C34878D82A}">
                    <a16:rowId xmlns:a16="http://schemas.microsoft.com/office/drawing/2014/main" val="4147553712"/>
                  </a:ext>
                </a:extLst>
              </a:tr>
              <a:tr h="370840">
                <a:tc>
                  <a:txBody>
                    <a:bodyPr/>
                    <a:lstStyle/>
                    <a:p>
                      <a:r>
                        <a:rPr lang="de-DE" dirty="0"/>
                        <a:t>Sender</a:t>
                      </a:r>
                    </a:p>
                  </a:txBody>
                  <a:tcPr/>
                </a:tc>
                <a:tc>
                  <a:txBody>
                    <a:bodyPr/>
                    <a:lstStyle/>
                    <a:p>
                      <a:r>
                        <a:rPr lang="de-DE" dirty="0"/>
                        <a:t>Falsche Zugangsdaten</a:t>
                      </a:r>
                    </a:p>
                  </a:txBody>
                  <a:tcPr/>
                </a:tc>
                <a:tc>
                  <a:txBody>
                    <a:bodyPr/>
                    <a:lstStyle/>
                    <a:p>
                      <a:r>
                        <a:rPr lang="de-DE" dirty="0"/>
                        <a:t>Service Key</a:t>
                      </a:r>
                    </a:p>
                  </a:txBody>
                  <a:tcPr/>
                </a:tc>
                <a:extLst>
                  <a:ext uri="{0D108BD9-81ED-4DB2-BD59-A6C34878D82A}">
                    <a16:rowId xmlns:a16="http://schemas.microsoft.com/office/drawing/2014/main" val="159515851"/>
                  </a:ext>
                </a:extLst>
              </a:tr>
              <a:tr h="370840">
                <a:tc>
                  <a:txBody>
                    <a:bodyPr/>
                    <a:lstStyle/>
                    <a:p>
                      <a:r>
                        <a:rPr lang="de-DE" dirty="0"/>
                        <a:t>Communication Arrangement</a:t>
                      </a:r>
                    </a:p>
                  </a:txBody>
                  <a:tcPr/>
                </a:tc>
                <a:tc>
                  <a:txBody>
                    <a:bodyPr/>
                    <a:lstStyle/>
                    <a:p>
                      <a:r>
                        <a:rPr lang="de-DE" dirty="0"/>
                        <a:t>Service nicht freigegeben</a:t>
                      </a:r>
                    </a:p>
                  </a:txBody>
                  <a:tcPr/>
                </a:tc>
                <a:tc>
                  <a:txBody>
                    <a:bodyPr/>
                    <a:lstStyle/>
                    <a:p>
                      <a:r>
                        <a:rPr lang="de-DE" dirty="0"/>
                        <a:t>Inbound Service</a:t>
                      </a:r>
                    </a:p>
                  </a:txBody>
                  <a:tcPr/>
                </a:tc>
                <a:extLst>
                  <a:ext uri="{0D108BD9-81ED-4DB2-BD59-A6C34878D82A}">
                    <a16:rowId xmlns:a16="http://schemas.microsoft.com/office/drawing/2014/main" val="1186906532"/>
                  </a:ext>
                </a:extLst>
              </a:tr>
              <a:tr h="370840">
                <a:tc>
                  <a:txBody>
                    <a:bodyPr/>
                    <a:lstStyle/>
                    <a:p>
                      <a:r>
                        <a:rPr lang="de-DE" dirty="0"/>
                        <a:t>ABAP-System</a:t>
                      </a:r>
                    </a:p>
                  </a:txBody>
                  <a:tcPr/>
                </a:tc>
                <a:tc>
                  <a:txBody>
                    <a:bodyPr/>
                    <a:lstStyle/>
                    <a:p>
                      <a:r>
                        <a:rPr lang="de-DE" dirty="0"/>
                        <a:t>Benutzer nicht berechtigt</a:t>
                      </a:r>
                    </a:p>
                  </a:txBody>
                  <a:tcPr/>
                </a:tc>
                <a:tc>
                  <a:txBody>
                    <a:bodyPr/>
                    <a:lstStyle/>
                    <a:p>
                      <a:r>
                        <a:rPr lang="de-DE" dirty="0"/>
                        <a:t>Communication User/System</a:t>
                      </a:r>
                    </a:p>
                  </a:txBody>
                  <a:tcPr/>
                </a:tc>
                <a:extLst>
                  <a:ext uri="{0D108BD9-81ED-4DB2-BD59-A6C34878D82A}">
                    <a16:rowId xmlns:a16="http://schemas.microsoft.com/office/drawing/2014/main" val="3903400373"/>
                  </a:ext>
                </a:extLst>
              </a:tr>
              <a:tr h="370840">
                <a:tc>
                  <a:txBody>
                    <a:bodyPr/>
                    <a:lstStyle/>
                    <a:p>
                      <a:r>
                        <a:rPr lang="de-DE" dirty="0" err="1"/>
                        <a:t>Odata</a:t>
                      </a:r>
                      <a:r>
                        <a:rPr lang="de-DE" dirty="0"/>
                        <a:t> POST</a:t>
                      </a:r>
                    </a:p>
                  </a:txBody>
                  <a:tcPr/>
                </a:tc>
                <a:tc>
                  <a:txBody>
                    <a:bodyPr/>
                    <a:lstStyle/>
                    <a:p>
                      <a:r>
                        <a:rPr lang="de-DE" dirty="0"/>
                        <a:t>CSRF-Prüfung</a:t>
                      </a:r>
                    </a:p>
                  </a:txBody>
                  <a:tcPr/>
                </a:tc>
                <a:tc>
                  <a:txBody>
                    <a:bodyPr/>
                    <a:lstStyle/>
                    <a:p>
                      <a:r>
                        <a:rPr lang="de-DE" dirty="0"/>
                        <a:t>Adapter und Trace</a:t>
                      </a:r>
                    </a:p>
                  </a:txBody>
                  <a:tcPr/>
                </a:tc>
                <a:extLst>
                  <a:ext uri="{0D108BD9-81ED-4DB2-BD59-A6C34878D82A}">
                    <a16:rowId xmlns:a16="http://schemas.microsoft.com/office/drawing/2014/main" val="2653193377"/>
                  </a:ext>
                </a:extLst>
              </a:tr>
              <a:tr h="370840">
                <a:tc>
                  <a:txBody>
                    <a:bodyPr/>
                    <a:lstStyle/>
                    <a:p>
                      <a:r>
                        <a:rPr lang="de-DE" dirty="0"/>
                        <a:t>Nachrichtenverarbeitung</a:t>
                      </a:r>
                    </a:p>
                  </a:txBody>
                  <a:tcPr/>
                </a:tc>
                <a:tc>
                  <a:txBody>
                    <a:bodyPr/>
                    <a:lstStyle/>
                    <a:p>
                      <a:r>
                        <a:rPr lang="de-DE" dirty="0"/>
                        <a:t>Falsches Format</a:t>
                      </a:r>
                    </a:p>
                  </a:txBody>
                  <a:tcPr/>
                </a:tc>
                <a:tc>
                  <a:txBody>
                    <a:bodyPr/>
                    <a:lstStyle/>
                    <a:p>
                      <a:r>
                        <a:rPr lang="de-DE" dirty="0"/>
                        <a:t>Payload vor dem Receiver</a:t>
                      </a:r>
                    </a:p>
                  </a:txBody>
                  <a:tcPr/>
                </a:tc>
                <a:extLst>
                  <a:ext uri="{0D108BD9-81ED-4DB2-BD59-A6C34878D82A}">
                    <a16:rowId xmlns:a16="http://schemas.microsoft.com/office/drawing/2014/main" val="3805538537"/>
                  </a:ext>
                </a:extLst>
              </a:tr>
            </a:tbl>
          </a:graphicData>
        </a:graphic>
      </p:graphicFrame>
    </p:spTree>
    <p:extLst>
      <p:ext uri="{BB962C8B-B14F-4D97-AF65-F5344CB8AC3E}">
        <p14:creationId xmlns:p14="http://schemas.microsoft.com/office/powerpoint/2010/main" val="18517233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F6B1C0-6498-9094-D941-19528FEE3EE4}"/>
              </a:ext>
            </a:extLst>
          </p:cNvPr>
          <p:cNvSpPr>
            <a:spLocks noGrp="1"/>
          </p:cNvSpPr>
          <p:nvPr>
            <p:ph type="title"/>
          </p:nvPr>
        </p:nvSpPr>
        <p:spPr/>
        <p:txBody>
          <a:bodyPr/>
          <a:lstStyle/>
          <a:p>
            <a:r>
              <a:rPr lang="de-DE" dirty="0"/>
              <a:t>Ressourcen</a:t>
            </a:r>
          </a:p>
        </p:txBody>
      </p:sp>
      <p:sp>
        <p:nvSpPr>
          <p:cNvPr id="3" name="Inhaltsplatzhalter 2">
            <a:extLst>
              <a:ext uri="{FF2B5EF4-FFF2-40B4-BE49-F238E27FC236}">
                <a16:creationId xmlns:a16="http://schemas.microsoft.com/office/drawing/2014/main" id="{414A8D02-C361-E8AE-D92B-53E118F8360A}"/>
              </a:ext>
            </a:extLst>
          </p:cNvPr>
          <p:cNvSpPr>
            <a:spLocks noGrp="1"/>
          </p:cNvSpPr>
          <p:nvPr>
            <p:ph idx="1"/>
          </p:nvPr>
        </p:nvSpPr>
        <p:spPr/>
        <p:txBody>
          <a:bodyPr>
            <a:normAutofit fontScale="92500" lnSpcReduction="10000"/>
          </a:bodyPr>
          <a:lstStyle/>
          <a:p>
            <a:pPr marL="0" indent="0">
              <a:buNone/>
            </a:pPr>
            <a:r>
              <a:rPr lang="de-DE" sz="1600" dirty="0">
                <a:hlinkClick r:id="rId3"/>
              </a:rPr>
              <a:t>https://www.rheinwerk-verlag.de/sap-business-technology-platform/</a:t>
            </a:r>
            <a:endParaRPr lang="de-DE" sz="1600" dirty="0"/>
          </a:p>
          <a:p>
            <a:pPr marL="0" indent="0">
              <a:buNone/>
            </a:pPr>
            <a:r>
              <a:rPr lang="de-DE" sz="1600" dirty="0">
                <a:hlinkClick r:id="rId4"/>
              </a:rPr>
              <a:t>https://www.rheinwerk-verlag.de/sap-integration-suite-das-praxishandbuch/</a:t>
            </a:r>
            <a:endParaRPr lang="de-DE" sz="1600" dirty="0"/>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endParaRPr lang="de-DE" sz="1600" dirty="0">
              <a:hlinkClick r:id="rId5"/>
            </a:endParaRPr>
          </a:p>
          <a:p>
            <a:pPr marL="0" indent="0">
              <a:buNone/>
            </a:pPr>
            <a:r>
              <a:rPr lang="de-DE" sz="1600" dirty="0">
                <a:hlinkClick r:id="rId5"/>
              </a:rPr>
              <a:t>https://learning.sap.com/courses/sap-cloud-platform-integration-service-overview</a:t>
            </a:r>
            <a:endParaRPr lang="de-DE" sz="1600" dirty="0"/>
          </a:p>
          <a:p>
            <a:pPr marL="0" indent="0">
              <a:buNone/>
            </a:pPr>
            <a:r>
              <a:rPr lang="de-DE" sz="1600" dirty="0">
                <a:hlinkClick r:id="rId6"/>
              </a:rPr>
              <a:t>https://training.sap.com/course/cld900</a:t>
            </a:r>
            <a:endParaRPr lang="de-DE" sz="1600" dirty="0"/>
          </a:p>
          <a:p>
            <a:pPr marL="0" indent="0">
              <a:buNone/>
            </a:pPr>
            <a:r>
              <a:rPr lang="de-DE" sz="1600" dirty="0">
                <a:hlinkClick r:id="rId7"/>
              </a:rPr>
              <a:t>https://help.sap.com/docs/cloud-integration/sap-cloud-integration/sap-cloud-integration</a:t>
            </a:r>
            <a:r>
              <a:rPr lang="de-DE" sz="1600" dirty="0"/>
              <a:t>	</a:t>
            </a:r>
          </a:p>
          <a:p>
            <a:pPr marL="0" indent="0">
              <a:buNone/>
            </a:pPr>
            <a:endParaRPr lang="de-DE" sz="1600" dirty="0"/>
          </a:p>
          <a:p>
            <a:pPr marL="0" indent="0">
              <a:buNone/>
            </a:pPr>
            <a:endParaRPr lang="de-DE" sz="1600" dirty="0"/>
          </a:p>
          <a:p>
            <a:pPr marL="0" indent="0">
              <a:buNone/>
            </a:pPr>
            <a:endParaRPr lang="de-DE" sz="1600" dirty="0"/>
          </a:p>
          <a:p>
            <a:pPr marL="0" indent="0">
              <a:buNone/>
            </a:pPr>
            <a:endParaRPr lang="de-DE" sz="1600" dirty="0"/>
          </a:p>
        </p:txBody>
      </p:sp>
      <p:pic>
        <p:nvPicPr>
          <p:cNvPr id="4" name="Grafik 3" descr="Cover von SAP Integration Suite">
            <a:extLst>
              <a:ext uri="{FF2B5EF4-FFF2-40B4-BE49-F238E27FC236}">
                <a16:creationId xmlns:a16="http://schemas.microsoft.com/office/drawing/2014/main" id="{D0138AAC-BA09-28B4-80F1-05371A100AC0}"/>
              </a:ext>
            </a:extLst>
          </p:cNvPr>
          <p:cNvPicPr>
            <a:picLocks noChangeAspect="1"/>
          </p:cNvPicPr>
          <p:nvPr/>
        </p:nvPicPr>
        <p:blipFill>
          <a:blip r:embed="rId8"/>
          <a:stretch>
            <a:fillRect/>
          </a:stretch>
        </p:blipFill>
        <p:spPr>
          <a:xfrm>
            <a:off x="3924300" y="2458422"/>
            <a:ext cx="3095625" cy="2543175"/>
          </a:xfrm>
          <a:prstGeom prst="rect">
            <a:avLst/>
          </a:prstGeom>
        </p:spPr>
      </p:pic>
      <p:pic>
        <p:nvPicPr>
          <p:cNvPr id="5" name="Grafik 4" descr="Cover von SAP Business Technology Platform">
            <a:extLst>
              <a:ext uri="{FF2B5EF4-FFF2-40B4-BE49-F238E27FC236}">
                <a16:creationId xmlns:a16="http://schemas.microsoft.com/office/drawing/2014/main" id="{BFB05B43-0033-C353-2311-B4897A98D9A1}"/>
              </a:ext>
            </a:extLst>
          </p:cNvPr>
          <p:cNvPicPr>
            <a:picLocks noChangeAspect="1"/>
          </p:cNvPicPr>
          <p:nvPr/>
        </p:nvPicPr>
        <p:blipFill>
          <a:blip r:embed="rId9"/>
          <a:stretch>
            <a:fillRect/>
          </a:stretch>
        </p:blipFill>
        <p:spPr>
          <a:xfrm>
            <a:off x="357187" y="2458421"/>
            <a:ext cx="3095625" cy="2543175"/>
          </a:xfrm>
          <a:prstGeom prst="rect">
            <a:avLst/>
          </a:prstGeom>
        </p:spPr>
      </p:pic>
    </p:spTree>
    <p:extLst>
      <p:ext uri="{BB962C8B-B14F-4D97-AF65-F5344CB8AC3E}">
        <p14:creationId xmlns:p14="http://schemas.microsoft.com/office/powerpoint/2010/main" val="1053560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802ED7-909F-E61F-4A08-6D4B936DB953}"/>
              </a:ext>
            </a:extLst>
          </p:cNvPr>
          <p:cNvSpPr>
            <a:spLocks noGrp="1"/>
          </p:cNvSpPr>
          <p:nvPr>
            <p:ph type="title"/>
          </p:nvPr>
        </p:nvSpPr>
        <p:spPr/>
        <p:txBody>
          <a:bodyPr anchor="b">
            <a:normAutofit/>
          </a:bodyPr>
          <a:lstStyle/>
          <a:p>
            <a:r>
              <a:rPr lang="de-DE" sz="3600" dirty="0"/>
              <a:t>Ressourcen: GitHub-Repository zur Veranstaltung</a:t>
            </a:r>
          </a:p>
        </p:txBody>
      </p:sp>
      <p:sp>
        <p:nvSpPr>
          <p:cNvPr id="3" name="Inhaltsplatzhalter 2">
            <a:extLst>
              <a:ext uri="{FF2B5EF4-FFF2-40B4-BE49-F238E27FC236}">
                <a16:creationId xmlns:a16="http://schemas.microsoft.com/office/drawing/2014/main" id="{9B7F34D7-59AD-384C-9508-3FF4807BDAED}"/>
              </a:ext>
            </a:extLst>
          </p:cNvPr>
          <p:cNvSpPr>
            <a:spLocks noGrp="1"/>
          </p:cNvSpPr>
          <p:nvPr>
            <p:ph idx="1"/>
          </p:nvPr>
        </p:nvSpPr>
        <p:spPr/>
        <p:txBody>
          <a:bodyPr anchor="b">
            <a:normAutofit/>
          </a:bodyPr>
          <a:lstStyle/>
          <a:p>
            <a:pPr marL="0" indent="0" algn="r">
              <a:buNone/>
            </a:pPr>
            <a:r>
              <a:rPr lang="de-DE" sz="2000" dirty="0">
                <a:hlinkClick r:id="rId3"/>
              </a:rPr>
              <a:t>https://github.com/MichaelWegelin/btp-integration-suite-workshop</a:t>
            </a:r>
            <a:r>
              <a:rPr lang="de-DE" sz="2000" dirty="0"/>
              <a:t> </a:t>
            </a:r>
          </a:p>
        </p:txBody>
      </p:sp>
      <p:pic>
        <p:nvPicPr>
          <p:cNvPr id="6" name="Grafik 5">
            <a:extLst>
              <a:ext uri="{FF2B5EF4-FFF2-40B4-BE49-F238E27FC236}">
                <a16:creationId xmlns:a16="http://schemas.microsoft.com/office/drawing/2014/main" id="{62C87CBB-230E-0DDD-8A96-AB7E573FD22D}"/>
              </a:ext>
            </a:extLst>
          </p:cNvPr>
          <p:cNvPicPr>
            <a:picLocks noChangeAspect="1"/>
          </p:cNvPicPr>
          <p:nvPr/>
        </p:nvPicPr>
        <p:blipFill>
          <a:blip r:embed="rId4"/>
          <a:stretch>
            <a:fillRect/>
          </a:stretch>
        </p:blipFill>
        <p:spPr>
          <a:xfrm>
            <a:off x="838200" y="1825625"/>
            <a:ext cx="7849695" cy="3991532"/>
          </a:xfrm>
          <a:prstGeom prst="rect">
            <a:avLst/>
          </a:prstGeom>
        </p:spPr>
      </p:pic>
    </p:spTree>
    <p:extLst>
      <p:ext uri="{BB962C8B-B14F-4D97-AF65-F5344CB8AC3E}">
        <p14:creationId xmlns:p14="http://schemas.microsoft.com/office/powerpoint/2010/main" val="368506149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11195</Words>
  <Application>Microsoft Office PowerPoint</Application>
  <PresentationFormat>Breitbild</PresentationFormat>
  <Paragraphs>1510</Paragraphs>
  <Slides>65</Slides>
  <Notes>53</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65</vt:i4>
      </vt:variant>
    </vt:vector>
  </HeadingPairs>
  <TitlesOfParts>
    <vt:vector size="70" baseType="lpstr">
      <vt:lpstr>Aptos</vt:lpstr>
      <vt:lpstr>Aptos Display</vt:lpstr>
      <vt:lpstr>Arial</vt:lpstr>
      <vt:lpstr>Courier New</vt:lpstr>
      <vt:lpstr>Office</vt:lpstr>
      <vt:lpstr>Die SAP Integration Suite</vt:lpstr>
      <vt:lpstr>Agenda</vt:lpstr>
      <vt:lpstr>Integrationsprobleme</vt:lpstr>
      <vt:lpstr>Integration Suite</vt:lpstr>
      <vt:lpstr>Komponenten der Integration Suite</vt:lpstr>
      <vt:lpstr>Bereitstellung</vt:lpstr>
      <vt:lpstr>Integration Flows</vt:lpstr>
      <vt:lpstr>Beispielszenario</vt:lpstr>
      <vt:lpstr>Erster Integration Flow</vt:lpstr>
      <vt:lpstr>HTTPS Sender</vt:lpstr>
      <vt:lpstr>Bereitstellung</vt:lpstr>
      <vt:lpstr>Überwachung</vt:lpstr>
      <vt:lpstr>Aufbau einer Nachricht</vt:lpstr>
      <vt:lpstr>Security Material</vt:lpstr>
      <vt:lpstr>Empfänger</vt:lpstr>
      <vt:lpstr>OData Adapter</vt:lpstr>
      <vt:lpstr>Was geschieht im Integration Flow?</vt:lpstr>
      <vt:lpstr>Eine Information, verschiedene Formate</vt:lpstr>
      <vt:lpstr>Converter oder Mapping?</vt:lpstr>
      <vt:lpstr> Bausteine der Nachrichtenverarbeitung</vt:lpstr>
      <vt:lpstr>JSON für den OData-Adapter konvertieren</vt:lpstr>
      <vt:lpstr>Mappings</vt:lpstr>
      <vt:lpstr>Sender und Empfänger verwenden unterschiedliche Datenmodelle</vt:lpstr>
      <vt:lpstr>Das Message Mapping verbindet Quell- und Zielstruktur</vt:lpstr>
      <vt:lpstr>Mappings können Werte übernehmen, erzeugen und verändern</vt:lpstr>
      <vt:lpstr>Value Mapping übersetzt die Codes verschiedener Systeme</vt:lpstr>
      <vt:lpstr>Die einfachste geeignete Mapping-Technik ist meist die beste</vt:lpstr>
      <vt:lpstr>Das Webshop-Modell auf das OData-Modell abbilden</vt:lpstr>
      <vt:lpstr>Enterprise Integration Patterns</vt:lpstr>
      <vt:lpstr>Wiederkehrende Integrationsprobleme</vt:lpstr>
      <vt:lpstr>Patterns und Integration-Suite-Bausteine</vt:lpstr>
      <vt:lpstr>Content Modifier</vt:lpstr>
      <vt:lpstr>Content-Based Router</vt:lpstr>
      <vt:lpstr>Multicast</vt:lpstr>
      <vt:lpstr>Splitter</vt:lpstr>
      <vt:lpstr>Exception Subprocess</vt:lpstr>
      <vt:lpstr>Aufträge abhängig vom Betrag routen</vt:lpstr>
      <vt:lpstr>Integration Packages</vt:lpstr>
      <vt:lpstr>Das Integration Package als fachliche Klammer</vt:lpstr>
      <vt:lpstr>Artefakte und Ressourcen unterscheiden</vt:lpstr>
      <vt:lpstr>Eigene Packages sauber strukturieren</vt:lpstr>
      <vt:lpstr>Vorgefertigte Integrationsinhalte entdecken</vt:lpstr>
      <vt:lpstr>Vom Katalog zum laufenden Integration Flow</vt:lpstr>
      <vt:lpstr>Vorgefertigter Inhalt oder Eigenentwicklung?</vt:lpstr>
      <vt:lpstr>Ein Package aus Discover übernehmen</vt:lpstr>
      <vt:lpstr>Vom Endpunkt zur wartbaren Integrationslösung</vt:lpstr>
      <vt:lpstr>Anhang 1 Vom BTP-Subaccount zum aufrufbaren Integration Flow</vt:lpstr>
      <vt:lpstr>Integration Suite bereitstellen und eingehende Kommunikation konfigurieren </vt:lpstr>
      <vt:lpstr>Entitlements hinzufügen</vt:lpstr>
      <vt:lpstr>Subskription anlegen</vt:lpstr>
      <vt:lpstr>Capability „Build Integration Scenarios“ aktivieren</vt:lpstr>
      <vt:lpstr>Entwickler und Administratoren berechtigen</vt:lpstr>
      <vt:lpstr>Senderrolle festlegen</vt:lpstr>
      <vt:lpstr>Technische Zugangsdaten anlegen</vt:lpstr>
      <vt:lpstr>Integration Flow mit Postman aufrufen</vt:lpstr>
      <vt:lpstr>Anhang 2 Vom Integration Flow zum geschützten ABAP-Service</vt:lpstr>
      <vt:lpstr>OData-Service bereitstellen</vt:lpstr>
      <vt:lpstr>Communication Scenario entwickeln</vt:lpstr>
      <vt:lpstr>Communication User anlegen</vt:lpstr>
      <vt:lpstr>Communication System anlegen</vt:lpstr>
      <vt:lpstr>Communication Arrangement anlegen</vt:lpstr>
      <vt:lpstr>Security Material anlegen und Adapter konfigurieren</vt:lpstr>
      <vt:lpstr>Wo scheitert der Aufruf?</vt:lpstr>
      <vt:lpstr>Ressourcen</vt:lpstr>
      <vt:lpstr>Ressourcen: GitHub-Repository zur Veranstaltung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Wegelin</dc:creator>
  <cp:lastModifiedBy>Michael Wegelin</cp:lastModifiedBy>
  <cp:revision>1</cp:revision>
  <dcterms:created xsi:type="dcterms:W3CDTF">2025-04-11T06:58:28Z</dcterms:created>
  <dcterms:modified xsi:type="dcterms:W3CDTF">2026-07-18T18:27:13Z</dcterms:modified>
</cp:coreProperties>
</file>