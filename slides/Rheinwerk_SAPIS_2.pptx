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6"/>
  </p:notesMasterIdLst>
  <p:sldIdLst>
    <p:sldId id="256" r:id="rId2"/>
    <p:sldId id="257" r:id="rId3"/>
    <p:sldId id="333" r:id="rId4"/>
    <p:sldId id="334" r:id="rId5"/>
    <p:sldId id="335" r:id="rId6"/>
    <p:sldId id="336" r:id="rId7"/>
    <p:sldId id="337" r:id="rId8"/>
    <p:sldId id="490" r:id="rId9"/>
    <p:sldId id="351" r:id="rId10"/>
    <p:sldId id="342" r:id="rId11"/>
    <p:sldId id="343" r:id="rId12"/>
    <p:sldId id="344" r:id="rId13"/>
    <p:sldId id="345" r:id="rId14"/>
    <p:sldId id="346" r:id="rId15"/>
    <p:sldId id="347" r:id="rId16"/>
    <p:sldId id="348" r:id="rId17"/>
    <p:sldId id="491" r:id="rId18"/>
    <p:sldId id="353" r:id="rId19"/>
    <p:sldId id="381" r:id="rId20"/>
    <p:sldId id="357" r:id="rId21"/>
    <p:sldId id="355" r:id="rId22"/>
    <p:sldId id="358" r:id="rId23"/>
    <p:sldId id="383" r:id="rId24"/>
    <p:sldId id="384" r:id="rId25"/>
    <p:sldId id="492" r:id="rId26"/>
    <p:sldId id="362" r:id="rId27"/>
    <p:sldId id="364" r:id="rId28"/>
    <p:sldId id="365" r:id="rId29"/>
    <p:sldId id="368" r:id="rId30"/>
    <p:sldId id="369" r:id="rId31"/>
    <p:sldId id="370" r:id="rId32"/>
    <p:sldId id="389" r:id="rId33"/>
    <p:sldId id="391" r:id="rId34"/>
    <p:sldId id="392" r:id="rId35"/>
    <p:sldId id="493" r:id="rId36"/>
    <p:sldId id="371" r:id="rId37"/>
    <p:sldId id="373" r:id="rId38"/>
    <p:sldId id="372" r:id="rId39"/>
    <p:sldId id="375" r:id="rId40"/>
    <p:sldId id="378" r:id="rId41"/>
    <p:sldId id="379" r:id="rId42"/>
    <p:sldId id="394" r:id="rId43"/>
    <p:sldId id="395" r:id="rId44"/>
    <p:sldId id="396" r:id="rId45"/>
    <p:sldId id="397" r:id="rId46"/>
    <p:sldId id="401" r:id="rId47"/>
    <p:sldId id="406" r:id="rId48"/>
    <p:sldId id="407" r:id="rId49"/>
    <p:sldId id="399" r:id="rId50"/>
    <p:sldId id="494" r:id="rId51"/>
    <p:sldId id="408" r:id="rId52"/>
    <p:sldId id="409" r:id="rId53"/>
    <p:sldId id="410" r:id="rId54"/>
    <p:sldId id="411" r:id="rId55"/>
    <p:sldId id="412" r:id="rId56"/>
    <p:sldId id="413" r:id="rId57"/>
    <p:sldId id="416" r:id="rId58"/>
    <p:sldId id="418" r:id="rId59"/>
    <p:sldId id="422" r:id="rId60"/>
    <p:sldId id="423" r:id="rId61"/>
    <p:sldId id="424" r:id="rId62"/>
    <p:sldId id="425" r:id="rId63"/>
    <p:sldId id="495" r:id="rId64"/>
    <p:sldId id="427" r:id="rId65"/>
    <p:sldId id="428" r:id="rId66"/>
    <p:sldId id="429" r:id="rId67"/>
    <p:sldId id="430" r:id="rId68"/>
    <p:sldId id="431" r:id="rId69"/>
    <p:sldId id="432" r:id="rId70"/>
    <p:sldId id="451" r:id="rId71"/>
    <p:sldId id="434" r:id="rId72"/>
    <p:sldId id="436" r:id="rId73"/>
    <p:sldId id="438" r:id="rId74"/>
    <p:sldId id="442" r:id="rId75"/>
    <p:sldId id="443" r:id="rId76"/>
    <p:sldId id="444" r:id="rId77"/>
    <p:sldId id="496" r:id="rId78"/>
    <p:sldId id="452" r:id="rId79"/>
    <p:sldId id="453" r:id="rId80"/>
    <p:sldId id="454" r:id="rId81"/>
    <p:sldId id="455" r:id="rId82"/>
    <p:sldId id="456" r:id="rId83"/>
    <p:sldId id="458" r:id="rId84"/>
    <p:sldId id="459" r:id="rId85"/>
    <p:sldId id="460" r:id="rId86"/>
    <p:sldId id="461" r:id="rId87"/>
    <p:sldId id="470" r:id="rId88"/>
    <p:sldId id="471" r:id="rId89"/>
    <p:sldId id="472" r:id="rId90"/>
    <p:sldId id="473" r:id="rId91"/>
    <p:sldId id="474" r:id="rId92"/>
    <p:sldId id="475" r:id="rId93"/>
    <p:sldId id="294" r:id="rId94"/>
    <p:sldId id="297" r:id="rId9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3D780B3C-D2DA-4FFC-B809-BCBE91ED70FE}">
          <p14:sldIdLst>
            <p14:sldId id="256"/>
            <p14:sldId id="257"/>
          </p14:sldIdLst>
        </p14:section>
        <p14:section name="Warum API Management?" id="{106FC7F3-73D8-42C3-95A5-69E238E06E0E}">
          <p14:sldIdLst>
            <p14:sldId id="333"/>
            <p14:sldId id="334"/>
            <p14:sldId id="335"/>
            <p14:sldId id="336"/>
            <p14:sldId id="337"/>
          </p14:sldIdLst>
        </p14:section>
        <p14:section name="Grundlagen und Komponenten" id="{4BB6FAAE-6B26-4008-8AC1-1950284ABD94}">
          <p14:sldIdLst>
            <p14:sldId id="490"/>
            <p14:sldId id="351"/>
            <p14:sldId id="342"/>
            <p14:sldId id="343"/>
            <p14:sldId id="344"/>
            <p14:sldId id="345"/>
            <p14:sldId id="346"/>
            <p14:sldId id="347"/>
            <p14:sldId id="348"/>
          </p14:sldIdLst>
        </p14:section>
        <p14:section name="API Provider" id="{E69AA76A-BFF2-4176-B8B9-C312056C1CE6}">
          <p14:sldIdLst>
            <p14:sldId id="491"/>
            <p14:sldId id="353"/>
            <p14:sldId id="381"/>
            <p14:sldId id="357"/>
            <p14:sldId id="355"/>
            <p14:sldId id="358"/>
            <p14:sldId id="383"/>
            <p14:sldId id="384"/>
          </p14:sldIdLst>
        </p14:section>
        <p14:section name="API Proxies" id="{7B881E04-5702-46BB-97D9-058FD8F1756A}">
          <p14:sldIdLst>
            <p14:sldId id="492"/>
            <p14:sldId id="362"/>
            <p14:sldId id="364"/>
            <p14:sldId id="365"/>
            <p14:sldId id="368"/>
            <p14:sldId id="369"/>
            <p14:sldId id="370"/>
            <p14:sldId id="389"/>
            <p14:sldId id="391"/>
            <p14:sldId id="392"/>
          </p14:sldIdLst>
        </p14:section>
        <p14:section name="Policies" id="{9B60A7D9-D8BC-4CF5-8A9D-27822C7B67A9}">
          <p14:sldIdLst>
            <p14:sldId id="493"/>
            <p14:sldId id="371"/>
            <p14:sldId id="373"/>
            <p14:sldId id="372"/>
            <p14:sldId id="375"/>
            <p14:sldId id="378"/>
            <p14:sldId id="379"/>
            <p14:sldId id="394"/>
            <p14:sldId id="395"/>
            <p14:sldId id="396"/>
            <p14:sldId id="397"/>
            <p14:sldId id="401"/>
            <p14:sldId id="406"/>
            <p14:sldId id="407"/>
            <p14:sldId id="399"/>
          </p14:sldIdLst>
        </p14:section>
        <p14:section name="API Keys" id="{7BE0DBC5-96AB-4B17-ACB4-2C1A5CF1154C}">
          <p14:sldIdLst>
            <p14:sldId id="494"/>
            <p14:sldId id="408"/>
            <p14:sldId id="409"/>
            <p14:sldId id="410"/>
            <p14:sldId id="411"/>
            <p14:sldId id="412"/>
            <p14:sldId id="413"/>
            <p14:sldId id="416"/>
            <p14:sldId id="418"/>
            <p14:sldId id="422"/>
            <p14:sldId id="423"/>
            <p14:sldId id="424"/>
            <p14:sldId id="425"/>
          </p14:sldIdLst>
        </p14:section>
        <p14:section name="Traffic Management" id="{FD038CD3-38DE-4502-8B75-0E4B551229E6}">
          <p14:sldIdLst>
            <p14:sldId id="495"/>
            <p14:sldId id="427"/>
            <p14:sldId id="428"/>
            <p14:sldId id="429"/>
            <p14:sldId id="430"/>
            <p14:sldId id="431"/>
            <p14:sldId id="432"/>
            <p14:sldId id="451"/>
            <p14:sldId id="434"/>
            <p14:sldId id="436"/>
            <p14:sldId id="438"/>
            <p14:sldId id="442"/>
            <p14:sldId id="443"/>
            <p14:sldId id="444"/>
          </p14:sldIdLst>
        </p14:section>
        <p14:section name="Monitoring und Analytics" id="{3073BA7A-A0A9-4FF7-AEFE-071F90BA2558}">
          <p14:sldIdLst>
            <p14:sldId id="496"/>
            <p14:sldId id="452"/>
            <p14:sldId id="453"/>
            <p14:sldId id="454"/>
            <p14:sldId id="455"/>
            <p14:sldId id="456"/>
            <p14:sldId id="458"/>
            <p14:sldId id="459"/>
            <p14:sldId id="460"/>
            <p14:sldId id="461"/>
          </p14:sldIdLst>
        </p14:section>
        <p14:section name="Zusammenfassung und Abschluss" id="{64D95C93-1A9F-4FBE-A0D9-4E9566F76B9E}">
          <p14:sldIdLst>
            <p14:sldId id="470"/>
            <p14:sldId id="471"/>
            <p14:sldId id="472"/>
            <p14:sldId id="473"/>
            <p14:sldId id="474"/>
            <p14:sldId id="475"/>
          </p14:sldIdLst>
        </p14:section>
        <p14:section name="Ressourcen" id="{190EA87C-8E91-4DCA-AF0E-5140B7EBB5C9}">
          <p14:sldIdLst>
            <p14:sldId id="294"/>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A4303F-7C44-443A-A71D-4F12EBCA31DC}" v="732" dt="2026-07-23T15:00:48.00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31" autoAdjust="0"/>
    <p:restoredTop sz="61017" autoAdjust="0"/>
  </p:normalViewPr>
  <p:slideViewPr>
    <p:cSldViewPr snapToGrid="0">
      <p:cViewPr varScale="1">
        <p:scale>
          <a:sx n="64" d="100"/>
          <a:sy n="64" d="100"/>
        </p:scale>
        <p:origin x="95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egelin" userId="44f55030-522d-4388-8c84-12427b5d3861" providerId="ADAL" clId="{0C4B0DB6-929A-4816-82F8-C5CA7CCA52CE}"/>
    <pc:docChg chg="undo custSel addSld delSld modSld sldOrd addSection delSection modSection">
      <pc:chgData name="Michael Wegelin" userId="44f55030-522d-4388-8c84-12427b5d3861" providerId="ADAL" clId="{0C4B0DB6-929A-4816-82F8-C5CA7CCA52CE}" dt="2026-07-23T15:01:23.088" v="18494" actId="47"/>
      <pc:docMkLst>
        <pc:docMk/>
      </pc:docMkLst>
      <pc:sldChg chg="modSp mod modNotesTx">
        <pc:chgData name="Michael Wegelin" userId="44f55030-522d-4388-8c84-12427b5d3861" providerId="ADAL" clId="{0C4B0DB6-929A-4816-82F8-C5CA7CCA52CE}" dt="2026-07-18T21:19:16.162" v="9171" actId="20577"/>
        <pc:sldMkLst>
          <pc:docMk/>
          <pc:sldMk cId="625399248" sldId="256"/>
        </pc:sldMkLst>
        <pc:spChg chg="mod">
          <ac:chgData name="Michael Wegelin" userId="44f55030-522d-4388-8c84-12427b5d3861" providerId="ADAL" clId="{0C4B0DB6-929A-4816-82F8-C5CA7CCA52CE}" dt="2026-07-12T13:11:03.996" v="52" actId="20577"/>
          <ac:spMkLst>
            <pc:docMk/>
            <pc:sldMk cId="625399248" sldId="256"/>
            <ac:spMk id="2" creationId="{15145329-41F4-501E-FB56-244ED2737B99}"/>
          </ac:spMkLst>
        </pc:spChg>
        <pc:spChg chg="mod">
          <ac:chgData name="Michael Wegelin" userId="44f55030-522d-4388-8c84-12427b5d3861" providerId="ADAL" clId="{0C4B0DB6-929A-4816-82F8-C5CA7CCA52CE}" dt="2026-07-18T14:16:52.969" v="9128" actId="20577"/>
          <ac:spMkLst>
            <pc:docMk/>
            <pc:sldMk cId="625399248" sldId="256"/>
            <ac:spMk id="3" creationId="{602C510F-AB78-3A01-3A34-CB0CE8198C66}"/>
          </ac:spMkLst>
        </pc:spChg>
      </pc:sldChg>
      <pc:sldChg chg="modSp mod ord">
        <pc:chgData name="Michael Wegelin" userId="44f55030-522d-4388-8c84-12427b5d3861" providerId="ADAL" clId="{0C4B0DB6-929A-4816-82F8-C5CA7CCA52CE}" dt="2026-07-21T16:54:35.694" v="16350" actId="20577"/>
        <pc:sldMkLst>
          <pc:docMk/>
          <pc:sldMk cId="4027614381" sldId="257"/>
        </pc:sldMkLst>
        <pc:spChg chg="mod">
          <ac:chgData name="Michael Wegelin" userId="44f55030-522d-4388-8c84-12427b5d3861" providerId="ADAL" clId="{0C4B0DB6-929A-4816-82F8-C5CA7CCA52CE}" dt="2026-07-21T16:54:35.694" v="16350" actId="20577"/>
          <ac:spMkLst>
            <pc:docMk/>
            <pc:sldMk cId="4027614381" sldId="257"/>
            <ac:spMk id="3" creationId="{CB887AF3-06C9-C363-03EF-2B91F8C3BFE7}"/>
          </ac:spMkLst>
        </pc:spChg>
      </pc:sldChg>
      <pc:sldChg chg="addSp delSp modSp mod">
        <pc:chgData name="Michael Wegelin" userId="44f55030-522d-4388-8c84-12427b5d3861" providerId="ADAL" clId="{0C4B0DB6-929A-4816-82F8-C5CA7CCA52CE}" dt="2026-07-18T10:40:32.327" v="8119" actId="20577"/>
        <pc:sldMkLst>
          <pc:docMk/>
          <pc:sldMk cId="105356027" sldId="294"/>
        </pc:sldMkLst>
        <pc:spChg chg="mod">
          <ac:chgData name="Michael Wegelin" userId="44f55030-522d-4388-8c84-12427b5d3861" providerId="ADAL" clId="{0C4B0DB6-929A-4816-82F8-C5CA7CCA52CE}" dt="2026-07-18T10:40:32.327" v="8119" actId="20577"/>
          <ac:spMkLst>
            <pc:docMk/>
            <pc:sldMk cId="105356027" sldId="294"/>
            <ac:spMk id="2" creationId="{CBF6B1C0-6498-9094-D941-19528FEE3EE4}"/>
          </ac:spMkLst>
        </pc:spChg>
        <pc:spChg chg="mod">
          <ac:chgData name="Michael Wegelin" userId="44f55030-522d-4388-8c84-12427b5d3861" providerId="ADAL" clId="{0C4B0DB6-929A-4816-82F8-C5CA7CCA52CE}" dt="2026-07-18T10:40:20.291" v="8118" actId="20577"/>
          <ac:spMkLst>
            <pc:docMk/>
            <pc:sldMk cId="105356027" sldId="294"/>
            <ac:spMk id="3" creationId="{414A8D02-C361-E8AE-D92B-53E118F8360A}"/>
          </ac:spMkLst>
        </pc:spChg>
        <pc:picChg chg="add mod">
          <ac:chgData name="Michael Wegelin" userId="44f55030-522d-4388-8c84-12427b5d3861" providerId="ADAL" clId="{0C4B0DB6-929A-4816-82F8-C5CA7CCA52CE}" dt="2026-07-12T13:24:12.481" v="341" actId="1037"/>
          <ac:picMkLst>
            <pc:docMk/>
            <pc:sldMk cId="105356027" sldId="294"/>
            <ac:picMk id="4" creationId="{D0138AAC-BA09-28B4-80F1-05371A100AC0}"/>
          </ac:picMkLst>
        </pc:picChg>
        <pc:picChg chg="add mod">
          <ac:chgData name="Michael Wegelin" userId="44f55030-522d-4388-8c84-12427b5d3861" providerId="ADAL" clId="{0C4B0DB6-929A-4816-82F8-C5CA7CCA52CE}" dt="2026-07-12T13:24:12.481" v="341" actId="1037"/>
          <ac:picMkLst>
            <pc:docMk/>
            <pc:sldMk cId="105356027" sldId="294"/>
            <ac:picMk id="5" creationId="{BFB05B43-0033-C353-2311-B4897A98D9A1}"/>
          </ac:picMkLst>
        </pc:picChg>
      </pc:sldChg>
      <pc:sldChg chg="addSp delSp modSp add del mod">
        <pc:chgData name="Michael Wegelin" userId="44f55030-522d-4388-8c84-12427b5d3861" providerId="ADAL" clId="{0C4B0DB6-929A-4816-82F8-C5CA7CCA52CE}" dt="2026-07-18T14:01:41.697" v="9114" actId="1076"/>
        <pc:sldMkLst>
          <pc:docMk/>
          <pc:sldMk cId="3685061495" sldId="297"/>
        </pc:sldMkLst>
        <pc:spChg chg="mod">
          <ac:chgData name="Michael Wegelin" userId="44f55030-522d-4388-8c84-12427b5d3861" providerId="ADAL" clId="{0C4B0DB6-929A-4816-82F8-C5CA7CCA52CE}" dt="2026-07-18T13:59:13.397" v="9111" actId="6549"/>
          <ac:spMkLst>
            <pc:docMk/>
            <pc:sldMk cId="3685061495" sldId="297"/>
            <ac:spMk id="3" creationId="{9B7F34D7-59AD-384C-9508-3FF4807BDAED}"/>
          </ac:spMkLst>
        </pc:spChg>
        <pc:picChg chg="add mod">
          <ac:chgData name="Michael Wegelin" userId="44f55030-522d-4388-8c84-12427b5d3861" providerId="ADAL" clId="{0C4B0DB6-929A-4816-82F8-C5CA7CCA52CE}" dt="2026-07-18T14:01:41.697" v="9114" actId="1076"/>
          <ac:picMkLst>
            <pc:docMk/>
            <pc:sldMk cId="3685061495" sldId="297"/>
            <ac:picMk id="6" creationId="{62C87CBB-230E-0DDD-8A96-AB7E573FD22D}"/>
          </ac:picMkLst>
        </pc:picChg>
      </pc:sldChg>
      <pc:sldChg chg="addSp delSp modSp new mod modNotesTx">
        <pc:chgData name="Michael Wegelin" userId="44f55030-522d-4388-8c84-12427b5d3861" providerId="ADAL" clId="{0C4B0DB6-929A-4816-82F8-C5CA7CCA52CE}" dt="2026-07-23T13:20:19.689" v="16508" actId="14100"/>
        <pc:sldMkLst>
          <pc:docMk/>
          <pc:sldMk cId="4248057230" sldId="333"/>
        </pc:sldMkLst>
        <pc:spChg chg="mod">
          <ac:chgData name="Michael Wegelin" userId="44f55030-522d-4388-8c84-12427b5d3861" providerId="ADAL" clId="{0C4B0DB6-929A-4816-82F8-C5CA7CCA52CE}" dt="2026-07-18T21:25:52.958" v="9214" actId="20577"/>
          <ac:spMkLst>
            <pc:docMk/>
            <pc:sldMk cId="4248057230" sldId="333"/>
            <ac:spMk id="2" creationId="{FAC77DF1-B74D-4A28-6CF7-51D605A58217}"/>
          </ac:spMkLst>
        </pc:spChg>
        <pc:spChg chg="add mod">
          <ac:chgData name="Michael Wegelin" userId="44f55030-522d-4388-8c84-12427b5d3861" providerId="ADAL" clId="{0C4B0DB6-929A-4816-82F8-C5CA7CCA52CE}" dt="2026-07-23T13:20:05.226" v="16502" actId="478"/>
          <ac:spMkLst>
            <pc:docMk/>
            <pc:sldMk cId="4248057230" sldId="333"/>
            <ac:spMk id="4" creationId="{02DA64AE-7332-669B-7444-42F674EDB315}"/>
          </ac:spMkLst>
        </pc:spChg>
        <pc:picChg chg="add del mod ord">
          <ac:chgData name="Michael Wegelin" userId="44f55030-522d-4388-8c84-12427b5d3861" providerId="ADAL" clId="{0C4B0DB6-929A-4816-82F8-C5CA7CCA52CE}" dt="2026-07-23T13:20:05.226" v="16502" actId="478"/>
          <ac:picMkLst>
            <pc:docMk/>
            <pc:sldMk cId="4248057230" sldId="333"/>
            <ac:picMk id="5" creationId="{FE443702-FCB7-AC25-F063-56B5688F2724}"/>
          </ac:picMkLst>
        </pc:picChg>
        <pc:picChg chg="add mod">
          <ac:chgData name="Michael Wegelin" userId="44f55030-522d-4388-8c84-12427b5d3861" providerId="ADAL" clId="{0C4B0DB6-929A-4816-82F8-C5CA7CCA52CE}" dt="2026-07-23T13:20:19.689" v="16508" actId="14100"/>
          <ac:picMkLst>
            <pc:docMk/>
            <pc:sldMk cId="4248057230" sldId="333"/>
            <ac:picMk id="6" creationId="{8B301198-FA65-F5AE-0C22-6F0166AEA6D6}"/>
          </ac:picMkLst>
        </pc:picChg>
      </pc:sldChg>
      <pc:sldChg chg="addSp delSp modSp new mod modNotesTx">
        <pc:chgData name="Michael Wegelin" userId="44f55030-522d-4388-8c84-12427b5d3861" providerId="ADAL" clId="{0C4B0DB6-929A-4816-82F8-C5CA7CCA52CE}" dt="2026-07-23T13:41:54.191" v="16737" actId="1076"/>
        <pc:sldMkLst>
          <pc:docMk/>
          <pc:sldMk cId="3109048466" sldId="334"/>
        </pc:sldMkLst>
        <pc:spChg chg="mod">
          <ac:chgData name="Michael Wegelin" userId="44f55030-522d-4388-8c84-12427b5d3861" providerId="ADAL" clId="{0C4B0DB6-929A-4816-82F8-C5CA7CCA52CE}" dt="2026-07-18T21:26:38.774" v="9253" actId="20577"/>
          <ac:spMkLst>
            <pc:docMk/>
            <pc:sldMk cId="3109048466" sldId="334"/>
            <ac:spMk id="2" creationId="{2541972A-1250-704A-86FA-23B1747A2F69}"/>
          </ac:spMkLst>
        </pc:spChg>
        <pc:spChg chg="mod">
          <ac:chgData name="Michael Wegelin" userId="44f55030-522d-4388-8c84-12427b5d3861" providerId="ADAL" clId="{0C4B0DB6-929A-4816-82F8-C5CA7CCA52CE}" dt="2026-07-18T21:29:16.471" v="9263" actId="14100"/>
          <ac:spMkLst>
            <pc:docMk/>
            <pc:sldMk cId="3109048466" sldId="334"/>
            <ac:spMk id="3" creationId="{B54B214A-2875-A21E-55C9-B76E37AEB132}"/>
          </ac:spMkLst>
        </pc:spChg>
        <pc:picChg chg="add del mod">
          <ac:chgData name="Michael Wegelin" userId="44f55030-522d-4388-8c84-12427b5d3861" providerId="ADAL" clId="{0C4B0DB6-929A-4816-82F8-C5CA7CCA52CE}" dt="2026-07-23T13:23:42.914" v="16509" actId="478"/>
          <ac:picMkLst>
            <pc:docMk/>
            <pc:sldMk cId="3109048466" sldId="334"/>
            <ac:picMk id="4" creationId="{5E9DE5EC-8AC8-5E31-C666-3F2E30CACC32}"/>
          </ac:picMkLst>
        </pc:picChg>
        <pc:picChg chg="add mod">
          <ac:chgData name="Michael Wegelin" userId="44f55030-522d-4388-8c84-12427b5d3861" providerId="ADAL" clId="{0C4B0DB6-929A-4816-82F8-C5CA7CCA52CE}" dt="2026-07-23T13:41:54.191" v="16737" actId="1076"/>
          <ac:picMkLst>
            <pc:docMk/>
            <pc:sldMk cId="3109048466" sldId="334"/>
            <ac:picMk id="5" creationId="{19D9B9A5-CAA6-4D4D-51EF-D89811AFD795}"/>
          </ac:picMkLst>
        </pc:picChg>
      </pc:sldChg>
      <pc:sldChg chg="modSp new mod modNotesTx">
        <pc:chgData name="Michael Wegelin" userId="44f55030-522d-4388-8c84-12427b5d3861" providerId="ADAL" clId="{0C4B0DB6-929A-4816-82F8-C5CA7CCA52CE}" dt="2026-07-18T21:33:04.869" v="9284" actId="20577"/>
        <pc:sldMkLst>
          <pc:docMk/>
          <pc:sldMk cId="1514835980" sldId="335"/>
        </pc:sldMkLst>
        <pc:spChg chg="mod">
          <ac:chgData name="Michael Wegelin" userId="44f55030-522d-4388-8c84-12427b5d3861" providerId="ADAL" clId="{0C4B0DB6-929A-4816-82F8-C5CA7CCA52CE}" dt="2026-07-18T21:31:59.116" v="9276"/>
          <ac:spMkLst>
            <pc:docMk/>
            <pc:sldMk cId="1514835980" sldId="335"/>
            <ac:spMk id="2" creationId="{E881F98C-164A-435A-1287-E50D9C4250A2}"/>
          </ac:spMkLst>
        </pc:spChg>
        <pc:spChg chg="mod">
          <ac:chgData name="Michael Wegelin" userId="44f55030-522d-4388-8c84-12427b5d3861" providerId="ADAL" clId="{0C4B0DB6-929A-4816-82F8-C5CA7CCA52CE}" dt="2026-07-18T21:32:11.900" v="9278" actId="12"/>
          <ac:spMkLst>
            <pc:docMk/>
            <pc:sldMk cId="1514835980" sldId="335"/>
            <ac:spMk id="3" creationId="{345FEEEC-5F51-809D-F67B-E1DEA6046FA2}"/>
          </ac:spMkLst>
        </pc:spChg>
      </pc:sldChg>
      <pc:sldChg chg="addSp delSp modSp new mod modNotesTx">
        <pc:chgData name="Michael Wegelin" userId="44f55030-522d-4388-8c84-12427b5d3861" providerId="ADAL" clId="{0C4B0DB6-929A-4816-82F8-C5CA7CCA52CE}" dt="2026-07-23T13:41:46.447" v="16736" actId="1076"/>
        <pc:sldMkLst>
          <pc:docMk/>
          <pc:sldMk cId="2051232509" sldId="336"/>
        </pc:sldMkLst>
        <pc:spChg chg="mod">
          <ac:chgData name="Michael Wegelin" userId="44f55030-522d-4388-8c84-12427b5d3861" providerId="ADAL" clId="{0C4B0DB6-929A-4816-82F8-C5CA7CCA52CE}" dt="2026-07-18T21:33:45.947" v="9286"/>
          <ac:spMkLst>
            <pc:docMk/>
            <pc:sldMk cId="2051232509" sldId="336"/>
            <ac:spMk id="2" creationId="{8DD7F0B1-EC8B-1A31-46B0-7F0E2759DE9E}"/>
          </ac:spMkLst>
        </pc:spChg>
        <pc:spChg chg="mod">
          <ac:chgData name="Michael Wegelin" userId="44f55030-522d-4388-8c84-12427b5d3861" providerId="ADAL" clId="{0C4B0DB6-929A-4816-82F8-C5CA7CCA52CE}" dt="2026-07-18T21:34:17.954" v="9289" actId="14100"/>
          <ac:spMkLst>
            <pc:docMk/>
            <pc:sldMk cId="2051232509" sldId="336"/>
            <ac:spMk id="3" creationId="{9C0DF0FF-436A-92D1-2CA1-85FDC39F59ED}"/>
          </ac:spMkLst>
        </pc:spChg>
        <pc:picChg chg="add del mod">
          <ac:chgData name="Michael Wegelin" userId="44f55030-522d-4388-8c84-12427b5d3861" providerId="ADAL" clId="{0C4B0DB6-929A-4816-82F8-C5CA7CCA52CE}" dt="2026-07-23T13:41:07.182" v="16728" actId="478"/>
          <ac:picMkLst>
            <pc:docMk/>
            <pc:sldMk cId="2051232509" sldId="336"/>
            <ac:picMk id="4" creationId="{714F8CA6-2145-63B6-5D19-89AE52A06349}"/>
          </ac:picMkLst>
        </pc:picChg>
        <pc:picChg chg="add del mod">
          <ac:chgData name="Michael Wegelin" userId="44f55030-522d-4388-8c84-12427b5d3861" providerId="ADAL" clId="{0C4B0DB6-929A-4816-82F8-C5CA7CCA52CE}" dt="2026-07-23T13:28:00.423" v="16524" actId="478"/>
          <ac:picMkLst>
            <pc:docMk/>
            <pc:sldMk cId="2051232509" sldId="336"/>
            <ac:picMk id="5" creationId="{C1569FC8-DA6B-8F0C-07C3-AE0FC6D82651}"/>
          </ac:picMkLst>
        </pc:picChg>
        <pc:picChg chg="add del mod">
          <ac:chgData name="Michael Wegelin" userId="44f55030-522d-4388-8c84-12427b5d3861" providerId="ADAL" clId="{0C4B0DB6-929A-4816-82F8-C5CA7CCA52CE}" dt="2026-07-23T13:41:22.173" v="16732" actId="22"/>
          <ac:picMkLst>
            <pc:docMk/>
            <pc:sldMk cId="2051232509" sldId="336"/>
            <ac:picMk id="7" creationId="{CAFE2D4C-6691-2A49-5C58-27E380AA5AC7}"/>
          </ac:picMkLst>
        </pc:picChg>
        <pc:picChg chg="add mod">
          <ac:chgData name="Michael Wegelin" userId="44f55030-522d-4388-8c84-12427b5d3861" providerId="ADAL" clId="{0C4B0DB6-929A-4816-82F8-C5CA7CCA52CE}" dt="2026-07-23T13:41:46.447" v="16736" actId="1076"/>
          <ac:picMkLst>
            <pc:docMk/>
            <pc:sldMk cId="2051232509" sldId="336"/>
            <ac:picMk id="8" creationId="{CBAFE6C5-0666-1573-6960-815D44145531}"/>
          </ac:picMkLst>
        </pc:picChg>
      </pc:sldChg>
      <pc:sldChg chg="addSp delSp modSp new mod modNotesTx">
        <pc:chgData name="Michael Wegelin" userId="44f55030-522d-4388-8c84-12427b5d3861" providerId="ADAL" clId="{0C4B0DB6-929A-4816-82F8-C5CA7CCA52CE}" dt="2026-07-23T13:31:40.776" v="16568" actId="113"/>
        <pc:sldMkLst>
          <pc:docMk/>
          <pc:sldMk cId="3804619294" sldId="337"/>
        </pc:sldMkLst>
        <pc:spChg chg="mod">
          <ac:chgData name="Michael Wegelin" userId="44f55030-522d-4388-8c84-12427b5d3861" providerId="ADAL" clId="{0C4B0DB6-929A-4816-82F8-C5CA7CCA52CE}" dt="2026-07-18T22:30:02.502" v="9323"/>
          <ac:spMkLst>
            <pc:docMk/>
            <pc:sldMk cId="3804619294" sldId="337"/>
            <ac:spMk id="2" creationId="{230CDACC-2CD0-DC86-8F31-AAC8B44C0B42}"/>
          </ac:spMkLst>
        </pc:spChg>
        <pc:spChg chg="add mod">
          <ac:chgData name="Michael Wegelin" userId="44f55030-522d-4388-8c84-12427b5d3861" providerId="ADAL" clId="{0C4B0DB6-929A-4816-82F8-C5CA7CCA52CE}" dt="2026-07-18T22:34:23.782" v="9352"/>
          <ac:spMkLst>
            <pc:docMk/>
            <pc:sldMk cId="3804619294" sldId="337"/>
            <ac:spMk id="6" creationId="{723BC37E-988D-B118-E8A9-D556D808BAC2}"/>
          </ac:spMkLst>
        </pc:spChg>
        <pc:graphicFrameChg chg="add mod ord modGraphic">
          <ac:chgData name="Michael Wegelin" userId="44f55030-522d-4388-8c84-12427b5d3861" providerId="ADAL" clId="{0C4B0DB6-929A-4816-82F8-C5CA7CCA52CE}" dt="2026-07-18T22:33:52.675" v="9350" actId="2711"/>
          <ac:graphicFrameMkLst>
            <pc:docMk/>
            <pc:sldMk cId="3804619294" sldId="337"/>
            <ac:graphicFrameMk id="4" creationId="{ADFE7C10-9299-D282-28FA-D33EA4390080}"/>
          </ac:graphicFrameMkLst>
        </pc:graphicFrameChg>
      </pc:sldChg>
      <pc:sldChg chg="modSp new del mod modNotesTx">
        <pc:chgData name="Michael Wegelin" userId="44f55030-522d-4388-8c84-12427b5d3861" providerId="ADAL" clId="{0C4B0DB6-929A-4816-82F8-C5CA7CCA52CE}" dt="2026-07-23T13:29:52.615" v="16545" actId="47"/>
        <pc:sldMkLst>
          <pc:docMk/>
          <pc:sldMk cId="1316447424" sldId="338"/>
        </pc:sldMkLst>
      </pc:sldChg>
      <pc:sldChg chg="addSp modSp new del mod modNotesTx">
        <pc:chgData name="Michael Wegelin" userId="44f55030-522d-4388-8c84-12427b5d3861" providerId="ADAL" clId="{0C4B0DB6-929A-4816-82F8-C5CA7CCA52CE}" dt="2026-07-23T13:31:44.142" v="16569" actId="47"/>
        <pc:sldMkLst>
          <pc:docMk/>
          <pc:sldMk cId="3032966669" sldId="339"/>
        </pc:sldMkLst>
      </pc:sldChg>
      <pc:sldChg chg="addSp delSp modSp new del mod modClrScheme chgLayout modNotesTx">
        <pc:chgData name="Michael Wegelin" userId="44f55030-522d-4388-8c84-12427b5d3861" providerId="ADAL" clId="{0C4B0DB6-929A-4816-82F8-C5CA7CCA52CE}" dt="2026-07-23T13:34:18.951" v="16722" actId="47"/>
        <pc:sldMkLst>
          <pc:docMk/>
          <pc:sldMk cId="20539647" sldId="340"/>
        </pc:sldMkLst>
      </pc:sldChg>
      <pc:sldChg chg="addSp delSp modSp new mod modNotesTx">
        <pc:chgData name="Michael Wegelin" userId="44f55030-522d-4388-8c84-12427b5d3861" providerId="ADAL" clId="{0C4B0DB6-929A-4816-82F8-C5CA7CCA52CE}" dt="2026-07-23T13:42:45.817" v="16752" actId="1036"/>
        <pc:sldMkLst>
          <pc:docMk/>
          <pc:sldMk cId="1005271634" sldId="342"/>
        </pc:sldMkLst>
        <pc:spChg chg="mod">
          <ac:chgData name="Michael Wegelin" userId="44f55030-522d-4388-8c84-12427b5d3861" providerId="ADAL" clId="{0C4B0DB6-929A-4816-82F8-C5CA7CCA52CE}" dt="2026-07-19T09:18:55.831" v="9498" actId="20577"/>
          <ac:spMkLst>
            <pc:docMk/>
            <pc:sldMk cId="1005271634" sldId="342"/>
            <ac:spMk id="2" creationId="{8C8E40F5-ABC0-EA69-BAA1-34BEDB7D006D}"/>
          </ac:spMkLst>
        </pc:spChg>
        <pc:spChg chg="add del mod">
          <ac:chgData name="Michael Wegelin" userId="44f55030-522d-4388-8c84-12427b5d3861" providerId="ADAL" clId="{0C4B0DB6-929A-4816-82F8-C5CA7CCA52CE}" dt="2026-07-23T13:42:38.728" v="16743" actId="14100"/>
          <ac:spMkLst>
            <pc:docMk/>
            <pc:sldMk cId="1005271634" sldId="342"/>
            <ac:spMk id="3" creationId="{3DC17C41-70AF-BCE7-F48A-EFA253463898}"/>
          </ac:spMkLst>
        </pc:spChg>
        <pc:picChg chg="add mod">
          <ac:chgData name="Michael Wegelin" userId="44f55030-522d-4388-8c84-12427b5d3861" providerId="ADAL" clId="{0C4B0DB6-929A-4816-82F8-C5CA7CCA52CE}" dt="2026-07-23T13:42:45.817" v="16752" actId="1036"/>
          <ac:picMkLst>
            <pc:docMk/>
            <pc:sldMk cId="1005271634" sldId="342"/>
            <ac:picMk id="4" creationId="{CD00099D-A9FA-A306-9983-8148685B20A8}"/>
          </ac:picMkLst>
        </pc:picChg>
        <pc:picChg chg="add del mod">
          <ac:chgData name="Michael Wegelin" userId="44f55030-522d-4388-8c84-12427b5d3861" providerId="ADAL" clId="{0C4B0DB6-929A-4816-82F8-C5CA7CCA52CE}" dt="2026-07-23T13:42:23.758" v="16738" actId="478"/>
          <ac:picMkLst>
            <pc:docMk/>
            <pc:sldMk cId="1005271634" sldId="342"/>
            <ac:picMk id="14" creationId="{F2D2B5C2-D110-0E1C-6A93-9AFF286F53B3}"/>
          </ac:picMkLst>
        </pc:picChg>
      </pc:sldChg>
      <pc:sldChg chg="addSp delSp modSp new mod modNotesTx">
        <pc:chgData name="Michael Wegelin" userId="44f55030-522d-4388-8c84-12427b5d3861" providerId="ADAL" clId="{0C4B0DB6-929A-4816-82F8-C5CA7CCA52CE}" dt="2026-07-23T13:43:17.865" v="16756" actId="1076"/>
        <pc:sldMkLst>
          <pc:docMk/>
          <pc:sldMk cId="530242294" sldId="343"/>
        </pc:sldMkLst>
        <pc:spChg chg="mod">
          <ac:chgData name="Michael Wegelin" userId="44f55030-522d-4388-8c84-12427b5d3861" providerId="ADAL" clId="{0C4B0DB6-929A-4816-82F8-C5CA7CCA52CE}" dt="2026-07-19T09:19:12.941" v="9537" actId="20577"/>
          <ac:spMkLst>
            <pc:docMk/>
            <pc:sldMk cId="530242294" sldId="343"/>
            <ac:spMk id="2" creationId="{093D302C-8838-0421-4F13-D13EF6628C83}"/>
          </ac:spMkLst>
        </pc:spChg>
        <pc:graphicFrameChg chg="add mod ord modGraphic">
          <ac:chgData name="Michael Wegelin" userId="44f55030-522d-4388-8c84-12427b5d3861" providerId="ADAL" clId="{0C4B0DB6-929A-4816-82F8-C5CA7CCA52CE}" dt="2026-07-19T14:25:57.302" v="10633" actId="1076"/>
          <ac:graphicFrameMkLst>
            <pc:docMk/>
            <pc:sldMk cId="530242294" sldId="343"/>
            <ac:graphicFrameMk id="5" creationId="{338AAABD-3F57-CC82-F4C3-DF1A6E0DC77E}"/>
          </ac:graphicFrameMkLst>
        </pc:graphicFrameChg>
        <pc:picChg chg="add mod">
          <ac:chgData name="Michael Wegelin" userId="44f55030-522d-4388-8c84-12427b5d3861" providerId="ADAL" clId="{0C4B0DB6-929A-4816-82F8-C5CA7CCA52CE}" dt="2026-07-23T13:43:17.865" v="16756" actId="1076"/>
          <ac:picMkLst>
            <pc:docMk/>
            <pc:sldMk cId="530242294" sldId="343"/>
            <ac:picMk id="3" creationId="{99CFCDA8-6D3F-D6D4-8427-62E9ACD1A1E1}"/>
          </ac:picMkLst>
        </pc:picChg>
        <pc:picChg chg="add del mod">
          <ac:chgData name="Michael Wegelin" userId="44f55030-522d-4388-8c84-12427b5d3861" providerId="ADAL" clId="{0C4B0DB6-929A-4816-82F8-C5CA7CCA52CE}" dt="2026-07-23T13:43:12.965" v="16753" actId="478"/>
          <ac:picMkLst>
            <pc:docMk/>
            <pc:sldMk cId="530242294" sldId="343"/>
            <ac:picMk id="6" creationId="{E3524885-E42B-3310-83FC-B58DBB2CEF2F}"/>
          </ac:picMkLst>
        </pc:picChg>
      </pc:sldChg>
      <pc:sldChg chg="modSp new mod modNotesTx">
        <pc:chgData name="Michael Wegelin" userId="44f55030-522d-4388-8c84-12427b5d3861" providerId="ADAL" clId="{0C4B0DB6-929A-4816-82F8-C5CA7CCA52CE}" dt="2026-07-19T14:27:24.903" v="10640" actId="12"/>
        <pc:sldMkLst>
          <pc:docMk/>
          <pc:sldMk cId="3692916545" sldId="344"/>
        </pc:sldMkLst>
        <pc:spChg chg="mod">
          <ac:chgData name="Michael Wegelin" userId="44f55030-522d-4388-8c84-12427b5d3861" providerId="ADAL" clId="{0C4B0DB6-929A-4816-82F8-C5CA7CCA52CE}" dt="2026-07-19T09:19:34.534" v="9574" actId="20577"/>
          <ac:spMkLst>
            <pc:docMk/>
            <pc:sldMk cId="3692916545" sldId="344"/>
            <ac:spMk id="2" creationId="{9560A2AB-3805-8AF4-C4F6-CCF81F3951B3}"/>
          </ac:spMkLst>
        </pc:spChg>
        <pc:spChg chg="mod">
          <ac:chgData name="Michael Wegelin" userId="44f55030-522d-4388-8c84-12427b5d3861" providerId="ADAL" clId="{0C4B0DB6-929A-4816-82F8-C5CA7CCA52CE}" dt="2026-07-19T14:27:24.903" v="10640" actId="12"/>
          <ac:spMkLst>
            <pc:docMk/>
            <pc:sldMk cId="3692916545" sldId="344"/>
            <ac:spMk id="3" creationId="{9E85AC50-2E76-D377-1E3A-ED27917037D4}"/>
          </ac:spMkLst>
        </pc:spChg>
      </pc:sldChg>
      <pc:sldChg chg="addSp delSp modSp new mod modNotesTx">
        <pc:chgData name="Michael Wegelin" userId="44f55030-522d-4388-8c84-12427b5d3861" providerId="ADAL" clId="{0C4B0DB6-929A-4816-82F8-C5CA7CCA52CE}" dt="2026-07-23T13:45:44.477" v="16760" actId="1076"/>
        <pc:sldMkLst>
          <pc:docMk/>
          <pc:sldMk cId="3407586844" sldId="345"/>
        </pc:sldMkLst>
        <pc:spChg chg="mod">
          <ac:chgData name="Michael Wegelin" userId="44f55030-522d-4388-8c84-12427b5d3861" providerId="ADAL" clId="{0C4B0DB6-929A-4816-82F8-C5CA7CCA52CE}" dt="2026-07-19T09:19:48.143" v="9596" actId="20577"/>
          <ac:spMkLst>
            <pc:docMk/>
            <pc:sldMk cId="3407586844" sldId="345"/>
            <ac:spMk id="2" creationId="{8015A92D-527F-23E8-7C79-26874B1593FF}"/>
          </ac:spMkLst>
        </pc:spChg>
        <pc:graphicFrameChg chg="add mod ord modGraphic">
          <ac:chgData name="Michael Wegelin" userId="44f55030-522d-4388-8c84-12427b5d3861" providerId="ADAL" clId="{0C4B0DB6-929A-4816-82F8-C5CA7CCA52CE}" dt="2026-07-19T14:40:44.015" v="10843" actId="1076"/>
          <ac:graphicFrameMkLst>
            <pc:docMk/>
            <pc:sldMk cId="3407586844" sldId="345"/>
            <ac:graphicFrameMk id="5" creationId="{71AEE5BB-2E49-5094-41C7-0CEB0707D8C2}"/>
          </ac:graphicFrameMkLst>
        </pc:graphicFrameChg>
        <pc:picChg chg="add mod">
          <ac:chgData name="Michael Wegelin" userId="44f55030-522d-4388-8c84-12427b5d3861" providerId="ADAL" clId="{0C4B0DB6-929A-4816-82F8-C5CA7CCA52CE}" dt="2026-07-23T13:45:44.477" v="16760" actId="1076"/>
          <ac:picMkLst>
            <pc:docMk/>
            <pc:sldMk cId="3407586844" sldId="345"/>
            <ac:picMk id="3" creationId="{B969A118-6103-0246-17D1-3C0E908AA8E5}"/>
          </ac:picMkLst>
        </pc:picChg>
        <pc:picChg chg="add del mod">
          <ac:chgData name="Michael Wegelin" userId="44f55030-522d-4388-8c84-12427b5d3861" providerId="ADAL" clId="{0C4B0DB6-929A-4816-82F8-C5CA7CCA52CE}" dt="2026-07-23T13:45:37.753" v="16757" actId="478"/>
          <ac:picMkLst>
            <pc:docMk/>
            <pc:sldMk cId="3407586844" sldId="345"/>
            <ac:picMk id="4" creationId="{7A279B98-5A8D-54C8-6DDE-6DC997B8C9A9}"/>
          </ac:picMkLst>
        </pc:picChg>
      </pc:sldChg>
      <pc:sldChg chg="addSp modSp new mod modClrScheme chgLayout modNotesTx">
        <pc:chgData name="Michael Wegelin" userId="44f55030-522d-4388-8c84-12427b5d3861" providerId="ADAL" clId="{0C4B0DB6-929A-4816-82F8-C5CA7CCA52CE}" dt="2026-07-19T14:42:54.490" v="10906" actId="5793"/>
        <pc:sldMkLst>
          <pc:docMk/>
          <pc:sldMk cId="3403637263" sldId="346"/>
        </pc:sldMkLst>
        <pc:spChg chg="mod ord">
          <ac:chgData name="Michael Wegelin" userId="44f55030-522d-4388-8c84-12427b5d3861" providerId="ADAL" clId="{0C4B0DB6-929A-4816-82F8-C5CA7CCA52CE}" dt="2026-07-19T14:42:31.273" v="10852" actId="700"/>
          <ac:spMkLst>
            <pc:docMk/>
            <pc:sldMk cId="3403637263" sldId="346"/>
            <ac:spMk id="2" creationId="{F9B5A6D6-0F88-EE88-DA94-B77A18C9C248}"/>
          </ac:spMkLst>
        </pc:spChg>
        <pc:spChg chg="mod ord">
          <ac:chgData name="Michael Wegelin" userId="44f55030-522d-4388-8c84-12427b5d3861" providerId="ADAL" clId="{0C4B0DB6-929A-4816-82F8-C5CA7CCA52CE}" dt="2026-07-19T14:42:31.273" v="10852" actId="700"/>
          <ac:spMkLst>
            <pc:docMk/>
            <pc:sldMk cId="3403637263" sldId="346"/>
            <ac:spMk id="3" creationId="{7B79346C-6884-A27E-F5FD-FDB1D2FD1121}"/>
          </ac:spMkLst>
        </pc:spChg>
        <pc:spChg chg="add mod ord">
          <ac:chgData name="Michael Wegelin" userId="44f55030-522d-4388-8c84-12427b5d3861" providerId="ADAL" clId="{0C4B0DB6-929A-4816-82F8-C5CA7CCA52CE}" dt="2026-07-19T14:42:54.490" v="10906" actId="5793"/>
          <ac:spMkLst>
            <pc:docMk/>
            <pc:sldMk cId="3403637263" sldId="346"/>
            <ac:spMk id="4" creationId="{24048544-F8BB-A361-76AA-673B5A8475B3}"/>
          </ac:spMkLst>
        </pc:spChg>
      </pc:sldChg>
      <pc:sldChg chg="addSp delSp modSp new mod modNotesTx">
        <pc:chgData name="Michael Wegelin" userId="44f55030-522d-4388-8c84-12427b5d3861" providerId="ADAL" clId="{0C4B0DB6-929A-4816-82F8-C5CA7CCA52CE}" dt="2026-07-19T14:56:20.436" v="10963" actId="21"/>
        <pc:sldMkLst>
          <pc:docMk/>
          <pc:sldMk cId="355081539" sldId="347"/>
        </pc:sldMkLst>
        <pc:spChg chg="mod">
          <ac:chgData name="Michael Wegelin" userId="44f55030-522d-4388-8c84-12427b5d3861" providerId="ADAL" clId="{0C4B0DB6-929A-4816-82F8-C5CA7CCA52CE}" dt="2026-07-19T09:20:21.063" v="9663" actId="20577"/>
          <ac:spMkLst>
            <pc:docMk/>
            <pc:sldMk cId="355081539" sldId="347"/>
            <ac:spMk id="2" creationId="{99BADB6E-4468-B30C-2099-AA0007881BEB}"/>
          </ac:spMkLst>
        </pc:spChg>
        <pc:spChg chg="add del mod">
          <ac:chgData name="Michael Wegelin" userId="44f55030-522d-4388-8c84-12427b5d3861" providerId="ADAL" clId="{0C4B0DB6-929A-4816-82F8-C5CA7CCA52CE}" dt="2026-07-19T14:56:20.436" v="10963" actId="21"/>
          <ac:spMkLst>
            <pc:docMk/>
            <pc:sldMk cId="355081539" sldId="347"/>
            <ac:spMk id="3" creationId="{73218A7E-65C4-3986-6684-A2CBBC1BE180}"/>
          </ac:spMkLst>
        </pc:spChg>
        <pc:picChg chg="add mod">
          <ac:chgData name="Michael Wegelin" userId="44f55030-522d-4388-8c84-12427b5d3861" providerId="ADAL" clId="{0C4B0DB6-929A-4816-82F8-C5CA7CCA52CE}" dt="2026-07-19T14:55:56.817" v="10961" actId="1035"/>
          <ac:picMkLst>
            <pc:docMk/>
            <pc:sldMk cId="355081539" sldId="347"/>
            <ac:picMk id="7" creationId="{530375EF-BD27-AC0A-B72A-A34F5D60CBC3}"/>
          </ac:picMkLst>
        </pc:picChg>
      </pc:sldChg>
      <pc:sldChg chg="addSp delSp modSp new mod modNotesTx">
        <pc:chgData name="Michael Wegelin" userId="44f55030-522d-4388-8c84-12427b5d3861" providerId="ADAL" clId="{0C4B0DB6-929A-4816-82F8-C5CA7CCA52CE}" dt="2026-07-19T15:00:40.471" v="11039" actId="1076"/>
        <pc:sldMkLst>
          <pc:docMk/>
          <pc:sldMk cId="421856854" sldId="348"/>
        </pc:sldMkLst>
        <pc:spChg chg="mod">
          <ac:chgData name="Michael Wegelin" userId="44f55030-522d-4388-8c84-12427b5d3861" providerId="ADAL" clId="{0C4B0DB6-929A-4816-82F8-C5CA7CCA52CE}" dt="2026-07-19T09:20:35.708" v="9691" actId="20577"/>
          <ac:spMkLst>
            <pc:docMk/>
            <pc:sldMk cId="421856854" sldId="348"/>
            <ac:spMk id="2" creationId="{5ABE7402-99CF-716A-228B-6CA3A8939792}"/>
          </ac:spMkLst>
        </pc:spChg>
        <pc:graphicFrameChg chg="add mod ord modGraphic">
          <ac:chgData name="Michael Wegelin" userId="44f55030-522d-4388-8c84-12427b5d3861" providerId="ADAL" clId="{0C4B0DB6-929A-4816-82F8-C5CA7CCA52CE}" dt="2026-07-19T15:00:40.471" v="11039" actId="1076"/>
          <ac:graphicFrameMkLst>
            <pc:docMk/>
            <pc:sldMk cId="421856854" sldId="348"/>
            <ac:graphicFrameMk id="4" creationId="{30A41A67-0522-934E-2584-17620BB4707A}"/>
          </ac:graphicFrameMkLst>
        </pc:graphicFrameChg>
      </pc:sldChg>
      <pc:sldChg chg="addSp delSp modSp new del mod modNotesTx">
        <pc:chgData name="Michael Wegelin" userId="44f55030-522d-4388-8c84-12427b5d3861" providerId="ADAL" clId="{0C4B0DB6-929A-4816-82F8-C5CA7CCA52CE}" dt="2026-07-23T13:46:24.479" v="16761" actId="47"/>
        <pc:sldMkLst>
          <pc:docMk/>
          <pc:sldMk cId="1551449050" sldId="350"/>
        </pc:sldMkLst>
      </pc:sldChg>
      <pc:sldChg chg="addSp delSp modSp add mod modNotesTx">
        <pc:chgData name="Michael Wegelin" userId="44f55030-522d-4388-8c84-12427b5d3861" providerId="ADAL" clId="{0C4B0DB6-929A-4816-82F8-C5CA7CCA52CE}" dt="2026-07-19T10:00:03.939" v="10402" actId="20577"/>
        <pc:sldMkLst>
          <pc:docMk/>
          <pc:sldMk cId="1232189105" sldId="351"/>
        </pc:sldMkLst>
        <pc:spChg chg="mod">
          <ac:chgData name="Michael Wegelin" userId="44f55030-522d-4388-8c84-12427b5d3861" providerId="ADAL" clId="{0C4B0DB6-929A-4816-82F8-C5CA7CCA52CE}" dt="2026-07-19T10:00:03.939" v="10402" actId="20577"/>
          <ac:spMkLst>
            <pc:docMk/>
            <pc:sldMk cId="1232189105" sldId="351"/>
            <ac:spMk id="2" creationId="{506C489E-4421-7F8F-60C0-70155C5673DC}"/>
          </ac:spMkLst>
        </pc:spChg>
        <pc:graphicFrameChg chg="add mod">
          <ac:chgData name="Michael Wegelin" userId="44f55030-522d-4388-8c84-12427b5d3861" providerId="ADAL" clId="{0C4B0DB6-929A-4816-82F8-C5CA7CCA52CE}" dt="2026-07-19T09:58:59.274" v="10380" actId="1076"/>
          <ac:graphicFrameMkLst>
            <pc:docMk/>
            <pc:sldMk cId="1232189105" sldId="351"/>
            <ac:graphicFrameMk id="5" creationId="{2AC2572B-7368-D2D4-216D-E921FF2CD5CB}"/>
          </ac:graphicFrameMkLst>
        </pc:graphicFrameChg>
      </pc:sldChg>
      <pc:sldChg chg="modSp new del mod modNotesTx">
        <pc:chgData name="Michael Wegelin" userId="44f55030-522d-4388-8c84-12427b5d3861" providerId="ADAL" clId="{0C4B0DB6-929A-4816-82F8-C5CA7CCA52CE}" dt="2026-07-23T13:46:28.468" v="16762" actId="47"/>
        <pc:sldMkLst>
          <pc:docMk/>
          <pc:sldMk cId="911900393" sldId="352"/>
        </pc:sldMkLst>
      </pc:sldChg>
      <pc:sldChg chg="addSp delSp modSp new mod modNotesTx">
        <pc:chgData name="Michael Wegelin" userId="44f55030-522d-4388-8c84-12427b5d3861" providerId="ADAL" clId="{0C4B0DB6-929A-4816-82F8-C5CA7CCA52CE}" dt="2026-07-20T08:58:14.421" v="11475" actId="20577"/>
        <pc:sldMkLst>
          <pc:docMk/>
          <pc:sldMk cId="3529958815" sldId="353"/>
        </pc:sldMkLst>
        <pc:spChg chg="mod">
          <ac:chgData name="Michael Wegelin" userId="44f55030-522d-4388-8c84-12427b5d3861" providerId="ADAL" clId="{0C4B0DB6-929A-4816-82F8-C5CA7CCA52CE}" dt="2026-07-20T08:56:49.330" v="11469" actId="20577"/>
          <ac:spMkLst>
            <pc:docMk/>
            <pc:sldMk cId="3529958815" sldId="353"/>
            <ac:spMk id="2" creationId="{68FDB264-7832-7963-B816-247605176D55}"/>
          </ac:spMkLst>
        </pc:spChg>
        <pc:spChg chg="mod">
          <ac:chgData name="Michael Wegelin" userId="44f55030-522d-4388-8c84-12427b5d3861" providerId="ADAL" clId="{0C4B0DB6-929A-4816-82F8-C5CA7CCA52CE}" dt="2026-07-20T08:58:00.004" v="11472" actId="5793"/>
          <ac:spMkLst>
            <pc:docMk/>
            <pc:sldMk cId="3529958815" sldId="353"/>
            <ac:spMk id="3" creationId="{E45389A6-5E84-852D-6525-7060867FA1DB}"/>
          </ac:spMkLst>
        </pc:spChg>
        <pc:spChg chg="add mod">
          <ac:chgData name="Michael Wegelin" userId="44f55030-522d-4388-8c84-12427b5d3861" providerId="ADAL" clId="{0C4B0DB6-929A-4816-82F8-C5CA7CCA52CE}" dt="2026-07-19T15:09:26.333" v="11158" actId="113"/>
          <ac:spMkLst>
            <pc:docMk/>
            <pc:sldMk cId="3529958815" sldId="353"/>
            <ac:spMk id="7" creationId="{F5E7934C-2D8D-85A1-FE29-1BAFD5B62D75}"/>
          </ac:spMkLst>
        </pc:spChg>
      </pc:sldChg>
      <pc:sldChg chg="addSp delSp modSp new del mod modNotesTx">
        <pc:chgData name="Michael Wegelin" userId="44f55030-522d-4388-8c84-12427b5d3861" providerId="ADAL" clId="{0C4B0DB6-929A-4816-82F8-C5CA7CCA52CE}" dt="2026-07-23T13:49:09.230" v="16863" actId="47"/>
        <pc:sldMkLst>
          <pc:docMk/>
          <pc:sldMk cId="1724640901" sldId="354"/>
        </pc:sldMkLst>
      </pc:sldChg>
      <pc:sldChg chg="addSp modSp new mod modNotesTx">
        <pc:chgData name="Michael Wegelin" userId="44f55030-522d-4388-8c84-12427b5d3861" providerId="ADAL" clId="{0C4B0DB6-929A-4816-82F8-C5CA7CCA52CE}" dt="2026-07-20T09:23:03.798" v="11953" actId="20577"/>
        <pc:sldMkLst>
          <pc:docMk/>
          <pc:sldMk cId="1684978310" sldId="355"/>
        </pc:sldMkLst>
        <pc:spChg chg="mod">
          <ac:chgData name="Michael Wegelin" userId="44f55030-522d-4388-8c84-12427b5d3861" providerId="ADAL" clId="{0C4B0DB6-929A-4816-82F8-C5CA7CCA52CE}" dt="2026-07-19T15:12:52.834" v="11222" actId="20577"/>
          <ac:spMkLst>
            <pc:docMk/>
            <pc:sldMk cId="1684978310" sldId="355"/>
            <ac:spMk id="2" creationId="{D7D953CD-2F43-1283-5291-FA0C58C998CB}"/>
          </ac:spMkLst>
        </pc:spChg>
        <pc:spChg chg="mod">
          <ac:chgData name="Michael Wegelin" userId="44f55030-522d-4388-8c84-12427b5d3861" providerId="ADAL" clId="{0C4B0DB6-929A-4816-82F8-C5CA7CCA52CE}" dt="2026-07-19T15:24:43.022" v="11321" actId="20577"/>
          <ac:spMkLst>
            <pc:docMk/>
            <pc:sldMk cId="1684978310" sldId="355"/>
            <ac:spMk id="3" creationId="{BE6510ED-40BF-52F7-F373-E89C45485BC6}"/>
          </ac:spMkLst>
        </pc:spChg>
        <pc:picChg chg="add mod">
          <ac:chgData name="Michael Wegelin" userId="44f55030-522d-4388-8c84-12427b5d3861" providerId="ADAL" clId="{0C4B0DB6-929A-4816-82F8-C5CA7CCA52CE}" dt="2026-07-19T15:24:33.072" v="11318" actId="1036"/>
          <ac:picMkLst>
            <pc:docMk/>
            <pc:sldMk cId="1684978310" sldId="355"/>
            <ac:picMk id="4" creationId="{9DEE9B44-35DC-2C06-271D-66BA9D0359C4}"/>
          </ac:picMkLst>
        </pc:picChg>
      </pc:sldChg>
      <pc:sldChg chg="addSp delSp modSp new mod ord modNotesTx">
        <pc:chgData name="Michael Wegelin" userId="44f55030-522d-4388-8c84-12427b5d3861" providerId="ADAL" clId="{0C4B0DB6-929A-4816-82F8-C5CA7CCA52CE}" dt="2026-07-21T16:57:13.853" v="16353" actId="6549"/>
        <pc:sldMkLst>
          <pc:docMk/>
          <pc:sldMk cId="1199936027" sldId="357"/>
        </pc:sldMkLst>
        <pc:spChg chg="mod">
          <ac:chgData name="Michael Wegelin" userId="44f55030-522d-4388-8c84-12427b5d3861" providerId="ADAL" clId="{0C4B0DB6-929A-4816-82F8-C5CA7CCA52CE}" dt="2026-07-21T16:57:13.853" v="16353" actId="6549"/>
          <ac:spMkLst>
            <pc:docMk/>
            <pc:sldMk cId="1199936027" sldId="357"/>
            <ac:spMk id="2" creationId="{8A51C17F-3DEE-24C5-D863-0CCEE2C72FE8}"/>
          </ac:spMkLst>
        </pc:spChg>
        <pc:spChg chg="mod">
          <ac:chgData name="Michael Wegelin" userId="44f55030-522d-4388-8c84-12427b5d3861" providerId="ADAL" clId="{0C4B0DB6-929A-4816-82F8-C5CA7CCA52CE}" dt="2026-07-20T09:16:42.675" v="11892" actId="113"/>
          <ac:spMkLst>
            <pc:docMk/>
            <pc:sldMk cId="1199936027" sldId="357"/>
            <ac:spMk id="3" creationId="{3FF6644F-35B3-790A-0D60-FA1DAED649F1}"/>
          </ac:spMkLst>
        </pc:spChg>
      </pc:sldChg>
      <pc:sldChg chg="addSp delSp modSp new mod modNotesTx">
        <pc:chgData name="Michael Wegelin" userId="44f55030-522d-4388-8c84-12427b5d3861" providerId="ADAL" clId="{0C4B0DB6-929A-4816-82F8-C5CA7CCA52CE}" dt="2026-07-23T13:49:50.641" v="16883" actId="113"/>
        <pc:sldMkLst>
          <pc:docMk/>
          <pc:sldMk cId="1551982057" sldId="358"/>
        </pc:sldMkLst>
        <pc:spChg chg="mod">
          <ac:chgData name="Michael Wegelin" userId="44f55030-522d-4388-8c84-12427b5d3861" providerId="ADAL" clId="{0C4B0DB6-929A-4816-82F8-C5CA7CCA52CE}" dt="2026-07-20T09:19:40.476" v="11929" actId="20577"/>
          <ac:spMkLst>
            <pc:docMk/>
            <pc:sldMk cId="1551982057" sldId="358"/>
            <ac:spMk id="2" creationId="{419C6BE3-3517-A4BF-B2A2-A2F8AEFB157B}"/>
          </ac:spMkLst>
        </pc:spChg>
        <pc:picChg chg="add mod ord">
          <ac:chgData name="Michael Wegelin" userId="44f55030-522d-4388-8c84-12427b5d3861" providerId="ADAL" clId="{0C4B0DB6-929A-4816-82F8-C5CA7CCA52CE}" dt="2026-07-20T09:22:08.492" v="11937" actId="14100"/>
          <ac:picMkLst>
            <pc:docMk/>
            <pc:sldMk cId="1551982057" sldId="358"/>
            <ac:picMk id="7" creationId="{A2D43ED6-94DE-3EF1-34B6-CB020FAE93EF}"/>
          </ac:picMkLst>
        </pc:picChg>
      </pc:sldChg>
      <pc:sldChg chg="modSp new del mod modNotesTx">
        <pc:chgData name="Michael Wegelin" userId="44f55030-522d-4388-8c84-12427b5d3861" providerId="ADAL" clId="{0C4B0DB6-929A-4816-82F8-C5CA7CCA52CE}" dt="2026-07-23T13:49:54.588" v="16884" actId="47"/>
        <pc:sldMkLst>
          <pc:docMk/>
          <pc:sldMk cId="1639095649" sldId="359"/>
        </pc:sldMkLst>
      </pc:sldChg>
      <pc:sldChg chg="addSp modSp new mod modNotesTx">
        <pc:chgData name="Michael Wegelin" userId="44f55030-522d-4388-8c84-12427b5d3861" providerId="ADAL" clId="{0C4B0DB6-929A-4816-82F8-C5CA7CCA52CE}" dt="2026-07-20T11:47:05.419" v="12236" actId="113"/>
        <pc:sldMkLst>
          <pc:docMk/>
          <pc:sldMk cId="3158140168" sldId="362"/>
        </pc:sldMkLst>
        <pc:spChg chg="mod">
          <ac:chgData name="Michael Wegelin" userId="44f55030-522d-4388-8c84-12427b5d3861" providerId="ADAL" clId="{0C4B0DB6-929A-4816-82F8-C5CA7CCA52CE}" dt="2026-07-20T11:37:18.128" v="12217"/>
          <ac:spMkLst>
            <pc:docMk/>
            <pc:sldMk cId="3158140168" sldId="362"/>
            <ac:spMk id="2" creationId="{FE1FB247-806A-2E3E-FBA5-E565AEB3637A}"/>
          </ac:spMkLst>
        </pc:spChg>
        <pc:spChg chg="mod">
          <ac:chgData name="Michael Wegelin" userId="44f55030-522d-4388-8c84-12427b5d3861" providerId="ADAL" clId="{0C4B0DB6-929A-4816-82F8-C5CA7CCA52CE}" dt="2026-07-20T11:47:05.419" v="12236" actId="113"/>
          <ac:spMkLst>
            <pc:docMk/>
            <pc:sldMk cId="3158140168" sldId="362"/>
            <ac:spMk id="3" creationId="{645D9C56-FD7E-F3F8-7D97-C5D5B9EC9552}"/>
          </ac:spMkLst>
        </pc:spChg>
        <pc:picChg chg="add mod">
          <ac:chgData name="Michael Wegelin" userId="44f55030-522d-4388-8c84-12427b5d3861" providerId="ADAL" clId="{0C4B0DB6-929A-4816-82F8-C5CA7CCA52CE}" dt="2026-07-20T11:46:32.390" v="12231" actId="1076"/>
          <ac:picMkLst>
            <pc:docMk/>
            <pc:sldMk cId="3158140168" sldId="362"/>
            <ac:picMk id="4" creationId="{73B723C5-69E0-E2D3-76EB-F297A789D2B1}"/>
          </ac:picMkLst>
        </pc:picChg>
      </pc:sldChg>
      <pc:sldChg chg="addSp delSp modSp new del mod modNotesTx">
        <pc:chgData name="Michael Wegelin" userId="44f55030-522d-4388-8c84-12427b5d3861" providerId="ADAL" clId="{0C4B0DB6-929A-4816-82F8-C5CA7CCA52CE}" dt="2026-07-23T13:51:13.703" v="16887" actId="47"/>
        <pc:sldMkLst>
          <pc:docMk/>
          <pc:sldMk cId="1244276054" sldId="363"/>
        </pc:sldMkLst>
      </pc:sldChg>
      <pc:sldChg chg="modSp new mod modNotesTx">
        <pc:chgData name="Michael Wegelin" userId="44f55030-522d-4388-8c84-12427b5d3861" providerId="ADAL" clId="{0C4B0DB6-929A-4816-82F8-C5CA7CCA52CE}" dt="2026-07-20T12:09:01.299" v="12658" actId="20577"/>
        <pc:sldMkLst>
          <pc:docMk/>
          <pc:sldMk cId="220723594" sldId="364"/>
        </pc:sldMkLst>
        <pc:spChg chg="mod">
          <ac:chgData name="Michael Wegelin" userId="44f55030-522d-4388-8c84-12427b5d3861" providerId="ADAL" clId="{0C4B0DB6-929A-4816-82F8-C5CA7CCA52CE}" dt="2026-07-20T12:03:46.289" v="12464"/>
          <ac:spMkLst>
            <pc:docMk/>
            <pc:sldMk cId="220723594" sldId="364"/>
            <ac:spMk id="2" creationId="{533F2785-D1B7-3873-52A1-24CA892DA126}"/>
          </ac:spMkLst>
        </pc:spChg>
        <pc:spChg chg="mod">
          <ac:chgData name="Michael Wegelin" userId="44f55030-522d-4388-8c84-12427b5d3861" providerId="ADAL" clId="{0C4B0DB6-929A-4816-82F8-C5CA7CCA52CE}" dt="2026-07-20T12:08:34.575" v="12655" actId="13926"/>
          <ac:spMkLst>
            <pc:docMk/>
            <pc:sldMk cId="220723594" sldId="364"/>
            <ac:spMk id="3" creationId="{F216110C-DFAF-4701-E24B-DE6BD596DA44}"/>
          </ac:spMkLst>
        </pc:spChg>
      </pc:sldChg>
      <pc:sldChg chg="modSp new mod modNotesTx">
        <pc:chgData name="Michael Wegelin" userId="44f55030-522d-4388-8c84-12427b5d3861" providerId="ADAL" clId="{0C4B0DB6-929A-4816-82F8-C5CA7CCA52CE}" dt="2026-07-23T13:52:14.636" v="16905" actId="113"/>
        <pc:sldMkLst>
          <pc:docMk/>
          <pc:sldMk cId="3988901464" sldId="365"/>
        </pc:sldMkLst>
        <pc:spChg chg="mod">
          <ac:chgData name="Michael Wegelin" userId="44f55030-522d-4388-8c84-12427b5d3861" providerId="ADAL" clId="{0C4B0DB6-929A-4816-82F8-C5CA7CCA52CE}" dt="2026-07-20T12:09:19.851" v="12659"/>
          <ac:spMkLst>
            <pc:docMk/>
            <pc:sldMk cId="3988901464" sldId="365"/>
            <ac:spMk id="2" creationId="{E9917992-2E2E-A277-EB8A-E4C51BB98F88}"/>
          </ac:spMkLst>
        </pc:spChg>
        <pc:spChg chg="mod">
          <ac:chgData name="Michael Wegelin" userId="44f55030-522d-4388-8c84-12427b5d3861" providerId="ADAL" clId="{0C4B0DB6-929A-4816-82F8-C5CA7CCA52CE}" dt="2026-07-23T13:51:40.570" v="16897" actId="20577"/>
          <ac:spMkLst>
            <pc:docMk/>
            <pc:sldMk cId="3988901464" sldId="365"/>
            <ac:spMk id="3" creationId="{FE299ACF-E286-B38F-9F47-C9E592CD7EA7}"/>
          </ac:spMkLst>
        </pc:spChg>
      </pc:sldChg>
      <pc:sldChg chg="modSp new del mod modNotesTx">
        <pc:chgData name="Michael Wegelin" userId="44f55030-522d-4388-8c84-12427b5d3861" providerId="ADAL" clId="{0C4B0DB6-929A-4816-82F8-C5CA7CCA52CE}" dt="2026-07-23T13:52:17.167" v="16906" actId="47"/>
        <pc:sldMkLst>
          <pc:docMk/>
          <pc:sldMk cId="986082383" sldId="366"/>
        </pc:sldMkLst>
      </pc:sldChg>
      <pc:sldChg chg="addSp modSp new del mod modClrScheme chgLayout modNotesTx">
        <pc:chgData name="Michael Wegelin" userId="44f55030-522d-4388-8c84-12427b5d3861" providerId="ADAL" clId="{0C4B0DB6-929A-4816-82F8-C5CA7CCA52CE}" dt="2026-07-23T13:52:30.773" v="16907" actId="47"/>
        <pc:sldMkLst>
          <pc:docMk/>
          <pc:sldMk cId="3415356570" sldId="367"/>
        </pc:sldMkLst>
      </pc:sldChg>
      <pc:sldChg chg="addSp delSp modSp new mod modNotesTx">
        <pc:chgData name="Michael Wegelin" userId="44f55030-522d-4388-8c84-12427b5d3861" providerId="ADAL" clId="{0C4B0DB6-929A-4816-82F8-C5CA7CCA52CE}" dt="2026-07-20T12:30:36.162" v="12978" actId="20577"/>
        <pc:sldMkLst>
          <pc:docMk/>
          <pc:sldMk cId="229858602" sldId="368"/>
        </pc:sldMkLst>
        <pc:spChg chg="mod">
          <ac:chgData name="Michael Wegelin" userId="44f55030-522d-4388-8c84-12427b5d3861" providerId="ADAL" clId="{0C4B0DB6-929A-4816-82F8-C5CA7CCA52CE}" dt="2026-07-20T12:25:29.534" v="12940"/>
          <ac:spMkLst>
            <pc:docMk/>
            <pc:sldMk cId="229858602" sldId="368"/>
            <ac:spMk id="2" creationId="{9590B091-61A8-C273-D894-BC0176092506}"/>
          </ac:spMkLst>
        </pc:spChg>
        <pc:picChg chg="add mod ord">
          <ac:chgData name="Michael Wegelin" userId="44f55030-522d-4388-8c84-12427b5d3861" providerId="ADAL" clId="{0C4B0DB6-929A-4816-82F8-C5CA7CCA52CE}" dt="2026-07-20T12:30:07.838" v="12944" actId="22"/>
          <ac:picMkLst>
            <pc:docMk/>
            <pc:sldMk cId="229858602" sldId="368"/>
            <ac:picMk id="5" creationId="{42F96109-2DB2-74ED-77ED-A9155B6E6F9A}"/>
          </ac:picMkLst>
        </pc:picChg>
      </pc:sldChg>
      <pc:sldChg chg="addSp delSp modSp new mod modNotesTx">
        <pc:chgData name="Michael Wegelin" userId="44f55030-522d-4388-8c84-12427b5d3861" providerId="ADAL" clId="{0C4B0DB6-929A-4816-82F8-C5CA7CCA52CE}" dt="2026-07-20T13:22:42.173" v="13260" actId="1076"/>
        <pc:sldMkLst>
          <pc:docMk/>
          <pc:sldMk cId="1941946581" sldId="369"/>
        </pc:sldMkLst>
        <pc:spChg chg="mod">
          <ac:chgData name="Michael Wegelin" userId="44f55030-522d-4388-8c84-12427b5d3861" providerId="ADAL" clId="{0C4B0DB6-929A-4816-82F8-C5CA7CCA52CE}" dt="2026-07-20T12:33:51.166" v="12979"/>
          <ac:spMkLst>
            <pc:docMk/>
            <pc:sldMk cId="1941946581" sldId="369"/>
            <ac:spMk id="2" creationId="{CB35CA06-758E-D5CF-9AE2-C7D64858F765}"/>
          </ac:spMkLst>
        </pc:spChg>
        <pc:spChg chg="add mod">
          <ac:chgData name="Michael Wegelin" userId="44f55030-522d-4388-8c84-12427b5d3861" providerId="ADAL" clId="{0C4B0DB6-929A-4816-82F8-C5CA7CCA52CE}" dt="2026-07-20T13:22:42.173" v="13260" actId="1076"/>
          <ac:spMkLst>
            <pc:docMk/>
            <pc:sldMk cId="1941946581" sldId="369"/>
            <ac:spMk id="11" creationId="{E0404DD2-A595-A280-D7A5-B4F0138B84F2}"/>
          </ac:spMkLst>
        </pc:spChg>
        <pc:picChg chg="add mod ord">
          <ac:chgData name="Michael Wegelin" userId="44f55030-522d-4388-8c84-12427b5d3861" providerId="ADAL" clId="{0C4B0DB6-929A-4816-82F8-C5CA7CCA52CE}" dt="2026-07-20T13:21:19.841" v="13247" actId="22"/>
          <ac:picMkLst>
            <pc:docMk/>
            <pc:sldMk cId="1941946581" sldId="369"/>
            <ac:picMk id="7" creationId="{8EADCBB0-91E3-EC87-CC74-83FC4FFDAF94}"/>
          </ac:picMkLst>
        </pc:picChg>
      </pc:sldChg>
      <pc:sldChg chg="modSp new mod modNotesTx">
        <pc:chgData name="Michael Wegelin" userId="44f55030-522d-4388-8c84-12427b5d3861" providerId="ADAL" clId="{0C4B0DB6-929A-4816-82F8-C5CA7CCA52CE}" dt="2026-07-23T13:56:24.925" v="17098" actId="20577"/>
        <pc:sldMkLst>
          <pc:docMk/>
          <pc:sldMk cId="720727595" sldId="370"/>
        </pc:sldMkLst>
        <pc:spChg chg="mod">
          <ac:chgData name="Michael Wegelin" userId="44f55030-522d-4388-8c84-12427b5d3861" providerId="ADAL" clId="{0C4B0DB6-929A-4816-82F8-C5CA7CCA52CE}" dt="2026-07-20T12:34:47.126" v="12980"/>
          <ac:spMkLst>
            <pc:docMk/>
            <pc:sldMk cId="720727595" sldId="370"/>
            <ac:spMk id="2" creationId="{9EEF796E-057F-C909-14D0-613C333B0AFF}"/>
          </ac:spMkLst>
        </pc:spChg>
        <pc:spChg chg="mod">
          <ac:chgData name="Michael Wegelin" userId="44f55030-522d-4388-8c84-12427b5d3861" providerId="ADAL" clId="{0C4B0DB6-929A-4816-82F8-C5CA7CCA52CE}" dt="2026-07-20T12:35:36.301" v="12987" actId="5793"/>
          <ac:spMkLst>
            <pc:docMk/>
            <pc:sldMk cId="720727595" sldId="370"/>
            <ac:spMk id="3" creationId="{11FE9F3A-E206-C5F8-37F9-A0673D6E6E1D}"/>
          </ac:spMkLst>
        </pc:spChg>
      </pc:sldChg>
      <pc:sldChg chg="modSp new mod ord modNotesTx">
        <pc:chgData name="Michael Wegelin" userId="44f55030-522d-4388-8c84-12427b5d3861" providerId="ADAL" clId="{0C4B0DB6-929A-4816-82F8-C5CA7CCA52CE}" dt="2026-07-23T14:02:05.167" v="17249"/>
        <pc:sldMkLst>
          <pc:docMk/>
          <pc:sldMk cId="1883460168" sldId="371"/>
        </pc:sldMkLst>
        <pc:spChg chg="mod">
          <ac:chgData name="Michael Wegelin" userId="44f55030-522d-4388-8c84-12427b5d3861" providerId="ADAL" clId="{0C4B0DB6-929A-4816-82F8-C5CA7CCA52CE}" dt="2026-07-20T13:37:37.060" v="13273"/>
          <ac:spMkLst>
            <pc:docMk/>
            <pc:sldMk cId="1883460168" sldId="371"/>
            <ac:spMk id="2" creationId="{6DB3C4CA-40D4-DFEC-BD70-8BE2E7F067F4}"/>
          </ac:spMkLst>
        </pc:spChg>
        <pc:spChg chg="mod">
          <ac:chgData name="Michael Wegelin" userId="44f55030-522d-4388-8c84-12427b5d3861" providerId="ADAL" clId="{0C4B0DB6-929A-4816-82F8-C5CA7CCA52CE}" dt="2026-07-20T13:39:21.259" v="13339" actId="27636"/>
          <ac:spMkLst>
            <pc:docMk/>
            <pc:sldMk cId="1883460168" sldId="371"/>
            <ac:spMk id="3" creationId="{CAAC4715-F19B-209C-3174-DB2ACA55D74F}"/>
          </ac:spMkLst>
        </pc:spChg>
      </pc:sldChg>
      <pc:sldChg chg="addSp delSp modSp new mod modNotesTx">
        <pc:chgData name="Michael Wegelin" userId="44f55030-522d-4388-8c84-12427b5d3861" providerId="ADAL" clId="{0C4B0DB6-929A-4816-82F8-C5CA7CCA52CE}" dt="2026-07-23T14:04:57.263" v="17316" actId="6549"/>
        <pc:sldMkLst>
          <pc:docMk/>
          <pc:sldMk cId="1781308241" sldId="372"/>
        </pc:sldMkLst>
        <pc:spChg chg="mod">
          <ac:chgData name="Michael Wegelin" userId="44f55030-522d-4388-8c84-12427b5d3861" providerId="ADAL" clId="{0C4B0DB6-929A-4816-82F8-C5CA7CCA52CE}" dt="2026-07-23T14:03:17.217" v="17305" actId="20577"/>
          <ac:spMkLst>
            <pc:docMk/>
            <pc:sldMk cId="1781308241" sldId="372"/>
            <ac:spMk id="2" creationId="{DF769A88-69E6-1DB4-89E6-25DB0E1AD3CA}"/>
          </ac:spMkLst>
        </pc:spChg>
        <pc:spChg chg="mod">
          <ac:chgData name="Michael Wegelin" userId="44f55030-522d-4388-8c84-12427b5d3861" providerId="ADAL" clId="{0C4B0DB6-929A-4816-82F8-C5CA7CCA52CE}" dt="2026-07-20T13:40:12.932" v="13342" actId="5793"/>
          <ac:spMkLst>
            <pc:docMk/>
            <pc:sldMk cId="1781308241" sldId="372"/>
            <ac:spMk id="3" creationId="{F1EEA07F-BBE3-0F18-7A1E-6171B04CAE4B}"/>
          </ac:spMkLst>
        </pc:spChg>
        <pc:picChg chg="add mod">
          <ac:chgData name="Michael Wegelin" userId="44f55030-522d-4388-8c84-12427b5d3861" providerId="ADAL" clId="{0C4B0DB6-929A-4816-82F8-C5CA7CCA52CE}" dt="2026-07-20T13:46:31.618" v="13364" actId="1076"/>
          <ac:picMkLst>
            <pc:docMk/>
            <pc:sldMk cId="1781308241" sldId="372"/>
            <ac:picMk id="9" creationId="{2D77B8A9-8CCC-A241-4F3F-46D9EDC5373A}"/>
          </ac:picMkLst>
        </pc:picChg>
      </pc:sldChg>
      <pc:sldChg chg="addSp delSp modSp new mod ord modNotesTx">
        <pc:chgData name="Michael Wegelin" userId="44f55030-522d-4388-8c84-12427b5d3861" providerId="ADAL" clId="{0C4B0DB6-929A-4816-82F8-C5CA7CCA52CE}" dt="2026-07-23T14:02:49.395" v="17273"/>
        <pc:sldMkLst>
          <pc:docMk/>
          <pc:sldMk cId="3075934301" sldId="373"/>
        </pc:sldMkLst>
        <pc:spChg chg="mod">
          <ac:chgData name="Michael Wegelin" userId="44f55030-522d-4388-8c84-12427b5d3861" providerId="ADAL" clId="{0C4B0DB6-929A-4816-82F8-C5CA7CCA52CE}" dt="2026-07-20T13:47:16.284" v="13368"/>
          <ac:spMkLst>
            <pc:docMk/>
            <pc:sldMk cId="3075934301" sldId="373"/>
            <ac:spMk id="2" creationId="{E9A4CC07-74EF-3C10-A77A-CBFA8D523BDF}"/>
          </ac:spMkLst>
        </pc:spChg>
        <pc:graphicFrameChg chg="add mod ord modGraphic">
          <ac:chgData name="Michael Wegelin" userId="44f55030-522d-4388-8c84-12427b5d3861" providerId="ADAL" clId="{0C4B0DB6-929A-4816-82F8-C5CA7CCA52CE}" dt="2026-07-20T13:53:26.104" v="13461"/>
          <ac:graphicFrameMkLst>
            <pc:docMk/>
            <pc:sldMk cId="3075934301" sldId="373"/>
            <ac:graphicFrameMk id="4" creationId="{8E0BDB2B-E3E7-75D5-C27D-62F41CFCBA0D}"/>
          </ac:graphicFrameMkLst>
        </pc:graphicFrameChg>
      </pc:sldChg>
      <pc:sldChg chg="modSp new del mod modNotesTx">
        <pc:chgData name="Michael Wegelin" userId="44f55030-522d-4388-8c84-12427b5d3861" providerId="ADAL" clId="{0C4B0DB6-929A-4816-82F8-C5CA7CCA52CE}" dt="2026-07-23T14:04:22.035" v="17312" actId="47"/>
        <pc:sldMkLst>
          <pc:docMk/>
          <pc:sldMk cId="4292873228" sldId="374"/>
        </pc:sldMkLst>
      </pc:sldChg>
      <pc:sldChg chg="addSp modSp new mod modNotesTx">
        <pc:chgData name="Michael Wegelin" userId="44f55030-522d-4388-8c84-12427b5d3861" providerId="ADAL" clId="{0C4B0DB6-929A-4816-82F8-C5CA7CCA52CE}" dt="2026-07-23T14:05:29.952" v="17342" actId="113"/>
        <pc:sldMkLst>
          <pc:docMk/>
          <pc:sldMk cId="1833778502" sldId="375"/>
        </pc:sldMkLst>
        <pc:spChg chg="mod">
          <ac:chgData name="Michael Wegelin" userId="44f55030-522d-4388-8c84-12427b5d3861" providerId="ADAL" clId="{0C4B0DB6-929A-4816-82F8-C5CA7CCA52CE}" dt="2026-07-20T13:58:01.215" v="13503"/>
          <ac:spMkLst>
            <pc:docMk/>
            <pc:sldMk cId="1833778502" sldId="375"/>
            <ac:spMk id="2" creationId="{D1A4A195-718E-B702-C5D1-AF6297BB06DD}"/>
          </ac:spMkLst>
        </pc:spChg>
        <pc:picChg chg="add">
          <ac:chgData name="Michael Wegelin" userId="44f55030-522d-4388-8c84-12427b5d3861" providerId="ADAL" clId="{0C4B0DB6-929A-4816-82F8-C5CA7CCA52CE}" dt="2026-07-20T13:56:25.866" v="13475" actId="22"/>
          <ac:picMkLst>
            <pc:docMk/>
            <pc:sldMk cId="1833778502" sldId="375"/>
            <ac:picMk id="5" creationId="{726EC97A-564B-5433-0DC1-AE07315AF57F}"/>
          </ac:picMkLst>
        </pc:picChg>
      </pc:sldChg>
      <pc:sldChg chg="modSp new del mod modNotesTx">
        <pc:chgData name="Michael Wegelin" userId="44f55030-522d-4388-8c84-12427b5d3861" providerId="ADAL" clId="{0C4B0DB6-929A-4816-82F8-C5CA7CCA52CE}" dt="2026-07-23T14:04:40.859" v="17315" actId="47"/>
        <pc:sldMkLst>
          <pc:docMk/>
          <pc:sldMk cId="2458514993" sldId="376"/>
        </pc:sldMkLst>
      </pc:sldChg>
      <pc:sldChg chg="addSp modSp new add del mod modClrScheme chgLayout modNotesTx">
        <pc:chgData name="Michael Wegelin" userId="44f55030-522d-4388-8c84-12427b5d3861" providerId="ADAL" clId="{0C4B0DB6-929A-4816-82F8-C5CA7CCA52CE}" dt="2026-07-23T14:05:50.542" v="17345" actId="47"/>
        <pc:sldMkLst>
          <pc:docMk/>
          <pc:sldMk cId="1808932758" sldId="377"/>
        </pc:sldMkLst>
      </pc:sldChg>
      <pc:sldChg chg="modSp new mod modNotesTx">
        <pc:chgData name="Michael Wegelin" userId="44f55030-522d-4388-8c84-12427b5d3861" providerId="ADAL" clId="{0C4B0DB6-929A-4816-82F8-C5CA7CCA52CE}" dt="2026-07-20T14:06:36.207" v="13646" actId="20577"/>
        <pc:sldMkLst>
          <pc:docMk/>
          <pc:sldMk cId="1510174852" sldId="378"/>
        </pc:sldMkLst>
        <pc:spChg chg="mod">
          <ac:chgData name="Michael Wegelin" userId="44f55030-522d-4388-8c84-12427b5d3861" providerId="ADAL" clId="{0C4B0DB6-929A-4816-82F8-C5CA7CCA52CE}" dt="2026-07-20T14:04:26.660" v="13622"/>
          <ac:spMkLst>
            <pc:docMk/>
            <pc:sldMk cId="1510174852" sldId="378"/>
            <ac:spMk id="2" creationId="{EB8ECFCD-2B1E-B505-8E42-0292E568ACB8}"/>
          </ac:spMkLst>
        </pc:spChg>
        <pc:spChg chg="mod">
          <ac:chgData name="Michael Wegelin" userId="44f55030-522d-4388-8c84-12427b5d3861" providerId="ADAL" clId="{0C4B0DB6-929A-4816-82F8-C5CA7CCA52CE}" dt="2026-07-20T14:06:04.750" v="13642" actId="255"/>
          <ac:spMkLst>
            <pc:docMk/>
            <pc:sldMk cId="1510174852" sldId="378"/>
            <ac:spMk id="3" creationId="{CF8DA970-859C-1071-C308-4B077DF65328}"/>
          </ac:spMkLst>
        </pc:spChg>
      </pc:sldChg>
      <pc:sldChg chg="addSp modSp new mod modNotesTx">
        <pc:chgData name="Michael Wegelin" userId="44f55030-522d-4388-8c84-12427b5d3861" providerId="ADAL" clId="{0C4B0DB6-929A-4816-82F8-C5CA7CCA52CE}" dt="2026-07-20T14:09:42.874" v="13664" actId="1076"/>
        <pc:sldMkLst>
          <pc:docMk/>
          <pc:sldMk cId="1168073953" sldId="379"/>
        </pc:sldMkLst>
        <pc:spChg chg="mod">
          <ac:chgData name="Michael Wegelin" userId="44f55030-522d-4388-8c84-12427b5d3861" providerId="ADAL" clId="{0C4B0DB6-929A-4816-82F8-C5CA7CCA52CE}" dt="2026-07-20T14:06:50.570" v="13647"/>
          <ac:spMkLst>
            <pc:docMk/>
            <pc:sldMk cId="1168073953" sldId="379"/>
            <ac:spMk id="2" creationId="{38235323-242C-4543-A7DB-DC79C2EB9233}"/>
          </ac:spMkLst>
        </pc:spChg>
        <pc:spChg chg="mod">
          <ac:chgData name="Michael Wegelin" userId="44f55030-522d-4388-8c84-12427b5d3861" providerId="ADAL" clId="{0C4B0DB6-929A-4816-82F8-C5CA7CCA52CE}" dt="2026-07-20T14:09:35.713" v="13662" actId="14100"/>
          <ac:spMkLst>
            <pc:docMk/>
            <pc:sldMk cId="1168073953" sldId="379"/>
            <ac:spMk id="3" creationId="{735B09FC-5324-961B-7153-0180FFB1172B}"/>
          </ac:spMkLst>
        </pc:spChg>
        <pc:picChg chg="add mod">
          <ac:chgData name="Michael Wegelin" userId="44f55030-522d-4388-8c84-12427b5d3861" providerId="ADAL" clId="{0C4B0DB6-929A-4816-82F8-C5CA7CCA52CE}" dt="2026-07-20T14:09:42.874" v="13664" actId="1076"/>
          <ac:picMkLst>
            <pc:docMk/>
            <pc:sldMk cId="1168073953" sldId="379"/>
            <ac:picMk id="5" creationId="{66C61DDA-2B24-486A-1208-75E5E17FCF54}"/>
          </ac:picMkLst>
        </pc:picChg>
      </pc:sldChg>
      <pc:sldChg chg="addSp delSp modSp new del mod modClrScheme chgLayout modNotesTx">
        <pc:chgData name="Michael Wegelin" userId="44f55030-522d-4388-8c84-12427b5d3861" providerId="ADAL" clId="{0C4B0DB6-929A-4816-82F8-C5CA7CCA52CE}" dt="2026-07-23T13:48:54.700" v="16862" actId="47"/>
        <pc:sldMkLst>
          <pc:docMk/>
          <pc:sldMk cId="3851633411" sldId="380"/>
        </pc:sldMkLst>
      </pc:sldChg>
      <pc:sldChg chg="addSp delSp modSp new mod modClrScheme chgLayout modNotesTx">
        <pc:chgData name="Michael Wegelin" userId="44f55030-522d-4388-8c84-12427b5d3861" providerId="ADAL" clId="{0C4B0DB6-929A-4816-82F8-C5CA7CCA52CE}" dt="2026-07-20T09:08:50.664" v="11734" actId="6549"/>
        <pc:sldMkLst>
          <pc:docMk/>
          <pc:sldMk cId="3009245731" sldId="381"/>
        </pc:sldMkLst>
        <pc:spChg chg="mod ord">
          <ac:chgData name="Michael Wegelin" userId="44f55030-522d-4388-8c84-12427b5d3861" providerId="ADAL" clId="{0C4B0DB6-929A-4816-82F8-C5CA7CCA52CE}" dt="2026-07-20T09:01:29.385" v="11487" actId="700"/>
          <ac:spMkLst>
            <pc:docMk/>
            <pc:sldMk cId="3009245731" sldId="381"/>
            <ac:spMk id="2" creationId="{40EF67E9-BBCF-A7B4-3799-325B75B741D6}"/>
          </ac:spMkLst>
        </pc:spChg>
        <pc:spChg chg="add mod ord">
          <ac:chgData name="Michael Wegelin" userId="44f55030-522d-4388-8c84-12427b5d3861" providerId="ADAL" clId="{0C4B0DB6-929A-4816-82F8-C5CA7CCA52CE}" dt="2026-07-20T09:01:38.851" v="11513" actId="20577"/>
          <ac:spMkLst>
            <pc:docMk/>
            <pc:sldMk cId="3009245731" sldId="381"/>
            <ac:spMk id="4" creationId="{E4C06908-5D84-F757-E962-AF88058CD4FE}"/>
          </ac:spMkLst>
        </pc:spChg>
        <pc:spChg chg="add mod ord">
          <ac:chgData name="Michael Wegelin" userId="44f55030-522d-4388-8c84-12427b5d3861" providerId="ADAL" clId="{0C4B0DB6-929A-4816-82F8-C5CA7CCA52CE}" dt="2026-07-20T09:06:01.962" v="11664" actId="6549"/>
          <ac:spMkLst>
            <pc:docMk/>
            <pc:sldMk cId="3009245731" sldId="381"/>
            <ac:spMk id="5" creationId="{2CC473C2-7ABB-80FA-78B7-DFC575BD1C8F}"/>
          </ac:spMkLst>
        </pc:spChg>
        <pc:spChg chg="add mod ord">
          <ac:chgData name="Michael Wegelin" userId="44f55030-522d-4388-8c84-12427b5d3861" providerId="ADAL" clId="{0C4B0DB6-929A-4816-82F8-C5CA7CCA52CE}" dt="2026-07-20T09:02:28.633" v="11549" actId="20577"/>
          <ac:spMkLst>
            <pc:docMk/>
            <pc:sldMk cId="3009245731" sldId="381"/>
            <ac:spMk id="6" creationId="{250678CD-27C3-009C-80E5-DC85C0D53236}"/>
          </ac:spMkLst>
        </pc:spChg>
        <pc:spChg chg="add mod ord">
          <ac:chgData name="Michael Wegelin" userId="44f55030-522d-4388-8c84-12427b5d3861" providerId="ADAL" clId="{0C4B0DB6-929A-4816-82F8-C5CA7CCA52CE}" dt="2026-07-20T09:07:19.721" v="11712" actId="20577"/>
          <ac:spMkLst>
            <pc:docMk/>
            <pc:sldMk cId="3009245731" sldId="381"/>
            <ac:spMk id="7" creationId="{BD92E78F-8C4E-0B2C-B177-DA1FC90BC606}"/>
          </ac:spMkLst>
        </pc:spChg>
        <pc:spChg chg="add mod">
          <ac:chgData name="Michael Wegelin" userId="44f55030-522d-4388-8c84-12427b5d3861" providerId="ADAL" clId="{0C4B0DB6-929A-4816-82F8-C5CA7CCA52CE}" dt="2026-07-20T09:07:45.518" v="11714"/>
          <ac:spMkLst>
            <pc:docMk/>
            <pc:sldMk cId="3009245731" sldId="381"/>
            <ac:spMk id="9" creationId="{3B0CC0FD-E28A-FDC1-4CC6-4D76F0960B15}"/>
          </ac:spMkLst>
        </pc:spChg>
      </pc:sldChg>
      <pc:sldChg chg="modSp new del mod modNotesTx">
        <pc:chgData name="Michael Wegelin" userId="44f55030-522d-4388-8c84-12427b5d3861" providerId="ADAL" clId="{0C4B0DB6-929A-4816-82F8-C5CA7CCA52CE}" dt="2026-07-23T13:49:58.194" v="16885" actId="47"/>
        <pc:sldMkLst>
          <pc:docMk/>
          <pc:sldMk cId="1406648349" sldId="382"/>
        </pc:sldMkLst>
      </pc:sldChg>
      <pc:sldChg chg="addSp delSp modSp new mod modNotesTx">
        <pc:chgData name="Michael Wegelin" userId="44f55030-522d-4388-8c84-12427b5d3861" providerId="ADAL" clId="{0C4B0DB6-929A-4816-82F8-C5CA7CCA52CE}" dt="2026-07-20T09:30:07.907" v="12039" actId="20577"/>
        <pc:sldMkLst>
          <pc:docMk/>
          <pc:sldMk cId="595760669" sldId="383"/>
        </pc:sldMkLst>
        <pc:spChg chg="mod">
          <ac:chgData name="Michael Wegelin" userId="44f55030-522d-4388-8c84-12427b5d3861" providerId="ADAL" clId="{0C4B0DB6-929A-4816-82F8-C5CA7CCA52CE}" dt="2026-07-20T09:27:58.032" v="11997"/>
          <ac:spMkLst>
            <pc:docMk/>
            <pc:sldMk cId="595760669" sldId="383"/>
            <ac:spMk id="2" creationId="{EE70C677-2CC4-BAC4-1E82-75BF96B676EB}"/>
          </ac:spMkLst>
        </pc:spChg>
        <pc:graphicFrameChg chg="add mod ord modGraphic">
          <ac:chgData name="Michael Wegelin" userId="44f55030-522d-4388-8c84-12427b5d3861" providerId="ADAL" clId="{0C4B0DB6-929A-4816-82F8-C5CA7CCA52CE}" dt="2026-07-20T09:29:43.008" v="12034" actId="2165"/>
          <ac:graphicFrameMkLst>
            <pc:docMk/>
            <pc:sldMk cId="595760669" sldId="383"/>
            <ac:graphicFrameMk id="4" creationId="{F4940EA6-855A-8331-FDC5-392DBA55F4EF}"/>
          </ac:graphicFrameMkLst>
        </pc:graphicFrameChg>
      </pc:sldChg>
      <pc:sldChg chg="addSp delSp modSp new mod modClrScheme chgLayout modNotesTx">
        <pc:chgData name="Michael Wegelin" userId="44f55030-522d-4388-8c84-12427b5d3861" providerId="ADAL" clId="{0C4B0DB6-929A-4816-82F8-C5CA7CCA52CE}" dt="2026-07-20T09:32:57.092" v="12090" actId="20577"/>
        <pc:sldMkLst>
          <pc:docMk/>
          <pc:sldMk cId="74146902" sldId="384"/>
        </pc:sldMkLst>
        <pc:spChg chg="mod ord">
          <ac:chgData name="Michael Wegelin" userId="44f55030-522d-4388-8c84-12427b5d3861" providerId="ADAL" clId="{0C4B0DB6-929A-4816-82F8-C5CA7CCA52CE}" dt="2026-07-20T09:30:36.841" v="12041" actId="700"/>
          <ac:spMkLst>
            <pc:docMk/>
            <pc:sldMk cId="74146902" sldId="384"/>
            <ac:spMk id="2" creationId="{994FC5C5-0D84-33D6-4CFB-90ADE4B32555}"/>
          </ac:spMkLst>
        </pc:spChg>
        <pc:spChg chg="add mod ord">
          <ac:chgData name="Michael Wegelin" userId="44f55030-522d-4388-8c84-12427b5d3861" providerId="ADAL" clId="{0C4B0DB6-929A-4816-82F8-C5CA7CCA52CE}" dt="2026-07-20T09:30:43.762" v="12047" actId="20577"/>
          <ac:spMkLst>
            <pc:docMk/>
            <pc:sldMk cId="74146902" sldId="384"/>
            <ac:spMk id="4" creationId="{A0500E33-45D4-508D-F4AF-3AF3A8B7895F}"/>
          </ac:spMkLst>
        </pc:spChg>
        <pc:spChg chg="add mod ord">
          <ac:chgData name="Michael Wegelin" userId="44f55030-522d-4388-8c84-12427b5d3861" providerId="ADAL" clId="{0C4B0DB6-929A-4816-82F8-C5CA7CCA52CE}" dt="2026-07-20T09:32:30.707" v="12085" actId="27636"/>
          <ac:spMkLst>
            <pc:docMk/>
            <pc:sldMk cId="74146902" sldId="384"/>
            <ac:spMk id="5" creationId="{C271A4CF-AE1A-FE89-A91A-30663A3668BC}"/>
          </ac:spMkLst>
        </pc:spChg>
        <pc:spChg chg="add mod ord">
          <ac:chgData name="Michael Wegelin" userId="44f55030-522d-4388-8c84-12427b5d3861" providerId="ADAL" clId="{0C4B0DB6-929A-4816-82F8-C5CA7CCA52CE}" dt="2026-07-20T09:32:33.906" v="12087" actId="14100"/>
          <ac:spMkLst>
            <pc:docMk/>
            <pc:sldMk cId="74146902" sldId="384"/>
            <ac:spMk id="6" creationId="{AC348624-28AF-8A63-94F6-64BE0801CFEE}"/>
          </ac:spMkLst>
        </pc:spChg>
        <pc:spChg chg="add mod ord">
          <ac:chgData name="Michael Wegelin" userId="44f55030-522d-4388-8c84-12427b5d3861" providerId="ADAL" clId="{0C4B0DB6-929A-4816-82F8-C5CA7CCA52CE}" dt="2026-07-20T09:32:30.707" v="12086" actId="27636"/>
          <ac:spMkLst>
            <pc:docMk/>
            <pc:sldMk cId="74146902" sldId="384"/>
            <ac:spMk id="7" creationId="{041D0D40-CACD-D2E9-8A69-B218F00E4B9B}"/>
          </ac:spMkLst>
        </pc:spChg>
      </pc:sldChg>
      <pc:sldChg chg="modSp new del mod modNotesTx">
        <pc:chgData name="Michael Wegelin" userId="44f55030-522d-4388-8c84-12427b5d3861" providerId="ADAL" clId="{0C4B0DB6-929A-4816-82F8-C5CA7CCA52CE}" dt="2026-07-23T13:50:16.670" v="16886" actId="47"/>
        <pc:sldMkLst>
          <pc:docMk/>
          <pc:sldMk cId="1528812249" sldId="385"/>
        </pc:sldMkLst>
      </pc:sldChg>
      <pc:sldChg chg="modSp new del mod modNotesTx">
        <pc:chgData name="Michael Wegelin" userId="44f55030-522d-4388-8c84-12427b5d3861" providerId="ADAL" clId="{0C4B0DB6-929A-4816-82F8-C5CA7CCA52CE}" dt="2026-07-23T13:53:31.521" v="16918" actId="47"/>
        <pc:sldMkLst>
          <pc:docMk/>
          <pc:sldMk cId="1743203537" sldId="386"/>
        </pc:sldMkLst>
      </pc:sldChg>
      <pc:sldChg chg="addSp delSp modSp new del mod modNotesTx">
        <pc:chgData name="Michael Wegelin" userId="44f55030-522d-4388-8c84-12427b5d3861" providerId="ADAL" clId="{0C4B0DB6-929A-4816-82F8-C5CA7CCA52CE}" dt="2026-07-23T13:56:05.902" v="17096" actId="47"/>
        <pc:sldMkLst>
          <pc:docMk/>
          <pc:sldMk cId="286409500" sldId="387"/>
        </pc:sldMkLst>
      </pc:sldChg>
      <pc:sldChg chg="modSp new del mod modNotesTx">
        <pc:chgData name="Michael Wegelin" userId="44f55030-522d-4388-8c84-12427b5d3861" providerId="ADAL" clId="{0C4B0DB6-929A-4816-82F8-C5CA7CCA52CE}" dt="2026-07-23T13:56:31.775" v="17099" actId="47"/>
        <pc:sldMkLst>
          <pc:docMk/>
          <pc:sldMk cId="2427808303" sldId="388"/>
        </pc:sldMkLst>
      </pc:sldChg>
      <pc:sldChg chg="addSp modSp new mod modNotesTx">
        <pc:chgData name="Michael Wegelin" userId="44f55030-522d-4388-8c84-12427b5d3861" providerId="ADAL" clId="{0C4B0DB6-929A-4816-82F8-C5CA7CCA52CE}" dt="2026-07-23T13:56:58.162" v="17108" actId="20577"/>
        <pc:sldMkLst>
          <pc:docMk/>
          <pc:sldMk cId="1452293474" sldId="389"/>
        </pc:sldMkLst>
        <pc:spChg chg="mod">
          <ac:chgData name="Michael Wegelin" userId="44f55030-522d-4388-8c84-12427b5d3861" providerId="ADAL" clId="{0C4B0DB6-929A-4816-82F8-C5CA7CCA52CE}" dt="2026-07-20T12:43:07.359" v="13065"/>
          <ac:spMkLst>
            <pc:docMk/>
            <pc:sldMk cId="1452293474" sldId="389"/>
            <ac:spMk id="2" creationId="{EFE7AEDB-A432-AFFD-5D5A-6F8A3C9F3E0D}"/>
          </ac:spMkLst>
        </pc:spChg>
        <pc:spChg chg="mod">
          <ac:chgData name="Michael Wegelin" userId="44f55030-522d-4388-8c84-12427b5d3861" providerId="ADAL" clId="{0C4B0DB6-929A-4816-82F8-C5CA7CCA52CE}" dt="2026-07-20T12:43:28.612" v="13073" actId="5793"/>
          <ac:spMkLst>
            <pc:docMk/>
            <pc:sldMk cId="1452293474" sldId="389"/>
            <ac:spMk id="3" creationId="{EF1103BB-5D9F-FEA5-500D-24AA90886DC5}"/>
          </ac:spMkLst>
        </pc:spChg>
        <pc:picChg chg="add mod">
          <ac:chgData name="Michael Wegelin" userId="44f55030-522d-4388-8c84-12427b5d3861" providerId="ADAL" clId="{0C4B0DB6-929A-4816-82F8-C5CA7CCA52CE}" dt="2026-07-20T12:43:53.999" v="13076" actId="1076"/>
          <ac:picMkLst>
            <pc:docMk/>
            <pc:sldMk cId="1452293474" sldId="389"/>
            <ac:picMk id="4" creationId="{F33BBEC1-830E-5AB6-0DB9-B82360A8AFCD}"/>
          </ac:picMkLst>
        </pc:picChg>
      </pc:sldChg>
      <pc:sldChg chg="addSp modSp new del mod modClrScheme chgLayout modNotesTx">
        <pc:chgData name="Michael Wegelin" userId="44f55030-522d-4388-8c84-12427b5d3861" providerId="ADAL" clId="{0C4B0DB6-929A-4816-82F8-C5CA7CCA52CE}" dt="2026-07-23T13:57:04.902" v="17109" actId="47"/>
        <pc:sldMkLst>
          <pc:docMk/>
          <pc:sldMk cId="2103154601" sldId="390"/>
        </pc:sldMkLst>
      </pc:sldChg>
      <pc:sldChg chg="modSp new mod modNotesTx">
        <pc:chgData name="Michael Wegelin" userId="44f55030-522d-4388-8c84-12427b5d3861" providerId="ADAL" clId="{0C4B0DB6-929A-4816-82F8-C5CA7CCA52CE}" dt="2026-07-20T12:50:26.290" v="13142" actId="20577"/>
        <pc:sldMkLst>
          <pc:docMk/>
          <pc:sldMk cId="3807886134" sldId="391"/>
        </pc:sldMkLst>
        <pc:spChg chg="mod">
          <ac:chgData name="Michael Wegelin" userId="44f55030-522d-4388-8c84-12427b5d3861" providerId="ADAL" clId="{0C4B0DB6-929A-4816-82F8-C5CA7CCA52CE}" dt="2026-07-20T12:49:37.103" v="13133"/>
          <ac:spMkLst>
            <pc:docMk/>
            <pc:sldMk cId="3807886134" sldId="391"/>
            <ac:spMk id="2" creationId="{963CE748-226C-3905-A612-115A36E5B438}"/>
          </ac:spMkLst>
        </pc:spChg>
        <pc:spChg chg="mod">
          <ac:chgData name="Michael Wegelin" userId="44f55030-522d-4388-8c84-12427b5d3861" providerId="ADAL" clId="{0C4B0DB6-929A-4816-82F8-C5CA7CCA52CE}" dt="2026-07-20T12:49:54.718" v="13138" actId="5793"/>
          <ac:spMkLst>
            <pc:docMk/>
            <pc:sldMk cId="3807886134" sldId="391"/>
            <ac:spMk id="3" creationId="{D8F4996D-6F12-A53F-80CB-00EA6DEA0481}"/>
          </ac:spMkLst>
        </pc:spChg>
      </pc:sldChg>
      <pc:sldChg chg="addSp delSp modSp new mod modNotesTx">
        <pc:chgData name="Michael Wegelin" userId="44f55030-522d-4388-8c84-12427b5d3861" providerId="ADAL" clId="{0C4B0DB6-929A-4816-82F8-C5CA7CCA52CE}" dt="2026-07-20T12:53:22.563" v="13193"/>
        <pc:sldMkLst>
          <pc:docMk/>
          <pc:sldMk cId="1761573808" sldId="392"/>
        </pc:sldMkLst>
        <pc:spChg chg="mod">
          <ac:chgData name="Michael Wegelin" userId="44f55030-522d-4388-8c84-12427b5d3861" providerId="ADAL" clId="{0C4B0DB6-929A-4816-82F8-C5CA7CCA52CE}" dt="2026-07-20T12:50:39.385" v="13143"/>
          <ac:spMkLst>
            <pc:docMk/>
            <pc:sldMk cId="1761573808" sldId="392"/>
            <ac:spMk id="2" creationId="{C335DFCA-EDE7-BF0E-7F99-0E46D60DA722}"/>
          </ac:spMkLst>
        </pc:spChg>
        <pc:graphicFrameChg chg="add mod ord modGraphic">
          <ac:chgData name="Michael Wegelin" userId="44f55030-522d-4388-8c84-12427b5d3861" providerId="ADAL" clId="{0C4B0DB6-929A-4816-82F8-C5CA7CCA52CE}" dt="2026-07-20T12:53:22.563" v="13193"/>
          <ac:graphicFrameMkLst>
            <pc:docMk/>
            <pc:sldMk cId="1761573808" sldId="392"/>
            <ac:graphicFrameMk id="4" creationId="{BF7EF195-6C62-C2E1-A2FB-37CFE26634E0}"/>
          </ac:graphicFrameMkLst>
        </pc:graphicFrameChg>
      </pc:sldChg>
      <pc:sldChg chg="modSp new del mod modNotesTx">
        <pc:chgData name="Michael Wegelin" userId="44f55030-522d-4388-8c84-12427b5d3861" providerId="ADAL" clId="{0C4B0DB6-929A-4816-82F8-C5CA7CCA52CE}" dt="2026-07-23T13:57:24.546" v="17110" actId="47"/>
        <pc:sldMkLst>
          <pc:docMk/>
          <pc:sldMk cId="2475646437" sldId="393"/>
        </pc:sldMkLst>
      </pc:sldChg>
      <pc:sldChg chg="addSp delSp modSp new mod modNotesTx">
        <pc:chgData name="Michael Wegelin" userId="44f55030-522d-4388-8c84-12427b5d3861" providerId="ADAL" clId="{0C4B0DB6-929A-4816-82F8-C5CA7CCA52CE}" dt="2026-07-20T14:11:06.169" v="13673" actId="20577"/>
        <pc:sldMkLst>
          <pc:docMk/>
          <pc:sldMk cId="4160653988" sldId="394"/>
        </pc:sldMkLst>
        <pc:spChg chg="mod">
          <ac:chgData name="Michael Wegelin" userId="44f55030-522d-4388-8c84-12427b5d3861" providerId="ADAL" clId="{0C4B0DB6-929A-4816-82F8-C5CA7CCA52CE}" dt="2026-07-20T14:10:04.346" v="13665"/>
          <ac:spMkLst>
            <pc:docMk/>
            <pc:sldMk cId="4160653988" sldId="394"/>
            <ac:spMk id="2" creationId="{8445ED51-77F3-BA61-7D4D-6CF28FED3CC6}"/>
          </ac:spMkLst>
        </pc:spChg>
        <pc:picChg chg="add mod ord">
          <ac:chgData name="Michael Wegelin" userId="44f55030-522d-4388-8c84-12427b5d3861" providerId="ADAL" clId="{0C4B0DB6-929A-4816-82F8-C5CA7CCA52CE}" dt="2026-07-20T14:10:32.369" v="13669" actId="1076"/>
          <ac:picMkLst>
            <pc:docMk/>
            <pc:sldMk cId="4160653988" sldId="394"/>
            <ac:picMk id="5" creationId="{CA6DB3F1-E181-52C2-376B-801F6942E8E9}"/>
          </ac:picMkLst>
        </pc:picChg>
      </pc:sldChg>
      <pc:sldChg chg="addSp delSp modSp new mod modNotesTx">
        <pc:chgData name="Michael Wegelin" userId="44f55030-522d-4388-8c84-12427b5d3861" providerId="ADAL" clId="{0C4B0DB6-929A-4816-82F8-C5CA7CCA52CE}" dt="2026-07-20T14:12:34.785" v="13682" actId="20577"/>
        <pc:sldMkLst>
          <pc:docMk/>
          <pc:sldMk cId="3244953358" sldId="395"/>
        </pc:sldMkLst>
        <pc:spChg chg="mod">
          <ac:chgData name="Michael Wegelin" userId="44f55030-522d-4388-8c84-12427b5d3861" providerId="ADAL" clId="{0C4B0DB6-929A-4816-82F8-C5CA7CCA52CE}" dt="2026-07-20T14:11:18.397" v="13674"/>
          <ac:spMkLst>
            <pc:docMk/>
            <pc:sldMk cId="3244953358" sldId="395"/>
            <ac:spMk id="2" creationId="{1E816FE6-E30D-4442-AC84-8A23B6782F6F}"/>
          </ac:spMkLst>
        </pc:spChg>
        <pc:picChg chg="add mod ord">
          <ac:chgData name="Michael Wegelin" userId="44f55030-522d-4388-8c84-12427b5d3861" providerId="ADAL" clId="{0C4B0DB6-929A-4816-82F8-C5CA7CCA52CE}" dt="2026-07-20T14:12:00.161" v="13678" actId="1076"/>
          <ac:picMkLst>
            <pc:docMk/>
            <pc:sldMk cId="3244953358" sldId="395"/>
            <ac:picMk id="5" creationId="{7BAA456C-96B5-AF3A-7439-1C35EB325069}"/>
          </ac:picMkLst>
        </pc:picChg>
      </pc:sldChg>
      <pc:sldChg chg="addSp delSp modSp new mod modNotesTx">
        <pc:chgData name="Michael Wegelin" userId="44f55030-522d-4388-8c84-12427b5d3861" providerId="ADAL" clId="{0C4B0DB6-929A-4816-82F8-C5CA7CCA52CE}" dt="2026-07-20T14:14:07.760" v="13691" actId="20577"/>
        <pc:sldMkLst>
          <pc:docMk/>
          <pc:sldMk cId="2899845908" sldId="396"/>
        </pc:sldMkLst>
        <pc:spChg chg="mod">
          <ac:chgData name="Michael Wegelin" userId="44f55030-522d-4388-8c84-12427b5d3861" providerId="ADAL" clId="{0C4B0DB6-929A-4816-82F8-C5CA7CCA52CE}" dt="2026-07-20T14:12:50.626" v="13683"/>
          <ac:spMkLst>
            <pc:docMk/>
            <pc:sldMk cId="2899845908" sldId="396"/>
            <ac:spMk id="2" creationId="{B5F86C79-21AD-1C1F-A0EB-4941F008F92E}"/>
          </ac:spMkLst>
        </pc:spChg>
        <pc:picChg chg="add mod ord">
          <ac:chgData name="Michael Wegelin" userId="44f55030-522d-4388-8c84-12427b5d3861" providerId="ADAL" clId="{0C4B0DB6-929A-4816-82F8-C5CA7CCA52CE}" dt="2026-07-20T14:13:24.767" v="13687" actId="1076"/>
          <ac:picMkLst>
            <pc:docMk/>
            <pc:sldMk cId="2899845908" sldId="396"/>
            <ac:picMk id="5" creationId="{6063B45D-AE56-5E57-9B30-38CD91859E19}"/>
          </ac:picMkLst>
        </pc:picChg>
      </pc:sldChg>
      <pc:sldChg chg="modSp new mod modNotesTx">
        <pc:chgData name="Michael Wegelin" userId="44f55030-522d-4388-8c84-12427b5d3861" providerId="ADAL" clId="{0C4B0DB6-929A-4816-82F8-C5CA7CCA52CE}" dt="2026-07-23T14:06:55.171" v="17359" actId="20577"/>
        <pc:sldMkLst>
          <pc:docMk/>
          <pc:sldMk cId="4036186533" sldId="397"/>
        </pc:sldMkLst>
        <pc:spChg chg="mod">
          <ac:chgData name="Michael Wegelin" userId="44f55030-522d-4388-8c84-12427b5d3861" providerId="ADAL" clId="{0C4B0DB6-929A-4816-82F8-C5CA7CCA52CE}" dt="2026-07-20T14:14:22.425" v="13692"/>
          <ac:spMkLst>
            <pc:docMk/>
            <pc:sldMk cId="4036186533" sldId="397"/>
            <ac:spMk id="2" creationId="{60E3B983-E9C5-F33D-6236-934D2060B037}"/>
          </ac:spMkLst>
        </pc:spChg>
        <pc:spChg chg="mod">
          <ac:chgData name="Michael Wegelin" userId="44f55030-522d-4388-8c84-12427b5d3861" providerId="ADAL" clId="{0C4B0DB6-929A-4816-82F8-C5CA7CCA52CE}" dt="2026-07-20T14:17:28.806" v="13760" actId="20577"/>
          <ac:spMkLst>
            <pc:docMk/>
            <pc:sldMk cId="4036186533" sldId="397"/>
            <ac:spMk id="3" creationId="{FE6B2BDF-F735-1985-47C4-8CA4F652325D}"/>
          </ac:spMkLst>
        </pc:spChg>
      </pc:sldChg>
      <pc:sldChg chg="modSp new del mod modNotesTx">
        <pc:chgData name="Michael Wegelin" userId="44f55030-522d-4388-8c84-12427b5d3861" providerId="ADAL" clId="{0C4B0DB6-929A-4816-82F8-C5CA7CCA52CE}" dt="2026-07-23T14:07:09.456" v="17360" actId="47"/>
        <pc:sldMkLst>
          <pc:docMk/>
          <pc:sldMk cId="1138386005" sldId="398"/>
        </pc:sldMkLst>
      </pc:sldChg>
      <pc:sldChg chg="modSp new mod modNotesTx">
        <pc:chgData name="Michael Wegelin" userId="44f55030-522d-4388-8c84-12427b5d3861" providerId="ADAL" clId="{0C4B0DB6-929A-4816-82F8-C5CA7CCA52CE}" dt="2026-07-23T14:08:31.480" v="17372" actId="20577"/>
        <pc:sldMkLst>
          <pc:docMk/>
          <pc:sldMk cId="3524834719" sldId="399"/>
        </pc:sldMkLst>
        <pc:spChg chg="mod">
          <ac:chgData name="Michael Wegelin" userId="44f55030-522d-4388-8c84-12427b5d3861" providerId="ADAL" clId="{0C4B0DB6-929A-4816-82F8-C5CA7CCA52CE}" dt="2026-07-20T14:20:01.376" v="13782" actId="27636"/>
          <ac:spMkLst>
            <pc:docMk/>
            <pc:sldMk cId="3524834719" sldId="399"/>
            <ac:spMk id="2" creationId="{41F55DAB-49D9-1B8A-4812-A23D1760DA54}"/>
          </ac:spMkLst>
        </pc:spChg>
        <pc:spChg chg="mod">
          <ac:chgData name="Michael Wegelin" userId="44f55030-522d-4388-8c84-12427b5d3861" providerId="ADAL" clId="{0C4B0DB6-929A-4816-82F8-C5CA7CCA52CE}" dt="2026-07-20T14:23:01.315" v="13852" actId="2711"/>
          <ac:spMkLst>
            <pc:docMk/>
            <pc:sldMk cId="3524834719" sldId="399"/>
            <ac:spMk id="3" creationId="{6A1D09A0-0051-3262-2874-D9493FF7CCDE}"/>
          </ac:spMkLst>
        </pc:spChg>
      </pc:sldChg>
      <pc:sldChg chg="modSp new del mod modNotesTx">
        <pc:chgData name="Michael Wegelin" userId="44f55030-522d-4388-8c84-12427b5d3861" providerId="ADAL" clId="{0C4B0DB6-929A-4816-82F8-C5CA7CCA52CE}" dt="2026-07-23T14:08:35.452" v="17373" actId="47"/>
        <pc:sldMkLst>
          <pc:docMk/>
          <pc:sldMk cId="582965296" sldId="400"/>
        </pc:sldMkLst>
      </pc:sldChg>
      <pc:sldChg chg="addSp modSp new mod ord modClrScheme chgLayout modNotesTx">
        <pc:chgData name="Michael Wegelin" userId="44f55030-522d-4388-8c84-12427b5d3861" providerId="ADAL" clId="{0C4B0DB6-929A-4816-82F8-C5CA7CCA52CE}" dt="2026-07-20T16:57:42.456" v="14028" actId="1036"/>
        <pc:sldMkLst>
          <pc:docMk/>
          <pc:sldMk cId="1314406625" sldId="401"/>
        </pc:sldMkLst>
        <pc:spChg chg="mod ord">
          <ac:chgData name="Michael Wegelin" userId="44f55030-522d-4388-8c84-12427b5d3861" providerId="ADAL" clId="{0C4B0DB6-929A-4816-82F8-C5CA7CCA52CE}" dt="2026-07-20T16:56:31.392" v="13951" actId="700"/>
          <ac:spMkLst>
            <pc:docMk/>
            <pc:sldMk cId="1314406625" sldId="401"/>
            <ac:spMk id="2" creationId="{EE35BD8A-5B16-C2DE-8BD1-65B1F9429569}"/>
          </ac:spMkLst>
        </pc:spChg>
        <pc:spChg chg="mod ord">
          <ac:chgData name="Michael Wegelin" userId="44f55030-522d-4388-8c84-12427b5d3861" providerId="ADAL" clId="{0C4B0DB6-929A-4816-82F8-C5CA7CCA52CE}" dt="2026-07-20T16:57:12.971" v="14005" actId="1036"/>
          <ac:spMkLst>
            <pc:docMk/>
            <pc:sldMk cId="1314406625" sldId="401"/>
            <ac:spMk id="3" creationId="{20DB118A-7A0F-3EA6-D558-6E1FEB9051B3}"/>
          </ac:spMkLst>
        </pc:spChg>
        <pc:spChg chg="add mod ord">
          <ac:chgData name="Michael Wegelin" userId="44f55030-522d-4388-8c84-12427b5d3861" providerId="ADAL" clId="{0C4B0DB6-929A-4816-82F8-C5CA7CCA52CE}" dt="2026-07-20T16:57:12.971" v="14005" actId="1036"/>
          <ac:spMkLst>
            <pc:docMk/>
            <pc:sldMk cId="1314406625" sldId="401"/>
            <ac:spMk id="6" creationId="{1FEC6531-2027-5CC2-A6E2-0CAC258933B6}"/>
          </ac:spMkLst>
        </pc:spChg>
        <pc:picChg chg="add mod">
          <ac:chgData name="Michael Wegelin" userId="44f55030-522d-4388-8c84-12427b5d3861" providerId="ADAL" clId="{0C4B0DB6-929A-4816-82F8-C5CA7CCA52CE}" dt="2026-07-20T16:57:42.456" v="14028" actId="1036"/>
          <ac:picMkLst>
            <pc:docMk/>
            <pc:sldMk cId="1314406625" sldId="401"/>
            <ac:picMk id="5" creationId="{E1EE5E0D-7FA0-BF1D-DD18-0E28D3F4CB0C}"/>
          </ac:picMkLst>
        </pc:picChg>
      </pc:sldChg>
      <pc:sldChg chg="addSp delSp modSp new del mod modClrScheme chgLayout modNotesTx">
        <pc:chgData name="Michael Wegelin" userId="44f55030-522d-4388-8c84-12427b5d3861" providerId="ADAL" clId="{0C4B0DB6-929A-4816-82F8-C5CA7CCA52CE}" dt="2026-07-23T14:08:39.441" v="17374" actId="47"/>
        <pc:sldMkLst>
          <pc:docMk/>
          <pc:sldMk cId="664317318" sldId="402"/>
        </pc:sldMkLst>
      </pc:sldChg>
      <pc:sldChg chg="modSp new del mod">
        <pc:chgData name="Michael Wegelin" userId="44f55030-522d-4388-8c84-12427b5d3861" providerId="ADAL" clId="{0C4B0DB6-929A-4816-82F8-C5CA7CCA52CE}" dt="2026-07-23T14:08:42.379" v="17375" actId="47"/>
        <pc:sldMkLst>
          <pc:docMk/>
          <pc:sldMk cId="144166790" sldId="403"/>
        </pc:sldMkLst>
      </pc:sldChg>
      <pc:sldChg chg="addSp delSp modSp new mod modClrScheme chgLayout modNotesTx">
        <pc:chgData name="Michael Wegelin" userId="44f55030-522d-4388-8c84-12427b5d3861" providerId="ADAL" clId="{0C4B0DB6-929A-4816-82F8-C5CA7CCA52CE}" dt="2026-07-20T17:01:03.171" v="14053"/>
        <pc:sldMkLst>
          <pc:docMk/>
          <pc:sldMk cId="597756162" sldId="406"/>
        </pc:sldMkLst>
        <pc:spChg chg="add mod ord">
          <ac:chgData name="Michael Wegelin" userId="44f55030-522d-4388-8c84-12427b5d3861" providerId="ADAL" clId="{0C4B0DB6-929A-4816-82F8-C5CA7CCA52CE}" dt="2026-07-20T16:59:05.603" v="14035" actId="700"/>
          <ac:spMkLst>
            <pc:docMk/>
            <pc:sldMk cId="597756162" sldId="406"/>
            <ac:spMk id="5" creationId="{734F2A90-EF2E-6B7E-E38B-6F3D69848F7C}"/>
          </ac:spMkLst>
        </pc:spChg>
        <pc:spChg chg="add mod ord">
          <ac:chgData name="Michael Wegelin" userId="44f55030-522d-4388-8c84-12427b5d3861" providerId="ADAL" clId="{0C4B0DB6-929A-4816-82F8-C5CA7CCA52CE}" dt="2026-07-20T16:59:12.212" v="14037" actId="5793"/>
          <ac:spMkLst>
            <pc:docMk/>
            <pc:sldMk cId="597756162" sldId="406"/>
            <ac:spMk id="7" creationId="{0DD8C28C-728C-7CB2-F90B-BF6DB51837DC}"/>
          </ac:spMkLst>
        </pc:spChg>
        <pc:graphicFrameChg chg="add mod ord modGraphic">
          <ac:chgData name="Michael Wegelin" userId="44f55030-522d-4388-8c84-12427b5d3861" providerId="ADAL" clId="{0C4B0DB6-929A-4816-82F8-C5CA7CCA52CE}" dt="2026-07-20T17:01:03.171" v="14053"/>
          <ac:graphicFrameMkLst>
            <pc:docMk/>
            <pc:sldMk cId="597756162" sldId="406"/>
            <ac:graphicFrameMk id="9" creationId="{AEEE6B8A-8600-F8D2-3D04-0D996D8C84C4}"/>
          </ac:graphicFrameMkLst>
        </pc:graphicFrameChg>
      </pc:sldChg>
      <pc:sldChg chg="addSp delSp modSp new mod modClrScheme chgLayout modNotesTx">
        <pc:chgData name="Michael Wegelin" userId="44f55030-522d-4388-8c84-12427b5d3861" providerId="ADAL" clId="{0C4B0DB6-929A-4816-82F8-C5CA7CCA52CE}" dt="2026-07-20T17:03:02.840" v="14070" actId="20577"/>
        <pc:sldMkLst>
          <pc:docMk/>
          <pc:sldMk cId="4272088487" sldId="407"/>
        </pc:sldMkLst>
        <pc:spChg chg="mod ord">
          <ac:chgData name="Michael Wegelin" userId="44f55030-522d-4388-8c84-12427b5d3861" providerId="ADAL" clId="{0C4B0DB6-929A-4816-82F8-C5CA7CCA52CE}" dt="2026-07-20T17:01:38.784" v="14056" actId="700"/>
          <ac:spMkLst>
            <pc:docMk/>
            <pc:sldMk cId="4272088487" sldId="407"/>
            <ac:spMk id="2" creationId="{CF0E03A6-E68C-84CA-49CC-24206E8DD9A2}"/>
          </ac:spMkLst>
        </pc:spChg>
        <pc:spChg chg="add mod ord">
          <ac:chgData name="Michael Wegelin" userId="44f55030-522d-4388-8c84-12427b5d3861" providerId="ADAL" clId="{0C4B0DB6-929A-4816-82F8-C5CA7CCA52CE}" dt="2026-07-20T17:02:32.644" v="14067" actId="404"/>
          <ac:spMkLst>
            <pc:docMk/>
            <pc:sldMk cId="4272088487" sldId="407"/>
            <ac:spMk id="5" creationId="{7061112A-490C-EF89-46DA-3B0B6DB7984D}"/>
          </ac:spMkLst>
        </pc:spChg>
      </pc:sldChg>
      <pc:sldChg chg="modSp new mod modNotesTx">
        <pc:chgData name="Michael Wegelin" userId="44f55030-522d-4388-8c84-12427b5d3861" providerId="ADAL" clId="{0C4B0DB6-929A-4816-82F8-C5CA7CCA52CE}" dt="2026-07-21T07:45:04.668" v="14151"/>
        <pc:sldMkLst>
          <pc:docMk/>
          <pc:sldMk cId="1286018238" sldId="408"/>
        </pc:sldMkLst>
        <pc:spChg chg="mod">
          <ac:chgData name="Michael Wegelin" userId="44f55030-522d-4388-8c84-12427b5d3861" providerId="ADAL" clId="{0C4B0DB6-929A-4816-82F8-C5CA7CCA52CE}" dt="2026-07-21T07:45:04.668" v="14151"/>
          <ac:spMkLst>
            <pc:docMk/>
            <pc:sldMk cId="1286018238" sldId="408"/>
            <ac:spMk id="2" creationId="{FEF139A6-D60B-2368-5AD9-0557021FD7E5}"/>
          </ac:spMkLst>
        </pc:spChg>
        <pc:spChg chg="mod">
          <ac:chgData name="Michael Wegelin" userId="44f55030-522d-4388-8c84-12427b5d3861" providerId="ADAL" clId="{0C4B0DB6-929A-4816-82F8-C5CA7CCA52CE}" dt="2026-07-21T07:44:41.491" v="14149" actId="27636"/>
          <ac:spMkLst>
            <pc:docMk/>
            <pc:sldMk cId="1286018238" sldId="408"/>
            <ac:spMk id="3" creationId="{84082983-9A91-5902-7511-BFE1FB5EB15F}"/>
          </ac:spMkLst>
        </pc:spChg>
      </pc:sldChg>
      <pc:sldChg chg="addSp delSp modSp new mod modClrScheme chgLayout modNotesTx">
        <pc:chgData name="Michael Wegelin" userId="44f55030-522d-4388-8c84-12427b5d3861" providerId="ADAL" clId="{0C4B0DB6-929A-4816-82F8-C5CA7CCA52CE}" dt="2026-07-21T07:46:53.429" v="14200" actId="6549"/>
        <pc:sldMkLst>
          <pc:docMk/>
          <pc:sldMk cId="344066711" sldId="409"/>
        </pc:sldMkLst>
        <pc:spChg chg="mod ord">
          <ac:chgData name="Michael Wegelin" userId="44f55030-522d-4388-8c84-12427b5d3861" providerId="ADAL" clId="{0C4B0DB6-929A-4816-82F8-C5CA7CCA52CE}" dt="2026-07-21T07:45:47.120" v="14155" actId="700"/>
          <ac:spMkLst>
            <pc:docMk/>
            <pc:sldMk cId="344066711" sldId="409"/>
            <ac:spMk id="2" creationId="{40A70794-CA9E-8A0A-A901-D8D6B8D3B3AD}"/>
          </ac:spMkLst>
        </pc:spChg>
        <pc:spChg chg="add mod ord">
          <ac:chgData name="Michael Wegelin" userId="44f55030-522d-4388-8c84-12427b5d3861" providerId="ADAL" clId="{0C4B0DB6-929A-4816-82F8-C5CA7CCA52CE}" dt="2026-07-21T07:46:22.994" v="14178" actId="20577"/>
          <ac:spMkLst>
            <pc:docMk/>
            <pc:sldMk cId="344066711" sldId="409"/>
            <ac:spMk id="4" creationId="{FC3BB65D-3F02-33E1-8306-7C7AB11F780A}"/>
          </ac:spMkLst>
        </pc:spChg>
        <pc:spChg chg="add mod ord">
          <ac:chgData name="Michael Wegelin" userId="44f55030-522d-4388-8c84-12427b5d3861" providerId="ADAL" clId="{0C4B0DB6-929A-4816-82F8-C5CA7CCA52CE}" dt="2026-07-21T07:46:12.869" v="14162" actId="20577"/>
          <ac:spMkLst>
            <pc:docMk/>
            <pc:sldMk cId="344066711" sldId="409"/>
            <ac:spMk id="5" creationId="{F74707E3-617C-94F5-5ED8-26C2E2A4106B}"/>
          </ac:spMkLst>
        </pc:spChg>
        <pc:spChg chg="add mod ord">
          <ac:chgData name="Michael Wegelin" userId="44f55030-522d-4388-8c84-12427b5d3861" providerId="ADAL" clId="{0C4B0DB6-929A-4816-82F8-C5CA7CCA52CE}" dt="2026-07-21T07:46:34.080" v="14195" actId="20577"/>
          <ac:spMkLst>
            <pc:docMk/>
            <pc:sldMk cId="344066711" sldId="409"/>
            <ac:spMk id="6" creationId="{66708FB5-8DB4-0222-989D-468C746445BF}"/>
          </ac:spMkLst>
        </pc:spChg>
        <pc:spChg chg="add mod ord">
          <ac:chgData name="Michael Wegelin" userId="44f55030-522d-4388-8c84-12427b5d3861" providerId="ADAL" clId="{0C4B0DB6-929A-4816-82F8-C5CA7CCA52CE}" dt="2026-07-21T07:46:53.429" v="14200" actId="6549"/>
          <ac:spMkLst>
            <pc:docMk/>
            <pc:sldMk cId="344066711" sldId="409"/>
            <ac:spMk id="7" creationId="{4DC15278-FF65-8B2B-AA7E-EDFF97087E81}"/>
          </ac:spMkLst>
        </pc:spChg>
      </pc:sldChg>
      <pc:sldChg chg="addSp delSp modSp new mod modNotesTx">
        <pc:chgData name="Michael Wegelin" userId="44f55030-522d-4388-8c84-12427b5d3861" providerId="ADAL" clId="{0C4B0DB6-929A-4816-82F8-C5CA7CCA52CE}" dt="2026-07-21T07:49:08.215" v="14206" actId="22"/>
        <pc:sldMkLst>
          <pc:docMk/>
          <pc:sldMk cId="934375223" sldId="410"/>
        </pc:sldMkLst>
        <pc:spChg chg="mod">
          <ac:chgData name="Michael Wegelin" userId="44f55030-522d-4388-8c84-12427b5d3861" providerId="ADAL" clId="{0C4B0DB6-929A-4816-82F8-C5CA7CCA52CE}" dt="2026-07-21T07:47:29.329" v="14201"/>
          <ac:spMkLst>
            <pc:docMk/>
            <pc:sldMk cId="934375223" sldId="410"/>
            <ac:spMk id="2" creationId="{8285F81E-B010-6EA7-5514-EF7ED31042B8}"/>
          </ac:spMkLst>
        </pc:spChg>
        <pc:picChg chg="add mod ord">
          <ac:chgData name="Michael Wegelin" userId="44f55030-522d-4388-8c84-12427b5d3861" providerId="ADAL" clId="{0C4B0DB6-929A-4816-82F8-C5CA7CCA52CE}" dt="2026-07-21T07:49:08.215" v="14206" actId="22"/>
          <ac:picMkLst>
            <pc:docMk/>
            <pc:sldMk cId="934375223" sldId="410"/>
            <ac:picMk id="5" creationId="{42AFE5AC-1FB8-DCB3-25B0-369E6ED05637}"/>
          </ac:picMkLst>
        </pc:picChg>
      </pc:sldChg>
      <pc:sldChg chg="addSp delSp modSp new mod modNotesTx">
        <pc:chgData name="Michael Wegelin" userId="44f55030-522d-4388-8c84-12427b5d3861" providerId="ADAL" clId="{0C4B0DB6-929A-4816-82F8-C5CA7CCA52CE}" dt="2026-07-21T08:53:47.447" v="14813" actId="14100"/>
        <pc:sldMkLst>
          <pc:docMk/>
          <pc:sldMk cId="2914046636" sldId="411"/>
        </pc:sldMkLst>
        <pc:spChg chg="mod">
          <ac:chgData name="Michael Wegelin" userId="44f55030-522d-4388-8c84-12427b5d3861" providerId="ADAL" clId="{0C4B0DB6-929A-4816-82F8-C5CA7CCA52CE}" dt="2026-07-21T07:49:23.380" v="14207"/>
          <ac:spMkLst>
            <pc:docMk/>
            <pc:sldMk cId="2914046636" sldId="411"/>
            <ac:spMk id="2" creationId="{21793B1E-B990-5F55-476E-B12700CA151D}"/>
          </ac:spMkLst>
        </pc:spChg>
        <pc:graphicFrameChg chg="add mod modGraphic">
          <ac:chgData name="Michael Wegelin" userId="44f55030-522d-4388-8c84-12427b5d3861" providerId="ADAL" clId="{0C4B0DB6-929A-4816-82F8-C5CA7CCA52CE}" dt="2026-07-21T08:53:47.447" v="14813" actId="14100"/>
          <ac:graphicFrameMkLst>
            <pc:docMk/>
            <pc:sldMk cId="2914046636" sldId="411"/>
            <ac:graphicFrameMk id="4" creationId="{E5CBE90D-A48E-CBEE-7A80-05F3B0092897}"/>
          </ac:graphicFrameMkLst>
        </pc:graphicFrameChg>
      </pc:sldChg>
      <pc:sldChg chg="addSp delSp modSp new mod modClrScheme chgLayout modNotesTx">
        <pc:chgData name="Michael Wegelin" userId="44f55030-522d-4388-8c84-12427b5d3861" providerId="ADAL" clId="{0C4B0DB6-929A-4816-82F8-C5CA7CCA52CE}" dt="2026-07-21T07:55:38.625" v="14378" actId="14100"/>
        <pc:sldMkLst>
          <pc:docMk/>
          <pc:sldMk cId="73919100" sldId="412"/>
        </pc:sldMkLst>
        <pc:spChg chg="mod ord">
          <ac:chgData name="Michael Wegelin" userId="44f55030-522d-4388-8c84-12427b5d3861" providerId="ADAL" clId="{0C4B0DB6-929A-4816-82F8-C5CA7CCA52CE}" dt="2026-07-21T07:54:15.934" v="14326" actId="700"/>
          <ac:spMkLst>
            <pc:docMk/>
            <pc:sldMk cId="73919100" sldId="412"/>
            <ac:spMk id="2" creationId="{EAC18415-6DD9-5BC1-0F94-7F7EE6DF8A9E}"/>
          </ac:spMkLst>
        </pc:spChg>
        <pc:spChg chg="add mod ord">
          <ac:chgData name="Michael Wegelin" userId="44f55030-522d-4388-8c84-12427b5d3861" providerId="ADAL" clId="{0C4B0DB6-929A-4816-82F8-C5CA7CCA52CE}" dt="2026-07-21T07:54:47.121" v="14353" actId="20577"/>
          <ac:spMkLst>
            <pc:docMk/>
            <pc:sldMk cId="73919100" sldId="412"/>
            <ac:spMk id="5" creationId="{446CE6FB-CF16-0B6F-824A-DE7FD56065A4}"/>
          </ac:spMkLst>
        </pc:spChg>
        <pc:spChg chg="add mod ord">
          <ac:chgData name="Michael Wegelin" userId="44f55030-522d-4388-8c84-12427b5d3861" providerId="ADAL" clId="{0C4B0DB6-929A-4816-82F8-C5CA7CCA52CE}" dt="2026-07-21T07:55:38.625" v="14378" actId="14100"/>
          <ac:spMkLst>
            <pc:docMk/>
            <pc:sldMk cId="73919100" sldId="412"/>
            <ac:spMk id="6" creationId="{5ADF09B6-B63E-B562-D3E0-2349E2D6B3DF}"/>
          </ac:spMkLst>
        </pc:spChg>
        <pc:spChg chg="add mod ord">
          <ac:chgData name="Michael Wegelin" userId="44f55030-522d-4388-8c84-12427b5d3861" providerId="ADAL" clId="{0C4B0DB6-929A-4816-82F8-C5CA7CCA52CE}" dt="2026-07-21T07:55:22.919" v="14376" actId="14100"/>
          <ac:spMkLst>
            <pc:docMk/>
            <pc:sldMk cId="73919100" sldId="412"/>
            <ac:spMk id="7" creationId="{1BFAEFE7-C552-6FF9-8E24-E64035AC7617}"/>
          </ac:spMkLst>
        </pc:spChg>
      </pc:sldChg>
      <pc:sldChg chg="addSp delSp modSp new mod modClrScheme chgLayout modNotesTx">
        <pc:chgData name="Michael Wegelin" userId="44f55030-522d-4388-8c84-12427b5d3861" providerId="ADAL" clId="{0C4B0DB6-929A-4816-82F8-C5CA7CCA52CE}" dt="2026-07-23T14:12:50.350" v="17515" actId="20577"/>
        <pc:sldMkLst>
          <pc:docMk/>
          <pc:sldMk cId="2069030457" sldId="413"/>
        </pc:sldMkLst>
        <pc:spChg chg="mod ord">
          <ac:chgData name="Michael Wegelin" userId="44f55030-522d-4388-8c84-12427b5d3861" providerId="ADAL" clId="{0C4B0DB6-929A-4816-82F8-C5CA7CCA52CE}" dt="2026-07-21T07:56:39.174" v="14383" actId="700"/>
          <ac:spMkLst>
            <pc:docMk/>
            <pc:sldMk cId="2069030457" sldId="413"/>
            <ac:spMk id="2" creationId="{5461414F-9DB5-E62F-DF76-2F488D618D6A}"/>
          </ac:spMkLst>
        </pc:spChg>
        <pc:spChg chg="add mod ord">
          <ac:chgData name="Michael Wegelin" userId="44f55030-522d-4388-8c84-12427b5d3861" providerId="ADAL" clId="{0C4B0DB6-929A-4816-82F8-C5CA7CCA52CE}" dt="2026-07-21T07:57:03.832" v="14388"/>
          <ac:spMkLst>
            <pc:docMk/>
            <pc:sldMk cId="2069030457" sldId="413"/>
            <ac:spMk id="4" creationId="{C2D2F2C1-01F1-F070-967E-E5CEAE6E5248}"/>
          </ac:spMkLst>
        </pc:spChg>
        <pc:spChg chg="add mod ord">
          <ac:chgData name="Michael Wegelin" userId="44f55030-522d-4388-8c84-12427b5d3861" providerId="ADAL" clId="{0C4B0DB6-929A-4816-82F8-C5CA7CCA52CE}" dt="2026-07-21T07:56:54.502" v="14387" actId="20577"/>
          <ac:spMkLst>
            <pc:docMk/>
            <pc:sldMk cId="2069030457" sldId="413"/>
            <ac:spMk id="5" creationId="{BDB7E86F-3615-D3E5-9DD4-B63F140DA361}"/>
          </ac:spMkLst>
        </pc:spChg>
        <pc:spChg chg="add mod ord">
          <ac:chgData name="Michael Wegelin" userId="44f55030-522d-4388-8c84-12427b5d3861" providerId="ADAL" clId="{0C4B0DB6-929A-4816-82F8-C5CA7CCA52CE}" dt="2026-07-21T07:57:09.660" v="14389"/>
          <ac:spMkLst>
            <pc:docMk/>
            <pc:sldMk cId="2069030457" sldId="413"/>
            <ac:spMk id="6" creationId="{5D276880-5292-9810-6034-98945214FBF2}"/>
          </ac:spMkLst>
        </pc:spChg>
        <pc:spChg chg="add mod ord">
          <ac:chgData name="Michael Wegelin" userId="44f55030-522d-4388-8c84-12427b5d3861" providerId="ADAL" clId="{0C4B0DB6-929A-4816-82F8-C5CA7CCA52CE}" dt="2026-07-21T07:57:26.435" v="14395" actId="20577"/>
          <ac:spMkLst>
            <pc:docMk/>
            <pc:sldMk cId="2069030457" sldId="413"/>
            <ac:spMk id="7" creationId="{F3AD1279-EFAB-D4D3-923F-23A21163666C}"/>
          </ac:spMkLst>
        </pc:spChg>
      </pc:sldChg>
      <pc:sldChg chg="addSp modSp new del mod modClrScheme chgLayout modNotesTx">
        <pc:chgData name="Michael Wegelin" userId="44f55030-522d-4388-8c84-12427b5d3861" providerId="ADAL" clId="{0C4B0DB6-929A-4816-82F8-C5CA7CCA52CE}" dt="2026-07-23T14:12:54.074" v="17516" actId="47"/>
        <pc:sldMkLst>
          <pc:docMk/>
          <pc:sldMk cId="282818369" sldId="414"/>
        </pc:sldMkLst>
      </pc:sldChg>
      <pc:sldChg chg="addSp delSp modSp new del mod modNotesTx">
        <pc:chgData name="Michael Wegelin" userId="44f55030-522d-4388-8c84-12427b5d3861" providerId="ADAL" clId="{0C4B0DB6-929A-4816-82F8-C5CA7CCA52CE}" dt="2026-07-23T14:13:00.086" v="17517" actId="47"/>
        <pc:sldMkLst>
          <pc:docMk/>
          <pc:sldMk cId="3848920624" sldId="415"/>
        </pc:sldMkLst>
      </pc:sldChg>
      <pc:sldChg chg="addSp modSp new mod modClrScheme chgLayout modNotesTx">
        <pc:chgData name="Michael Wegelin" userId="44f55030-522d-4388-8c84-12427b5d3861" providerId="ADAL" clId="{0C4B0DB6-929A-4816-82F8-C5CA7CCA52CE}" dt="2026-07-23T14:13:43.988" v="17525" actId="20577"/>
        <pc:sldMkLst>
          <pc:docMk/>
          <pc:sldMk cId="2682140361" sldId="416"/>
        </pc:sldMkLst>
        <pc:spChg chg="mod ord">
          <ac:chgData name="Michael Wegelin" userId="44f55030-522d-4388-8c84-12427b5d3861" providerId="ADAL" clId="{0C4B0DB6-929A-4816-82F8-C5CA7CCA52CE}" dt="2026-07-21T08:20:22.895" v="14495" actId="700"/>
          <ac:spMkLst>
            <pc:docMk/>
            <pc:sldMk cId="2682140361" sldId="416"/>
            <ac:spMk id="2" creationId="{4FE3C1CB-7F2C-31EA-3122-FC7110515A37}"/>
          </ac:spMkLst>
        </pc:spChg>
        <pc:spChg chg="mod ord">
          <ac:chgData name="Michael Wegelin" userId="44f55030-522d-4388-8c84-12427b5d3861" providerId="ADAL" clId="{0C4B0DB6-929A-4816-82F8-C5CA7CCA52CE}" dt="2026-07-21T08:20:28.687" v="14498" actId="27636"/>
          <ac:spMkLst>
            <pc:docMk/>
            <pc:sldMk cId="2682140361" sldId="416"/>
            <ac:spMk id="3" creationId="{596ADD2B-8EAD-68B3-2C38-0E638339FBEB}"/>
          </ac:spMkLst>
        </pc:spChg>
        <pc:spChg chg="add mod ord">
          <ac:chgData name="Michael Wegelin" userId="44f55030-522d-4388-8c84-12427b5d3861" providerId="ADAL" clId="{0C4B0DB6-929A-4816-82F8-C5CA7CCA52CE}" dt="2026-07-21T08:20:54.473" v="14501" actId="20577"/>
          <ac:spMkLst>
            <pc:docMk/>
            <pc:sldMk cId="2682140361" sldId="416"/>
            <ac:spMk id="4" creationId="{8E28DB08-5FDE-D1D8-FB17-07F9F012E062}"/>
          </ac:spMkLst>
        </pc:spChg>
      </pc:sldChg>
      <pc:sldChg chg="modSp new del mod modNotesTx">
        <pc:chgData name="Michael Wegelin" userId="44f55030-522d-4388-8c84-12427b5d3861" providerId="ADAL" clId="{0C4B0DB6-929A-4816-82F8-C5CA7CCA52CE}" dt="2026-07-23T14:13:49.460" v="17526" actId="47"/>
        <pc:sldMkLst>
          <pc:docMk/>
          <pc:sldMk cId="2720814588" sldId="417"/>
        </pc:sldMkLst>
      </pc:sldChg>
      <pc:sldChg chg="addSp modSp new mod modClrScheme chgLayout modNotesTx">
        <pc:chgData name="Michael Wegelin" userId="44f55030-522d-4388-8c84-12427b5d3861" providerId="ADAL" clId="{0C4B0DB6-929A-4816-82F8-C5CA7CCA52CE}" dt="2026-07-23T14:15:00.899" v="17539" actId="20577"/>
        <pc:sldMkLst>
          <pc:docMk/>
          <pc:sldMk cId="194655188" sldId="418"/>
        </pc:sldMkLst>
        <pc:spChg chg="mod ord">
          <ac:chgData name="Michael Wegelin" userId="44f55030-522d-4388-8c84-12427b5d3861" providerId="ADAL" clId="{0C4B0DB6-929A-4816-82F8-C5CA7CCA52CE}" dt="2026-07-21T08:30:22.375" v="14526" actId="700"/>
          <ac:spMkLst>
            <pc:docMk/>
            <pc:sldMk cId="194655188" sldId="418"/>
            <ac:spMk id="2" creationId="{934FB5F2-D25D-338B-9747-2F06234B01D1}"/>
          </ac:spMkLst>
        </pc:spChg>
        <pc:spChg chg="mod ord">
          <ac:chgData name="Michael Wegelin" userId="44f55030-522d-4388-8c84-12427b5d3861" providerId="ADAL" clId="{0C4B0DB6-929A-4816-82F8-C5CA7CCA52CE}" dt="2026-07-21T08:33:57.624" v="14571" actId="6549"/>
          <ac:spMkLst>
            <pc:docMk/>
            <pc:sldMk cId="194655188" sldId="418"/>
            <ac:spMk id="3" creationId="{1010D6E4-ADBF-983C-F48C-236B7ED9DA89}"/>
          </ac:spMkLst>
        </pc:spChg>
        <pc:spChg chg="add mod ord">
          <ac:chgData name="Michael Wegelin" userId="44f55030-522d-4388-8c84-12427b5d3861" providerId="ADAL" clId="{0C4B0DB6-929A-4816-82F8-C5CA7CCA52CE}" dt="2026-07-21T08:37:20.758" v="14614" actId="6549"/>
          <ac:spMkLst>
            <pc:docMk/>
            <pc:sldMk cId="194655188" sldId="418"/>
            <ac:spMk id="4" creationId="{EF36EA05-F160-854E-4DFB-601DFE1491BE}"/>
          </ac:spMkLst>
        </pc:spChg>
      </pc:sldChg>
      <pc:sldChg chg="addSp delSp modSp new del mod modClrScheme chgLayout modNotesTx">
        <pc:chgData name="Michael Wegelin" userId="44f55030-522d-4388-8c84-12427b5d3861" providerId="ADAL" clId="{0C4B0DB6-929A-4816-82F8-C5CA7CCA52CE}" dt="2026-07-23T14:14:37.437" v="17535" actId="47"/>
        <pc:sldMkLst>
          <pc:docMk/>
          <pc:sldMk cId="3237819928" sldId="419"/>
        </pc:sldMkLst>
      </pc:sldChg>
      <pc:sldChg chg="modSp new del mod modNotesTx">
        <pc:chgData name="Michael Wegelin" userId="44f55030-522d-4388-8c84-12427b5d3861" providerId="ADAL" clId="{0C4B0DB6-929A-4816-82F8-C5CA7CCA52CE}" dt="2026-07-23T14:15:11.853" v="17540" actId="47"/>
        <pc:sldMkLst>
          <pc:docMk/>
          <pc:sldMk cId="1872394196" sldId="420"/>
        </pc:sldMkLst>
      </pc:sldChg>
      <pc:sldChg chg="addSp modSp new del mod modNotesTx">
        <pc:chgData name="Michael Wegelin" userId="44f55030-522d-4388-8c84-12427b5d3861" providerId="ADAL" clId="{0C4B0DB6-929A-4816-82F8-C5CA7CCA52CE}" dt="2026-07-23T14:15:17.301" v="17541" actId="47"/>
        <pc:sldMkLst>
          <pc:docMk/>
          <pc:sldMk cId="2082579449" sldId="421"/>
        </pc:sldMkLst>
      </pc:sldChg>
      <pc:sldChg chg="addSp delSp modSp new mod modNotesTx">
        <pc:chgData name="Michael Wegelin" userId="44f55030-522d-4388-8c84-12427b5d3861" providerId="ADAL" clId="{0C4B0DB6-929A-4816-82F8-C5CA7CCA52CE}" dt="2026-07-21T08:55:32.351" v="14820"/>
        <pc:sldMkLst>
          <pc:docMk/>
          <pc:sldMk cId="2437273511" sldId="422"/>
        </pc:sldMkLst>
        <pc:spChg chg="mod">
          <ac:chgData name="Michael Wegelin" userId="44f55030-522d-4388-8c84-12427b5d3861" providerId="ADAL" clId="{0C4B0DB6-929A-4816-82F8-C5CA7CCA52CE}" dt="2026-07-21T08:50:41.173" v="14801"/>
          <ac:spMkLst>
            <pc:docMk/>
            <pc:sldMk cId="2437273511" sldId="422"/>
            <ac:spMk id="2" creationId="{179992E0-926D-00C9-D3B0-0981FD223E2E}"/>
          </ac:spMkLst>
        </pc:spChg>
        <pc:graphicFrameChg chg="add mod modGraphic">
          <ac:chgData name="Michael Wegelin" userId="44f55030-522d-4388-8c84-12427b5d3861" providerId="ADAL" clId="{0C4B0DB6-929A-4816-82F8-C5CA7CCA52CE}" dt="2026-07-21T08:55:32.351" v="14820"/>
          <ac:graphicFrameMkLst>
            <pc:docMk/>
            <pc:sldMk cId="2437273511" sldId="422"/>
            <ac:graphicFrameMk id="4" creationId="{3D51FE79-3EA2-BD2D-954B-AEC919CFCB3C}"/>
          </ac:graphicFrameMkLst>
        </pc:graphicFrameChg>
      </pc:sldChg>
      <pc:sldChg chg="addSp delSp modSp new mod modNotesTx">
        <pc:chgData name="Michael Wegelin" userId="44f55030-522d-4388-8c84-12427b5d3861" providerId="ADAL" clId="{0C4B0DB6-929A-4816-82F8-C5CA7CCA52CE}" dt="2026-07-21T08:58:14.012" v="14843" actId="14734"/>
        <pc:sldMkLst>
          <pc:docMk/>
          <pc:sldMk cId="1354046948" sldId="423"/>
        </pc:sldMkLst>
        <pc:spChg chg="mod">
          <ac:chgData name="Michael Wegelin" userId="44f55030-522d-4388-8c84-12427b5d3861" providerId="ADAL" clId="{0C4B0DB6-929A-4816-82F8-C5CA7CCA52CE}" dt="2026-07-21T08:55:52.174" v="14821"/>
          <ac:spMkLst>
            <pc:docMk/>
            <pc:sldMk cId="1354046948" sldId="423"/>
            <ac:spMk id="2" creationId="{C145EA6F-DE49-DBFB-EF51-20BD70B9CCD1}"/>
          </ac:spMkLst>
        </pc:spChg>
        <pc:graphicFrameChg chg="add mod ord modGraphic">
          <ac:chgData name="Michael Wegelin" userId="44f55030-522d-4388-8c84-12427b5d3861" providerId="ADAL" clId="{0C4B0DB6-929A-4816-82F8-C5CA7CCA52CE}" dt="2026-07-21T08:58:14.012" v="14843" actId="14734"/>
          <ac:graphicFrameMkLst>
            <pc:docMk/>
            <pc:sldMk cId="1354046948" sldId="423"/>
            <ac:graphicFrameMk id="4" creationId="{4433E802-089A-A6C5-5311-1C54FC2B28D0}"/>
          </ac:graphicFrameMkLst>
        </pc:graphicFrameChg>
      </pc:sldChg>
      <pc:sldChg chg="modSp new mod modNotesTx">
        <pc:chgData name="Michael Wegelin" userId="44f55030-522d-4388-8c84-12427b5d3861" providerId="ADAL" clId="{0C4B0DB6-929A-4816-82F8-C5CA7CCA52CE}" dt="2026-07-21T08:59:18.604" v="14856" actId="20577"/>
        <pc:sldMkLst>
          <pc:docMk/>
          <pc:sldMk cId="3706998953" sldId="424"/>
        </pc:sldMkLst>
        <pc:spChg chg="mod">
          <ac:chgData name="Michael Wegelin" userId="44f55030-522d-4388-8c84-12427b5d3861" providerId="ADAL" clId="{0C4B0DB6-929A-4816-82F8-C5CA7CCA52CE}" dt="2026-07-21T08:58:27.147" v="14844"/>
          <ac:spMkLst>
            <pc:docMk/>
            <pc:sldMk cId="3706998953" sldId="424"/>
            <ac:spMk id="2" creationId="{1CEFAF8D-987E-70AE-E83C-024C31BE5239}"/>
          </ac:spMkLst>
        </pc:spChg>
        <pc:spChg chg="mod">
          <ac:chgData name="Michael Wegelin" userId="44f55030-522d-4388-8c84-12427b5d3861" providerId="ADAL" clId="{0C4B0DB6-929A-4816-82F8-C5CA7CCA52CE}" dt="2026-07-21T08:59:02.248" v="14852" actId="20577"/>
          <ac:spMkLst>
            <pc:docMk/>
            <pc:sldMk cId="3706998953" sldId="424"/>
            <ac:spMk id="3" creationId="{B71BFA7C-75E0-E381-8CA3-E177F0A9C454}"/>
          </ac:spMkLst>
        </pc:spChg>
      </pc:sldChg>
      <pc:sldChg chg="addSp delSp modSp new mod modNotesTx">
        <pc:chgData name="Michael Wegelin" userId="44f55030-522d-4388-8c84-12427b5d3861" providerId="ADAL" clId="{0C4B0DB6-929A-4816-82F8-C5CA7CCA52CE}" dt="2026-07-21T09:01:08.914" v="14873" actId="20577"/>
        <pc:sldMkLst>
          <pc:docMk/>
          <pc:sldMk cId="3741333435" sldId="425"/>
        </pc:sldMkLst>
        <pc:spChg chg="mod">
          <ac:chgData name="Michael Wegelin" userId="44f55030-522d-4388-8c84-12427b5d3861" providerId="ADAL" clId="{0C4B0DB6-929A-4816-82F8-C5CA7CCA52CE}" dt="2026-07-21T08:59:27.865" v="14857"/>
          <ac:spMkLst>
            <pc:docMk/>
            <pc:sldMk cId="3741333435" sldId="425"/>
            <ac:spMk id="2" creationId="{1E62D10F-3618-EFB0-644D-C9AFC49D8694}"/>
          </ac:spMkLst>
        </pc:spChg>
        <pc:graphicFrameChg chg="add mod ord modGraphic">
          <ac:chgData name="Michael Wegelin" userId="44f55030-522d-4388-8c84-12427b5d3861" providerId="ADAL" clId="{0C4B0DB6-929A-4816-82F8-C5CA7CCA52CE}" dt="2026-07-21T09:00:49.284" v="14869"/>
          <ac:graphicFrameMkLst>
            <pc:docMk/>
            <pc:sldMk cId="3741333435" sldId="425"/>
            <ac:graphicFrameMk id="4" creationId="{B1433784-FC09-7000-514F-C94BD78F6AA1}"/>
          </ac:graphicFrameMkLst>
        </pc:graphicFrameChg>
      </pc:sldChg>
      <pc:sldChg chg="modSp new del mod">
        <pc:chgData name="Michael Wegelin" userId="44f55030-522d-4388-8c84-12427b5d3861" providerId="ADAL" clId="{0C4B0DB6-929A-4816-82F8-C5CA7CCA52CE}" dt="2026-07-23T14:15:31.117" v="17542" actId="47"/>
        <pc:sldMkLst>
          <pc:docMk/>
          <pc:sldMk cId="3735646291" sldId="426"/>
        </pc:sldMkLst>
      </pc:sldChg>
      <pc:sldChg chg="addSp delSp modSp new mod modNotesTx">
        <pc:chgData name="Michael Wegelin" userId="44f55030-522d-4388-8c84-12427b5d3861" providerId="ADAL" clId="{0C4B0DB6-929A-4816-82F8-C5CA7CCA52CE}" dt="2026-07-21T09:35:27.777" v="14993" actId="14734"/>
        <pc:sldMkLst>
          <pc:docMk/>
          <pc:sldMk cId="2212702499" sldId="427"/>
        </pc:sldMkLst>
        <pc:spChg chg="mod">
          <ac:chgData name="Michael Wegelin" userId="44f55030-522d-4388-8c84-12427b5d3861" providerId="ADAL" clId="{0C4B0DB6-929A-4816-82F8-C5CA7CCA52CE}" dt="2026-07-21T09:33:00.117" v="14964"/>
          <ac:spMkLst>
            <pc:docMk/>
            <pc:sldMk cId="2212702499" sldId="427"/>
            <ac:spMk id="2" creationId="{6CC19C46-B127-4505-DD4D-68231DDC8457}"/>
          </ac:spMkLst>
        </pc:spChg>
        <pc:graphicFrameChg chg="add mod ord modGraphic">
          <ac:chgData name="Michael Wegelin" userId="44f55030-522d-4388-8c84-12427b5d3861" providerId="ADAL" clId="{0C4B0DB6-929A-4816-82F8-C5CA7CCA52CE}" dt="2026-07-21T09:35:27.777" v="14993" actId="14734"/>
          <ac:graphicFrameMkLst>
            <pc:docMk/>
            <pc:sldMk cId="2212702499" sldId="427"/>
            <ac:graphicFrameMk id="4" creationId="{7CD3C97C-13EF-ED13-3A0F-0D6BC811BF47}"/>
          </ac:graphicFrameMkLst>
        </pc:graphicFrameChg>
      </pc:sldChg>
      <pc:sldChg chg="modSp new mod modNotesTx">
        <pc:chgData name="Michael Wegelin" userId="44f55030-522d-4388-8c84-12427b5d3861" providerId="ADAL" clId="{0C4B0DB6-929A-4816-82F8-C5CA7CCA52CE}" dt="2026-07-21T09:37:42.318" v="15029" actId="27636"/>
        <pc:sldMkLst>
          <pc:docMk/>
          <pc:sldMk cId="856405190" sldId="428"/>
        </pc:sldMkLst>
        <pc:spChg chg="mod">
          <ac:chgData name="Michael Wegelin" userId="44f55030-522d-4388-8c84-12427b5d3861" providerId="ADAL" clId="{0C4B0DB6-929A-4816-82F8-C5CA7CCA52CE}" dt="2026-07-21T09:35:37.181" v="14994"/>
          <ac:spMkLst>
            <pc:docMk/>
            <pc:sldMk cId="856405190" sldId="428"/>
            <ac:spMk id="2" creationId="{52D75291-8E20-648E-057B-2CCC0007EC7F}"/>
          </ac:spMkLst>
        </pc:spChg>
        <pc:spChg chg="mod">
          <ac:chgData name="Michael Wegelin" userId="44f55030-522d-4388-8c84-12427b5d3861" providerId="ADAL" clId="{0C4B0DB6-929A-4816-82F8-C5CA7CCA52CE}" dt="2026-07-21T09:37:42.318" v="15029" actId="27636"/>
          <ac:spMkLst>
            <pc:docMk/>
            <pc:sldMk cId="856405190" sldId="428"/>
            <ac:spMk id="3" creationId="{E6EBE737-E0D5-3015-0E6E-2A82729EAB05}"/>
          </ac:spMkLst>
        </pc:spChg>
      </pc:sldChg>
      <pc:sldChg chg="modSp new mod modNotesTx">
        <pc:chgData name="Michael Wegelin" userId="44f55030-522d-4388-8c84-12427b5d3861" providerId="ADAL" clId="{0C4B0DB6-929A-4816-82F8-C5CA7CCA52CE}" dt="2026-07-21T09:41:07.593" v="15063" actId="20577"/>
        <pc:sldMkLst>
          <pc:docMk/>
          <pc:sldMk cId="1220269472" sldId="429"/>
        </pc:sldMkLst>
        <pc:spChg chg="mod">
          <ac:chgData name="Michael Wegelin" userId="44f55030-522d-4388-8c84-12427b5d3861" providerId="ADAL" clId="{0C4B0DB6-929A-4816-82F8-C5CA7CCA52CE}" dt="2026-07-21T09:38:01.388" v="15030"/>
          <ac:spMkLst>
            <pc:docMk/>
            <pc:sldMk cId="1220269472" sldId="429"/>
            <ac:spMk id="2" creationId="{49C680C7-E088-D77C-D5E8-864A0FA62BFE}"/>
          </ac:spMkLst>
        </pc:spChg>
        <pc:spChg chg="mod">
          <ac:chgData name="Michael Wegelin" userId="44f55030-522d-4388-8c84-12427b5d3861" providerId="ADAL" clId="{0C4B0DB6-929A-4816-82F8-C5CA7CCA52CE}" dt="2026-07-21T09:38:51.853" v="15048" actId="27636"/>
          <ac:spMkLst>
            <pc:docMk/>
            <pc:sldMk cId="1220269472" sldId="429"/>
            <ac:spMk id="3" creationId="{9F3C4DC5-44DB-D16E-A770-C74DF9EAA026}"/>
          </ac:spMkLst>
        </pc:spChg>
      </pc:sldChg>
      <pc:sldChg chg="addSp modSp new mod modClrScheme chgLayout modNotesTx">
        <pc:chgData name="Michael Wegelin" userId="44f55030-522d-4388-8c84-12427b5d3861" providerId="ADAL" clId="{0C4B0DB6-929A-4816-82F8-C5CA7CCA52CE}" dt="2026-07-21T09:46:47.939" v="15168" actId="14100"/>
        <pc:sldMkLst>
          <pc:docMk/>
          <pc:sldMk cId="3461734789" sldId="430"/>
        </pc:sldMkLst>
        <pc:spChg chg="mod ord">
          <ac:chgData name="Michael Wegelin" userId="44f55030-522d-4388-8c84-12427b5d3861" providerId="ADAL" clId="{0C4B0DB6-929A-4816-82F8-C5CA7CCA52CE}" dt="2026-07-21T09:46:07.810" v="15145" actId="700"/>
          <ac:spMkLst>
            <pc:docMk/>
            <pc:sldMk cId="3461734789" sldId="430"/>
            <ac:spMk id="2" creationId="{F61B81FA-4021-4C59-81C3-8A362BE723AC}"/>
          </ac:spMkLst>
        </pc:spChg>
        <pc:spChg chg="mod ord">
          <ac:chgData name="Michael Wegelin" userId="44f55030-522d-4388-8c84-12427b5d3861" providerId="ADAL" clId="{0C4B0DB6-929A-4816-82F8-C5CA7CCA52CE}" dt="2026-07-21T09:46:41.882" v="15166" actId="27636"/>
          <ac:spMkLst>
            <pc:docMk/>
            <pc:sldMk cId="3461734789" sldId="430"/>
            <ac:spMk id="3" creationId="{0843C823-B2D6-1D11-ECF8-8DA027110B37}"/>
          </ac:spMkLst>
        </pc:spChg>
        <pc:spChg chg="add mod ord">
          <ac:chgData name="Michael Wegelin" userId="44f55030-522d-4388-8c84-12427b5d3861" providerId="ADAL" clId="{0C4B0DB6-929A-4816-82F8-C5CA7CCA52CE}" dt="2026-07-21T09:46:47.939" v="15168" actId="14100"/>
          <ac:spMkLst>
            <pc:docMk/>
            <pc:sldMk cId="3461734789" sldId="430"/>
            <ac:spMk id="4" creationId="{6C23CB3C-435A-4F87-AEC7-BC37F734522A}"/>
          </ac:spMkLst>
        </pc:spChg>
      </pc:sldChg>
      <pc:sldChg chg="addSp delSp modSp new mod modClrScheme chgLayout modNotesTx">
        <pc:chgData name="Michael Wegelin" userId="44f55030-522d-4388-8c84-12427b5d3861" providerId="ADAL" clId="{0C4B0DB6-929A-4816-82F8-C5CA7CCA52CE}" dt="2026-07-23T14:18:37.959" v="17684" actId="20577"/>
        <pc:sldMkLst>
          <pc:docMk/>
          <pc:sldMk cId="1514935692" sldId="431"/>
        </pc:sldMkLst>
        <pc:spChg chg="mod ord">
          <ac:chgData name="Michael Wegelin" userId="44f55030-522d-4388-8c84-12427b5d3861" providerId="ADAL" clId="{0C4B0DB6-929A-4816-82F8-C5CA7CCA52CE}" dt="2026-07-23T14:18:37.959" v="17684" actId="20577"/>
          <ac:spMkLst>
            <pc:docMk/>
            <pc:sldMk cId="1514935692" sldId="431"/>
            <ac:spMk id="2" creationId="{9184BBB4-E4BD-7E56-9F7D-F7E63287E33B}"/>
          </ac:spMkLst>
        </pc:spChg>
        <pc:spChg chg="add mod ord">
          <ac:chgData name="Michael Wegelin" userId="44f55030-522d-4388-8c84-12427b5d3861" providerId="ADAL" clId="{0C4B0DB6-929A-4816-82F8-C5CA7CCA52CE}" dt="2026-07-21T09:48:36.230" v="15174"/>
          <ac:spMkLst>
            <pc:docMk/>
            <pc:sldMk cId="1514935692" sldId="431"/>
            <ac:spMk id="4" creationId="{85E6DA13-C9BC-B2B7-F643-2165EBFB1258}"/>
          </ac:spMkLst>
        </pc:spChg>
        <pc:spChg chg="add mod ord">
          <ac:chgData name="Michael Wegelin" userId="44f55030-522d-4388-8c84-12427b5d3861" providerId="ADAL" clId="{0C4B0DB6-929A-4816-82F8-C5CA7CCA52CE}" dt="2026-07-21T09:49:12.629" v="15233" actId="12"/>
          <ac:spMkLst>
            <pc:docMk/>
            <pc:sldMk cId="1514935692" sldId="431"/>
            <ac:spMk id="5" creationId="{887DC6EA-1CF2-6B32-242E-1732EEC65837}"/>
          </ac:spMkLst>
        </pc:spChg>
        <pc:spChg chg="add mod ord">
          <ac:chgData name="Michael Wegelin" userId="44f55030-522d-4388-8c84-12427b5d3861" providerId="ADAL" clId="{0C4B0DB6-929A-4816-82F8-C5CA7CCA52CE}" dt="2026-07-21T09:48:42.497" v="15175"/>
          <ac:spMkLst>
            <pc:docMk/>
            <pc:sldMk cId="1514935692" sldId="431"/>
            <ac:spMk id="6" creationId="{3AC6DC6F-79E9-C730-E6E0-700613953F89}"/>
          </ac:spMkLst>
        </pc:spChg>
        <pc:spChg chg="add mod ord">
          <ac:chgData name="Michael Wegelin" userId="44f55030-522d-4388-8c84-12427b5d3861" providerId="ADAL" clId="{0C4B0DB6-929A-4816-82F8-C5CA7CCA52CE}" dt="2026-07-21T09:49:48.719" v="15291" actId="20577"/>
          <ac:spMkLst>
            <pc:docMk/>
            <pc:sldMk cId="1514935692" sldId="431"/>
            <ac:spMk id="7" creationId="{B9508C36-AB0D-792F-CF9E-C1137A82149A}"/>
          </ac:spMkLst>
        </pc:spChg>
        <pc:spChg chg="add mod">
          <ac:chgData name="Michael Wegelin" userId="44f55030-522d-4388-8c84-12427b5d3861" providerId="ADAL" clId="{0C4B0DB6-929A-4816-82F8-C5CA7CCA52CE}" dt="2026-07-21T09:50:36.361" v="15316" actId="27636"/>
          <ac:spMkLst>
            <pc:docMk/>
            <pc:sldMk cId="1514935692" sldId="431"/>
            <ac:spMk id="8" creationId="{BBEC4B8E-41A4-481D-F8D6-43DB13C50218}"/>
          </ac:spMkLst>
        </pc:spChg>
      </pc:sldChg>
      <pc:sldChg chg="modSp new mod modNotesTx">
        <pc:chgData name="Michael Wegelin" userId="44f55030-522d-4388-8c84-12427b5d3861" providerId="ADAL" clId="{0C4B0DB6-929A-4816-82F8-C5CA7CCA52CE}" dt="2026-07-23T14:18:51.561" v="17690" actId="20577"/>
        <pc:sldMkLst>
          <pc:docMk/>
          <pc:sldMk cId="352805879" sldId="432"/>
        </pc:sldMkLst>
        <pc:spChg chg="mod">
          <ac:chgData name="Michael Wegelin" userId="44f55030-522d-4388-8c84-12427b5d3861" providerId="ADAL" clId="{0C4B0DB6-929A-4816-82F8-C5CA7CCA52CE}" dt="2026-07-21T09:51:01.231" v="15317"/>
          <ac:spMkLst>
            <pc:docMk/>
            <pc:sldMk cId="352805879" sldId="432"/>
            <ac:spMk id="2" creationId="{8FE398AD-E16C-DB2D-3A8F-B048E59F6A92}"/>
          </ac:spMkLst>
        </pc:spChg>
        <pc:spChg chg="mod">
          <ac:chgData name="Michael Wegelin" userId="44f55030-522d-4388-8c84-12427b5d3861" providerId="ADAL" clId="{0C4B0DB6-929A-4816-82F8-C5CA7CCA52CE}" dt="2026-07-21T09:52:41.227" v="15334" actId="20577"/>
          <ac:spMkLst>
            <pc:docMk/>
            <pc:sldMk cId="352805879" sldId="432"/>
            <ac:spMk id="3" creationId="{5E9C7F5B-FFB8-8F5F-B18A-EAAF0230BA8A}"/>
          </ac:spMkLst>
        </pc:spChg>
      </pc:sldChg>
      <pc:sldChg chg="modSp new del mod modNotesTx">
        <pc:chgData name="Michael Wegelin" userId="44f55030-522d-4388-8c84-12427b5d3861" providerId="ADAL" clId="{0C4B0DB6-929A-4816-82F8-C5CA7CCA52CE}" dt="2026-07-23T14:20:22.664" v="17706" actId="47"/>
        <pc:sldMkLst>
          <pc:docMk/>
          <pc:sldMk cId="2517670079" sldId="433"/>
        </pc:sldMkLst>
      </pc:sldChg>
      <pc:sldChg chg="addSp delSp modSp new mod modNotesTx">
        <pc:chgData name="Michael Wegelin" userId="44f55030-522d-4388-8c84-12427b5d3861" providerId="ADAL" clId="{0C4B0DB6-929A-4816-82F8-C5CA7CCA52CE}" dt="2026-07-23T14:20:12.226" v="17704" actId="20577"/>
        <pc:sldMkLst>
          <pc:docMk/>
          <pc:sldMk cId="1607940670" sldId="434"/>
        </pc:sldMkLst>
        <pc:spChg chg="mod">
          <ac:chgData name="Michael Wegelin" userId="44f55030-522d-4388-8c84-12427b5d3861" providerId="ADAL" clId="{0C4B0DB6-929A-4816-82F8-C5CA7CCA52CE}" dt="2026-07-21T10:30:57.728" v="15392"/>
          <ac:spMkLst>
            <pc:docMk/>
            <pc:sldMk cId="1607940670" sldId="434"/>
            <ac:spMk id="2" creationId="{A1FFD8F2-19E9-BD1E-3196-3DDDB9E76401}"/>
          </ac:spMkLst>
        </pc:spChg>
        <pc:graphicFrameChg chg="add mod ord modGraphic">
          <ac:chgData name="Michael Wegelin" userId="44f55030-522d-4388-8c84-12427b5d3861" providerId="ADAL" clId="{0C4B0DB6-929A-4816-82F8-C5CA7CCA52CE}" dt="2026-07-21T10:36:57.463" v="15469" actId="14734"/>
          <ac:graphicFrameMkLst>
            <pc:docMk/>
            <pc:sldMk cId="1607940670" sldId="434"/>
            <ac:graphicFrameMk id="4" creationId="{78C12851-5120-CD90-1C90-AFC08F18D8DC}"/>
          </ac:graphicFrameMkLst>
        </pc:graphicFrameChg>
      </pc:sldChg>
      <pc:sldChg chg="modSp new del mod modNotesTx">
        <pc:chgData name="Michael Wegelin" userId="44f55030-522d-4388-8c84-12427b5d3861" providerId="ADAL" clId="{0C4B0DB6-929A-4816-82F8-C5CA7CCA52CE}" dt="2026-07-23T14:20:18.277" v="17705" actId="47"/>
        <pc:sldMkLst>
          <pc:docMk/>
          <pc:sldMk cId="1133415990" sldId="435"/>
        </pc:sldMkLst>
      </pc:sldChg>
      <pc:sldChg chg="modSp new mod modNotesTx">
        <pc:chgData name="Michael Wegelin" userId="44f55030-522d-4388-8c84-12427b5d3861" providerId="ADAL" clId="{0C4B0DB6-929A-4816-82F8-C5CA7CCA52CE}" dt="2026-07-21T10:41:44.098" v="15495" actId="20577"/>
        <pc:sldMkLst>
          <pc:docMk/>
          <pc:sldMk cId="1885128115" sldId="436"/>
        </pc:sldMkLst>
        <pc:spChg chg="mod">
          <ac:chgData name="Michael Wegelin" userId="44f55030-522d-4388-8c84-12427b5d3861" providerId="ADAL" clId="{0C4B0DB6-929A-4816-82F8-C5CA7CCA52CE}" dt="2026-07-21T10:41:03.627" v="15487"/>
          <ac:spMkLst>
            <pc:docMk/>
            <pc:sldMk cId="1885128115" sldId="436"/>
            <ac:spMk id="2" creationId="{1C835242-E9F0-6B72-FA45-86C3475FBA05}"/>
          </ac:spMkLst>
        </pc:spChg>
        <pc:spChg chg="mod">
          <ac:chgData name="Michael Wegelin" userId="44f55030-522d-4388-8c84-12427b5d3861" providerId="ADAL" clId="{0C4B0DB6-929A-4816-82F8-C5CA7CCA52CE}" dt="2026-07-21T10:41:25.148" v="15491" actId="5793"/>
          <ac:spMkLst>
            <pc:docMk/>
            <pc:sldMk cId="1885128115" sldId="436"/>
            <ac:spMk id="3" creationId="{732B6851-8EDE-1E87-72E1-06CEA1EA70F8}"/>
          </ac:spMkLst>
        </pc:spChg>
      </pc:sldChg>
      <pc:sldChg chg="modSp new del mod modNotesTx">
        <pc:chgData name="Michael Wegelin" userId="44f55030-522d-4388-8c84-12427b5d3861" providerId="ADAL" clId="{0C4B0DB6-929A-4816-82F8-C5CA7CCA52CE}" dt="2026-07-23T14:21:45.755" v="17717" actId="47"/>
        <pc:sldMkLst>
          <pc:docMk/>
          <pc:sldMk cId="72932577" sldId="437"/>
        </pc:sldMkLst>
      </pc:sldChg>
      <pc:sldChg chg="modSp new mod modNotesTx">
        <pc:chgData name="Michael Wegelin" userId="44f55030-522d-4388-8c84-12427b5d3861" providerId="ADAL" clId="{0C4B0DB6-929A-4816-82F8-C5CA7CCA52CE}" dt="2026-07-23T14:21:39.211" v="17716" actId="5793"/>
        <pc:sldMkLst>
          <pc:docMk/>
          <pc:sldMk cId="621294838" sldId="438"/>
        </pc:sldMkLst>
        <pc:spChg chg="mod">
          <ac:chgData name="Michael Wegelin" userId="44f55030-522d-4388-8c84-12427b5d3861" providerId="ADAL" clId="{0C4B0DB6-929A-4816-82F8-C5CA7CCA52CE}" dt="2026-07-21T10:43:41.315" v="15511"/>
          <ac:spMkLst>
            <pc:docMk/>
            <pc:sldMk cId="621294838" sldId="438"/>
            <ac:spMk id="2" creationId="{75C88D26-93F7-4AE6-5AD7-264B1633DA2A}"/>
          </ac:spMkLst>
        </pc:spChg>
        <pc:spChg chg="mod">
          <ac:chgData name="Michael Wegelin" userId="44f55030-522d-4388-8c84-12427b5d3861" providerId="ADAL" clId="{0C4B0DB6-929A-4816-82F8-C5CA7CCA52CE}" dt="2026-07-21T10:51:08.710" v="15558" actId="21"/>
          <ac:spMkLst>
            <pc:docMk/>
            <pc:sldMk cId="621294838" sldId="438"/>
            <ac:spMk id="3" creationId="{37E1C09D-1C6B-95A4-418A-AB7AF89017DD}"/>
          </ac:spMkLst>
        </pc:spChg>
      </pc:sldChg>
      <pc:sldChg chg="modSp new del mod modNotesTx">
        <pc:chgData name="Michael Wegelin" userId="44f55030-522d-4388-8c84-12427b5d3861" providerId="ADAL" clId="{0C4B0DB6-929A-4816-82F8-C5CA7CCA52CE}" dt="2026-07-23T14:22:13.277" v="17719" actId="47"/>
        <pc:sldMkLst>
          <pc:docMk/>
          <pc:sldMk cId="3679240694" sldId="439"/>
        </pc:sldMkLst>
      </pc:sldChg>
      <pc:sldChg chg="modSp new del mod modNotesTx">
        <pc:chgData name="Michael Wegelin" userId="44f55030-522d-4388-8c84-12427b5d3861" providerId="ADAL" clId="{0C4B0DB6-929A-4816-82F8-C5CA7CCA52CE}" dt="2026-07-23T14:21:49.819" v="17718" actId="47"/>
        <pc:sldMkLst>
          <pc:docMk/>
          <pc:sldMk cId="2555644867" sldId="440"/>
        </pc:sldMkLst>
      </pc:sldChg>
      <pc:sldChg chg="modSp new del mod modNotesTx">
        <pc:chgData name="Michael Wegelin" userId="44f55030-522d-4388-8c84-12427b5d3861" providerId="ADAL" clId="{0C4B0DB6-929A-4816-82F8-C5CA7CCA52CE}" dt="2026-07-23T14:22:15.276" v="17720" actId="47"/>
        <pc:sldMkLst>
          <pc:docMk/>
          <pc:sldMk cId="2744017821" sldId="441"/>
        </pc:sldMkLst>
      </pc:sldChg>
      <pc:sldChg chg="addSp delSp modSp new mod modNotesTx">
        <pc:chgData name="Michael Wegelin" userId="44f55030-522d-4388-8c84-12427b5d3861" providerId="ADAL" clId="{0C4B0DB6-929A-4816-82F8-C5CA7CCA52CE}" dt="2026-07-21T10:58:22.351" v="15633" actId="6549"/>
        <pc:sldMkLst>
          <pc:docMk/>
          <pc:sldMk cId="1465008707" sldId="442"/>
        </pc:sldMkLst>
        <pc:spChg chg="mod">
          <ac:chgData name="Michael Wegelin" userId="44f55030-522d-4388-8c84-12427b5d3861" providerId="ADAL" clId="{0C4B0DB6-929A-4816-82F8-C5CA7CCA52CE}" dt="2026-07-21T10:54:46.462" v="15588" actId="20577"/>
          <ac:spMkLst>
            <pc:docMk/>
            <pc:sldMk cId="1465008707" sldId="442"/>
            <ac:spMk id="2" creationId="{9614762B-0D70-FA06-9476-77FD8DC93DB9}"/>
          </ac:spMkLst>
        </pc:spChg>
        <pc:graphicFrameChg chg="add mod ord modGraphic">
          <ac:chgData name="Michael Wegelin" userId="44f55030-522d-4388-8c84-12427b5d3861" providerId="ADAL" clId="{0C4B0DB6-929A-4816-82F8-C5CA7CCA52CE}" dt="2026-07-21T10:58:22.351" v="15633" actId="6549"/>
          <ac:graphicFrameMkLst>
            <pc:docMk/>
            <pc:sldMk cId="1465008707" sldId="442"/>
            <ac:graphicFrameMk id="4" creationId="{2EE8C1E4-1D51-213E-DCAF-6127D757DF89}"/>
          </ac:graphicFrameMkLst>
        </pc:graphicFrameChg>
      </pc:sldChg>
      <pc:sldChg chg="modSp new mod modNotesTx">
        <pc:chgData name="Michael Wegelin" userId="44f55030-522d-4388-8c84-12427b5d3861" providerId="ADAL" clId="{0C4B0DB6-929A-4816-82F8-C5CA7CCA52CE}" dt="2026-07-21T10:59:29.040" v="15644" actId="20577"/>
        <pc:sldMkLst>
          <pc:docMk/>
          <pc:sldMk cId="2276360311" sldId="443"/>
        </pc:sldMkLst>
        <pc:spChg chg="mod">
          <ac:chgData name="Michael Wegelin" userId="44f55030-522d-4388-8c84-12427b5d3861" providerId="ADAL" clId="{0C4B0DB6-929A-4816-82F8-C5CA7CCA52CE}" dt="2026-07-21T10:58:46.435" v="15634"/>
          <ac:spMkLst>
            <pc:docMk/>
            <pc:sldMk cId="2276360311" sldId="443"/>
            <ac:spMk id="2" creationId="{460C5ECD-8FBE-65FC-5739-7D12A22B8665}"/>
          </ac:spMkLst>
        </pc:spChg>
        <pc:spChg chg="mod">
          <ac:chgData name="Michael Wegelin" userId="44f55030-522d-4388-8c84-12427b5d3861" providerId="ADAL" clId="{0C4B0DB6-929A-4816-82F8-C5CA7CCA52CE}" dt="2026-07-21T10:59:29.040" v="15644" actId="20577"/>
          <ac:spMkLst>
            <pc:docMk/>
            <pc:sldMk cId="2276360311" sldId="443"/>
            <ac:spMk id="3" creationId="{89770D4F-14CD-CE9E-693A-83B5CB8579F2}"/>
          </ac:spMkLst>
        </pc:spChg>
      </pc:sldChg>
      <pc:sldChg chg="modSp new mod modNotesTx">
        <pc:chgData name="Michael Wegelin" userId="44f55030-522d-4388-8c84-12427b5d3861" providerId="ADAL" clId="{0C4B0DB6-929A-4816-82F8-C5CA7CCA52CE}" dt="2026-07-21T11:00:23.189" v="15650" actId="20577"/>
        <pc:sldMkLst>
          <pc:docMk/>
          <pc:sldMk cId="3241294172" sldId="444"/>
        </pc:sldMkLst>
        <pc:spChg chg="mod">
          <ac:chgData name="Michael Wegelin" userId="44f55030-522d-4388-8c84-12427b5d3861" providerId="ADAL" clId="{0C4B0DB6-929A-4816-82F8-C5CA7CCA52CE}" dt="2026-07-21T10:59:42.839" v="15645"/>
          <ac:spMkLst>
            <pc:docMk/>
            <pc:sldMk cId="3241294172" sldId="444"/>
            <ac:spMk id="2" creationId="{513CE5E1-D4E2-9794-38F8-BBD977332C46}"/>
          </ac:spMkLst>
        </pc:spChg>
        <pc:spChg chg="mod">
          <ac:chgData name="Michael Wegelin" userId="44f55030-522d-4388-8c84-12427b5d3861" providerId="ADAL" clId="{0C4B0DB6-929A-4816-82F8-C5CA7CCA52CE}" dt="2026-07-21T11:00:00.426" v="15647" actId="5793"/>
          <ac:spMkLst>
            <pc:docMk/>
            <pc:sldMk cId="3241294172" sldId="444"/>
            <ac:spMk id="3" creationId="{52978717-192F-9174-60DB-6BD32F5F795C}"/>
          </ac:spMkLst>
        </pc:spChg>
      </pc:sldChg>
      <pc:sldChg chg="modSp new del mod modNotesTx">
        <pc:chgData name="Michael Wegelin" userId="44f55030-522d-4388-8c84-12427b5d3861" providerId="ADAL" clId="{0C4B0DB6-929A-4816-82F8-C5CA7CCA52CE}" dt="2026-07-23T14:22:25.438" v="17721" actId="47"/>
        <pc:sldMkLst>
          <pc:docMk/>
          <pc:sldMk cId="1008893811" sldId="445"/>
        </pc:sldMkLst>
      </pc:sldChg>
      <pc:sldChg chg="modSp add mod modNotesTx">
        <pc:chgData name="Michael Wegelin" userId="44f55030-522d-4388-8c84-12427b5d3861" providerId="ADAL" clId="{0C4B0DB6-929A-4816-82F8-C5CA7CCA52CE}" dt="2026-07-23T14:19:00.068" v="17691" actId="20577"/>
        <pc:sldMkLst>
          <pc:docMk/>
          <pc:sldMk cId="590690048" sldId="451"/>
        </pc:sldMkLst>
        <pc:spChg chg="mod">
          <ac:chgData name="Michael Wegelin" userId="44f55030-522d-4388-8c84-12427b5d3861" providerId="ADAL" clId="{0C4B0DB6-929A-4816-82F8-C5CA7CCA52CE}" dt="2026-07-21T10:28:59.469" v="15374"/>
          <ac:spMkLst>
            <pc:docMk/>
            <pc:sldMk cId="590690048" sldId="451"/>
            <ac:spMk id="2" creationId="{CEA63EB1-276A-424C-1C1D-2452B079652F}"/>
          </ac:spMkLst>
        </pc:spChg>
        <pc:spChg chg="mod">
          <ac:chgData name="Michael Wegelin" userId="44f55030-522d-4388-8c84-12427b5d3861" providerId="ADAL" clId="{0C4B0DB6-929A-4816-82F8-C5CA7CCA52CE}" dt="2026-07-21T10:33:06.849" v="15417" actId="27636"/>
          <ac:spMkLst>
            <pc:docMk/>
            <pc:sldMk cId="590690048" sldId="451"/>
            <ac:spMk id="3" creationId="{DC51FDF6-CF41-9706-F070-D40A17D01081}"/>
          </ac:spMkLst>
        </pc:spChg>
      </pc:sldChg>
      <pc:sldChg chg="addSp delSp modSp new mod modNotesTx">
        <pc:chgData name="Michael Wegelin" userId="44f55030-522d-4388-8c84-12427b5d3861" providerId="ADAL" clId="{0C4B0DB6-929A-4816-82F8-C5CA7CCA52CE}" dt="2026-07-21T12:48:03.435" v="15783" actId="20577"/>
        <pc:sldMkLst>
          <pc:docMk/>
          <pc:sldMk cId="157545797" sldId="452"/>
        </pc:sldMkLst>
        <pc:spChg chg="mod">
          <ac:chgData name="Michael Wegelin" userId="44f55030-522d-4388-8c84-12427b5d3861" providerId="ADAL" clId="{0C4B0DB6-929A-4816-82F8-C5CA7CCA52CE}" dt="2026-07-21T12:45:11.266" v="15754"/>
          <ac:spMkLst>
            <pc:docMk/>
            <pc:sldMk cId="157545797" sldId="452"/>
            <ac:spMk id="2" creationId="{6B130F4A-18A9-F411-65FB-E6411819A903}"/>
          </ac:spMkLst>
        </pc:spChg>
        <pc:spChg chg="add mod">
          <ac:chgData name="Michael Wegelin" userId="44f55030-522d-4388-8c84-12427b5d3861" providerId="ADAL" clId="{0C4B0DB6-929A-4816-82F8-C5CA7CCA52CE}" dt="2026-07-21T12:47:26.491" v="15777" actId="27636"/>
          <ac:spMkLst>
            <pc:docMk/>
            <pc:sldMk cId="157545797" sldId="452"/>
            <ac:spMk id="6" creationId="{08EA7E6D-1A92-6061-5CE3-C7B60FACB1D0}"/>
          </ac:spMkLst>
        </pc:spChg>
        <pc:graphicFrameChg chg="add mod ord modGraphic">
          <ac:chgData name="Michael Wegelin" userId="44f55030-522d-4388-8c84-12427b5d3861" providerId="ADAL" clId="{0C4B0DB6-929A-4816-82F8-C5CA7CCA52CE}" dt="2026-07-21T12:46:41.632" v="15770" actId="14734"/>
          <ac:graphicFrameMkLst>
            <pc:docMk/>
            <pc:sldMk cId="157545797" sldId="452"/>
            <ac:graphicFrameMk id="4" creationId="{73D94264-F731-3E66-EC16-9F58ECC61EC9}"/>
          </ac:graphicFrameMkLst>
        </pc:graphicFrameChg>
      </pc:sldChg>
      <pc:sldChg chg="addSp modSp new mod modClrScheme chgLayout modNotesTx">
        <pc:chgData name="Michael Wegelin" userId="44f55030-522d-4388-8c84-12427b5d3861" providerId="ADAL" clId="{0C4B0DB6-929A-4816-82F8-C5CA7CCA52CE}" dt="2026-07-21T12:49:15.012" v="15798" actId="20577"/>
        <pc:sldMkLst>
          <pc:docMk/>
          <pc:sldMk cId="3524269760" sldId="453"/>
        </pc:sldMkLst>
        <pc:spChg chg="mod ord">
          <ac:chgData name="Michael Wegelin" userId="44f55030-522d-4388-8c84-12427b5d3861" providerId="ADAL" clId="{0C4B0DB6-929A-4816-82F8-C5CA7CCA52CE}" dt="2026-07-21T12:48:37.382" v="15789" actId="700"/>
          <ac:spMkLst>
            <pc:docMk/>
            <pc:sldMk cId="3524269760" sldId="453"/>
            <ac:spMk id="2" creationId="{FBA76AE5-99C6-5607-2D09-BD46081A75BE}"/>
          </ac:spMkLst>
        </pc:spChg>
        <pc:spChg chg="mod ord">
          <ac:chgData name="Michael Wegelin" userId="44f55030-522d-4388-8c84-12427b5d3861" providerId="ADAL" clId="{0C4B0DB6-929A-4816-82F8-C5CA7CCA52CE}" dt="2026-07-21T12:48:43.941" v="15792" actId="27636"/>
          <ac:spMkLst>
            <pc:docMk/>
            <pc:sldMk cId="3524269760" sldId="453"/>
            <ac:spMk id="3" creationId="{8C8BDEF3-2C67-890B-1AC4-D83B321C7FCA}"/>
          </ac:spMkLst>
        </pc:spChg>
        <pc:spChg chg="add mod ord">
          <ac:chgData name="Michael Wegelin" userId="44f55030-522d-4388-8c84-12427b5d3861" providerId="ADAL" clId="{0C4B0DB6-929A-4816-82F8-C5CA7CCA52CE}" dt="2026-07-21T12:48:52.154" v="15794" actId="5793"/>
          <ac:spMkLst>
            <pc:docMk/>
            <pc:sldMk cId="3524269760" sldId="453"/>
            <ac:spMk id="4" creationId="{21506BAB-115F-8EA8-3A2A-AE8B0D43F97C}"/>
          </ac:spMkLst>
        </pc:spChg>
      </pc:sldChg>
      <pc:sldChg chg="addSp modSp new mod modNotesTx">
        <pc:chgData name="Michael Wegelin" userId="44f55030-522d-4388-8c84-12427b5d3861" providerId="ADAL" clId="{0C4B0DB6-929A-4816-82F8-C5CA7CCA52CE}" dt="2026-07-21T13:51:45.395" v="16221" actId="20577"/>
        <pc:sldMkLst>
          <pc:docMk/>
          <pc:sldMk cId="2758989424" sldId="454"/>
        </pc:sldMkLst>
        <pc:spChg chg="mod">
          <ac:chgData name="Michael Wegelin" userId="44f55030-522d-4388-8c84-12427b5d3861" providerId="ADAL" clId="{0C4B0DB6-929A-4816-82F8-C5CA7CCA52CE}" dt="2026-07-21T13:51:14.050" v="16156" actId="20577"/>
          <ac:spMkLst>
            <pc:docMk/>
            <pc:sldMk cId="2758989424" sldId="454"/>
            <ac:spMk id="2" creationId="{94F8486F-A7D1-B0EF-7259-62124EA54084}"/>
          </ac:spMkLst>
        </pc:spChg>
        <pc:spChg chg="mod">
          <ac:chgData name="Michael Wegelin" userId="44f55030-522d-4388-8c84-12427b5d3861" providerId="ADAL" clId="{0C4B0DB6-929A-4816-82F8-C5CA7CCA52CE}" dt="2026-07-21T13:51:45.395" v="16221" actId="20577"/>
          <ac:spMkLst>
            <pc:docMk/>
            <pc:sldMk cId="2758989424" sldId="454"/>
            <ac:spMk id="3" creationId="{FE7268A3-6F23-8FE3-4D1D-E3A8A6B32944}"/>
          </ac:spMkLst>
        </pc:spChg>
        <pc:picChg chg="add mod">
          <ac:chgData name="Michael Wegelin" userId="44f55030-522d-4388-8c84-12427b5d3861" providerId="ADAL" clId="{0C4B0DB6-929A-4816-82F8-C5CA7CCA52CE}" dt="2026-07-21T13:50:41.859" v="16125" actId="1076"/>
          <ac:picMkLst>
            <pc:docMk/>
            <pc:sldMk cId="2758989424" sldId="454"/>
            <ac:picMk id="5" creationId="{28540060-AFC6-F5D9-AED2-DE156081D202}"/>
          </ac:picMkLst>
        </pc:picChg>
      </pc:sldChg>
      <pc:sldChg chg="modSp new mod modNotesTx">
        <pc:chgData name="Michael Wegelin" userId="44f55030-522d-4388-8c84-12427b5d3861" providerId="ADAL" clId="{0C4B0DB6-929A-4816-82F8-C5CA7CCA52CE}" dt="2026-07-21T12:58:15.874" v="15983" actId="20577"/>
        <pc:sldMkLst>
          <pc:docMk/>
          <pc:sldMk cId="3813957575" sldId="455"/>
        </pc:sldMkLst>
        <pc:spChg chg="mod">
          <ac:chgData name="Michael Wegelin" userId="44f55030-522d-4388-8c84-12427b5d3861" providerId="ADAL" clId="{0C4B0DB6-929A-4816-82F8-C5CA7CCA52CE}" dt="2026-07-21T12:56:36.787" v="15810" actId="20577"/>
          <ac:spMkLst>
            <pc:docMk/>
            <pc:sldMk cId="3813957575" sldId="455"/>
            <ac:spMk id="2" creationId="{2A313784-28BB-CD46-7FDD-58E1258F9A67}"/>
          </ac:spMkLst>
        </pc:spChg>
        <pc:spChg chg="mod">
          <ac:chgData name="Michael Wegelin" userId="44f55030-522d-4388-8c84-12427b5d3861" providerId="ADAL" clId="{0C4B0DB6-929A-4816-82F8-C5CA7CCA52CE}" dt="2026-07-21T12:58:00.847" v="15981" actId="20577"/>
          <ac:spMkLst>
            <pc:docMk/>
            <pc:sldMk cId="3813957575" sldId="455"/>
            <ac:spMk id="3" creationId="{B8E0EE58-B1DA-697D-629B-392DCE2779AA}"/>
          </ac:spMkLst>
        </pc:spChg>
      </pc:sldChg>
      <pc:sldChg chg="addSp modSp new mod modNotesTx">
        <pc:chgData name="Michael Wegelin" userId="44f55030-522d-4388-8c84-12427b5d3861" providerId="ADAL" clId="{0C4B0DB6-929A-4816-82F8-C5CA7CCA52CE}" dt="2026-07-23T14:24:08.305" v="17810" actId="20577"/>
        <pc:sldMkLst>
          <pc:docMk/>
          <pc:sldMk cId="3775690754" sldId="456"/>
        </pc:sldMkLst>
        <pc:spChg chg="mod">
          <ac:chgData name="Michael Wegelin" userId="44f55030-522d-4388-8c84-12427b5d3861" providerId="ADAL" clId="{0C4B0DB6-929A-4816-82F8-C5CA7CCA52CE}" dt="2026-07-21T12:58:27.654" v="15984"/>
          <ac:spMkLst>
            <pc:docMk/>
            <pc:sldMk cId="3775690754" sldId="456"/>
            <ac:spMk id="2" creationId="{F8BAB315-1528-EA8D-068F-E871E0D16802}"/>
          </ac:spMkLst>
        </pc:spChg>
        <pc:picChg chg="add mod">
          <ac:chgData name="Michael Wegelin" userId="44f55030-522d-4388-8c84-12427b5d3861" providerId="ADAL" clId="{0C4B0DB6-929A-4816-82F8-C5CA7CCA52CE}" dt="2026-07-21T13:00:16.198" v="15991" actId="14100"/>
          <ac:picMkLst>
            <pc:docMk/>
            <pc:sldMk cId="3775690754" sldId="456"/>
            <ac:picMk id="5" creationId="{C87C0B39-98D2-39F5-06B7-6180E71C987B}"/>
          </ac:picMkLst>
        </pc:picChg>
        <pc:picChg chg="add mod">
          <ac:chgData name="Michael Wegelin" userId="44f55030-522d-4388-8c84-12427b5d3861" providerId="ADAL" clId="{0C4B0DB6-929A-4816-82F8-C5CA7CCA52CE}" dt="2026-07-21T13:00:48.566" v="15997" actId="1076"/>
          <ac:picMkLst>
            <pc:docMk/>
            <pc:sldMk cId="3775690754" sldId="456"/>
            <ac:picMk id="7" creationId="{D5C37317-E011-C9A0-D0C9-802379284F0D}"/>
          </ac:picMkLst>
        </pc:picChg>
      </pc:sldChg>
      <pc:sldChg chg="modSp new del mod modNotesTx">
        <pc:chgData name="Michael Wegelin" userId="44f55030-522d-4388-8c84-12427b5d3861" providerId="ADAL" clId="{0C4B0DB6-929A-4816-82F8-C5CA7CCA52CE}" dt="2026-07-23T14:24:21.139" v="17811" actId="47"/>
        <pc:sldMkLst>
          <pc:docMk/>
          <pc:sldMk cId="40167056" sldId="457"/>
        </pc:sldMkLst>
      </pc:sldChg>
      <pc:sldChg chg="modSp new mod modNotesTx">
        <pc:chgData name="Michael Wegelin" userId="44f55030-522d-4388-8c84-12427b5d3861" providerId="ADAL" clId="{0C4B0DB6-929A-4816-82F8-C5CA7CCA52CE}" dt="2026-07-21T13:03:12.700" v="16021" actId="20577"/>
        <pc:sldMkLst>
          <pc:docMk/>
          <pc:sldMk cId="4090785794" sldId="458"/>
        </pc:sldMkLst>
        <pc:spChg chg="mod">
          <ac:chgData name="Michael Wegelin" userId="44f55030-522d-4388-8c84-12427b5d3861" providerId="ADAL" clId="{0C4B0DB6-929A-4816-82F8-C5CA7CCA52CE}" dt="2026-07-21T13:02:38.896" v="16013"/>
          <ac:spMkLst>
            <pc:docMk/>
            <pc:sldMk cId="4090785794" sldId="458"/>
            <ac:spMk id="2" creationId="{D41AE689-AD3A-6E0A-F5DA-3A6ED748D012}"/>
          </ac:spMkLst>
        </pc:spChg>
        <pc:spChg chg="mod">
          <ac:chgData name="Michael Wegelin" userId="44f55030-522d-4388-8c84-12427b5d3861" providerId="ADAL" clId="{0C4B0DB6-929A-4816-82F8-C5CA7CCA52CE}" dt="2026-07-21T13:02:57.784" v="16017" actId="20577"/>
          <ac:spMkLst>
            <pc:docMk/>
            <pc:sldMk cId="4090785794" sldId="458"/>
            <ac:spMk id="3" creationId="{42EE656D-CADE-0E52-DCCD-D3D3DC28B54D}"/>
          </ac:spMkLst>
        </pc:spChg>
      </pc:sldChg>
      <pc:sldChg chg="addSp delSp modSp new mod modClrScheme chgLayout modNotesTx">
        <pc:chgData name="Michael Wegelin" userId="44f55030-522d-4388-8c84-12427b5d3861" providerId="ADAL" clId="{0C4B0DB6-929A-4816-82F8-C5CA7CCA52CE}" dt="2026-07-21T13:04:36.876" v="16031" actId="20577"/>
        <pc:sldMkLst>
          <pc:docMk/>
          <pc:sldMk cId="1149518015" sldId="459"/>
        </pc:sldMkLst>
        <pc:spChg chg="mod ord">
          <ac:chgData name="Michael Wegelin" userId="44f55030-522d-4388-8c84-12427b5d3861" providerId="ADAL" clId="{0C4B0DB6-929A-4816-82F8-C5CA7CCA52CE}" dt="2026-07-21T13:03:44.716" v="16023" actId="700"/>
          <ac:spMkLst>
            <pc:docMk/>
            <pc:sldMk cId="1149518015" sldId="459"/>
            <ac:spMk id="2" creationId="{2250225A-464C-3A1C-3D01-6F293360F32A}"/>
          </ac:spMkLst>
        </pc:spChg>
        <pc:spChg chg="add mod ord">
          <ac:chgData name="Michael Wegelin" userId="44f55030-522d-4388-8c84-12427b5d3861" providerId="ADAL" clId="{0C4B0DB6-929A-4816-82F8-C5CA7CCA52CE}" dt="2026-07-21T13:03:58.151" v="16025" actId="5793"/>
          <ac:spMkLst>
            <pc:docMk/>
            <pc:sldMk cId="1149518015" sldId="459"/>
            <ac:spMk id="4" creationId="{9A021D9D-4ED3-01A9-7D02-52E16576B491}"/>
          </ac:spMkLst>
        </pc:spChg>
        <pc:spChg chg="add mod ord">
          <ac:chgData name="Michael Wegelin" userId="44f55030-522d-4388-8c84-12427b5d3861" providerId="ADAL" clId="{0C4B0DB6-929A-4816-82F8-C5CA7CCA52CE}" dt="2026-07-21T13:04:13.614" v="16027" actId="5793"/>
          <ac:spMkLst>
            <pc:docMk/>
            <pc:sldMk cId="1149518015" sldId="459"/>
            <ac:spMk id="5" creationId="{B6A1AF6C-5BFB-04A1-C48C-6B9D75199ED5}"/>
          </ac:spMkLst>
        </pc:spChg>
      </pc:sldChg>
      <pc:sldChg chg="addSp delSp modSp new mod modNotesTx">
        <pc:chgData name="Michael Wegelin" userId="44f55030-522d-4388-8c84-12427b5d3861" providerId="ADAL" clId="{0C4B0DB6-929A-4816-82F8-C5CA7CCA52CE}" dt="2026-07-21T13:07:52.058" v="16108" actId="20577"/>
        <pc:sldMkLst>
          <pc:docMk/>
          <pc:sldMk cId="3418555755" sldId="460"/>
        </pc:sldMkLst>
        <pc:spChg chg="mod">
          <ac:chgData name="Michael Wegelin" userId="44f55030-522d-4388-8c84-12427b5d3861" providerId="ADAL" clId="{0C4B0DB6-929A-4816-82F8-C5CA7CCA52CE}" dt="2026-07-21T13:05:19.746" v="16032"/>
          <ac:spMkLst>
            <pc:docMk/>
            <pc:sldMk cId="3418555755" sldId="460"/>
            <ac:spMk id="2" creationId="{375C4DB9-11AC-E29E-EDBB-3C4FF15BC432}"/>
          </ac:spMkLst>
        </pc:spChg>
        <pc:graphicFrameChg chg="add mod ord modGraphic">
          <ac:chgData name="Michael Wegelin" userId="44f55030-522d-4388-8c84-12427b5d3861" providerId="ADAL" clId="{0C4B0DB6-929A-4816-82F8-C5CA7CCA52CE}" dt="2026-07-21T13:07:52.058" v="16108" actId="20577"/>
          <ac:graphicFrameMkLst>
            <pc:docMk/>
            <pc:sldMk cId="3418555755" sldId="460"/>
            <ac:graphicFrameMk id="4" creationId="{91033874-7FC8-B97C-0416-69265C156545}"/>
          </ac:graphicFrameMkLst>
        </pc:graphicFrameChg>
      </pc:sldChg>
      <pc:sldChg chg="addSp delSp modSp new add del mod modNotesTx">
        <pc:chgData name="Michael Wegelin" userId="44f55030-522d-4388-8c84-12427b5d3861" providerId="ADAL" clId="{0C4B0DB6-929A-4816-82F8-C5CA7CCA52CE}" dt="2026-07-21T13:53:49.461" v="16241" actId="47"/>
        <pc:sldMkLst>
          <pc:docMk/>
          <pc:sldMk cId="1204453837" sldId="461"/>
        </pc:sldMkLst>
        <pc:spChg chg="mod">
          <ac:chgData name="Michael Wegelin" userId="44f55030-522d-4388-8c84-12427b5d3861" providerId="ADAL" clId="{0C4B0DB6-929A-4816-82F8-C5CA7CCA52CE}" dt="2026-07-21T13:52:09.288" v="16223" actId="20577"/>
          <ac:spMkLst>
            <pc:docMk/>
            <pc:sldMk cId="1204453837" sldId="461"/>
            <ac:spMk id="2" creationId="{588D6D9B-CFB6-446A-DE71-89E487F8DACF}"/>
          </ac:spMkLst>
        </pc:spChg>
        <pc:picChg chg="add mod ord">
          <ac:chgData name="Michael Wegelin" userId="44f55030-522d-4388-8c84-12427b5d3861" providerId="ADAL" clId="{0C4B0DB6-929A-4816-82F8-C5CA7CCA52CE}" dt="2026-07-21T13:10:54.797" v="16115" actId="1076"/>
          <ac:picMkLst>
            <pc:docMk/>
            <pc:sldMk cId="1204453837" sldId="461"/>
            <ac:picMk id="5" creationId="{87E13D72-EBC2-D41E-0D66-033A09D238F3}"/>
          </ac:picMkLst>
        </pc:picChg>
      </pc:sldChg>
      <pc:sldChg chg="modSp new add del mod modNotesTx">
        <pc:chgData name="Michael Wegelin" userId="44f55030-522d-4388-8c84-12427b5d3861" providerId="ADAL" clId="{0C4B0DB6-929A-4816-82F8-C5CA7CCA52CE}" dt="2026-07-23T14:25:14.677" v="17812" actId="47"/>
        <pc:sldMkLst>
          <pc:docMk/>
          <pc:sldMk cId="2274559157" sldId="462"/>
        </pc:sldMkLst>
      </pc:sldChg>
      <pc:sldChg chg="modSp new mod">
        <pc:chgData name="Michael Wegelin" userId="44f55030-522d-4388-8c84-12427b5d3861" providerId="ADAL" clId="{0C4B0DB6-929A-4816-82F8-C5CA7CCA52CE}" dt="2026-07-23T15:00:28.627" v="18475" actId="20577"/>
        <pc:sldMkLst>
          <pc:docMk/>
          <pc:sldMk cId="2056970413" sldId="470"/>
        </pc:sldMkLst>
        <pc:spChg chg="mod">
          <ac:chgData name="Michael Wegelin" userId="44f55030-522d-4388-8c84-12427b5d3861" providerId="ADAL" clId="{0C4B0DB6-929A-4816-82F8-C5CA7CCA52CE}" dt="2026-07-23T14:36:48.492" v="17948" actId="20577"/>
          <ac:spMkLst>
            <pc:docMk/>
            <pc:sldMk cId="2056970413" sldId="470"/>
            <ac:spMk id="2" creationId="{27F7DD55-1ADF-3B29-A08B-CA00A6447932}"/>
          </ac:spMkLst>
        </pc:spChg>
        <pc:spChg chg="mod">
          <ac:chgData name="Michael Wegelin" userId="44f55030-522d-4388-8c84-12427b5d3861" providerId="ADAL" clId="{0C4B0DB6-929A-4816-82F8-C5CA7CCA52CE}" dt="2026-07-23T15:00:28.627" v="18475" actId="20577"/>
          <ac:spMkLst>
            <pc:docMk/>
            <pc:sldMk cId="2056970413" sldId="470"/>
            <ac:spMk id="3" creationId="{0FCF7EE2-9A61-C525-04C6-9D864FADFF94}"/>
          </ac:spMkLst>
        </pc:spChg>
      </pc:sldChg>
      <pc:sldChg chg="addSp delSp modSp new mod modClrScheme chgLayout modNotesTx">
        <pc:chgData name="Michael Wegelin" userId="44f55030-522d-4388-8c84-12427b5d3861" providerId="ADAL" clId="{0C4B0DB6-929A-4816-82F8-C5CA7CCA52CE}" dt="2026-07-23T14:36:38.865" v="17919" actId="20577"/>
        <pc:sldMkLst>
          <pc:docMk/>
          <pc:sldMk cId="1481142352" sldId="471"/>
        </pc:sldMkLst>
        <pc:spChg chg="mod ord">
          <ac:chgData name="Michael Wegelin" userId="44f55030-522d-4388-8c84-12427b5d3861" providerId="ADAL" clId="{0C4B0DB6-929A-4816-82F8-C5CA7CCA52CE}" dt="2026-07-23T14:35:51.379" v="17905" actId="700"/>
          <ac:spMkLst>
            <pc:docMk/>
            <pc:sldMk cId="1481142352" sldId="471"/>
            <ac:spMk id="2" creationId="{E455F00A-536C-B0FD-B498-649CCEA309E5}"/>
          </ac:spMkLst>
        </pc:spChg>
        <pc:spChg chg="del mod ord">
          <ac:chgData name="Michael Wegelin" userId="44f55030-522d-4388-8c84-12427b5d3861" providerId="ADAL" clId="{0C4B0DB6-929A-4816-82F8-C5CA7CCA52CE}" dt="2026-07-23T14:35:51.379" v="17905" actId="700"/>
          <ac:spMkLst>
            <pc:docMk/>
            <pc:sldMk cId="1481142352" sldId="471"/>
            <ac:spMk id="3" creationId="{4971A02B-DCD0-0BB9-793D-AC35C1A01B30}"/>
          </ac:spMkLst>
        </pc:spChg>
        <pc:spChg chg="add mod ord">
          <ac:chgData name="Michael Wegelin" userId="44f55030-522d-4388-8c84-12427b5d3861" providerId="ADAL" clId="{0C4B0DB6-929A-4816-82F8-C5CA7CCA52CE}" dt="2026-07-23T14:36:18.804" v="17917" actId="5793"/>
          <ac:spMkLst>
            <pc:docMk/>
            <pc:sldMk cId="1481142352" sldId="471"/>
            <ac:spMk id="4" creationId="{BF328D61-7ED7-A122-DBC6-937AC0C794EC}"/>
          </ac:spMkLst>
        </pc:spChg>
        <pc:spChg chg="add mod ord">
          <ac:chgData name="Michael Wegelin" userId="44f55030-522d-4388-8c84-12427b5d3861" providerId="ADAL" clId="{0C4B0DB6-929A-4816-82F8-C5CA7CCA52CE}" dt="2026-07-23T14:36:11.332" v="17914" actId="5793"/>
          <ac:spMkLst>
            <pc:docMk/>
            <pc:sldMk cId="1481142352" sldId="471"/>
            <ac:spMk id="5" creationId="{2A682D87-B7B5-60A2-92BF-3C9BEC7D3A5A}"/>
          </ac:spMkLst>
        </pc:spChg>
      </pc:sldChg>
      <pc:sldChg chg="modSp new mod modNotesTx">
        <pc:chgData name="Michael Wegelin" userId="44f55030-522d-4388-8c84-12427b5d3861" providerId="ADAL" clId="{0C4B0DB6-929A-4816-82F8-C5CA7CCA52CE}" dt="2026-07-23T14:38:29.797" v="18067" actId="20577"/>
        <pc:sldMkLst>
          <pc:docMk/>
          <pc:sldMk cId="3157809041" sldId="472"/>
        </pc:sldMkLst>
        <pc:spChg chg="mod">
          <ac:chgData name="Michael Wegelin" userId="44f55030-522d-4388-8c84-12427b5d3861" providerId="ADAL" clId="{0C4B0DB6-929A-4816-82F8-C5CA7CCA52CE}" dt="2026-07-23T14:37:48.021" v="18048"/>
          <ac:spMkLst>
            <pc:docMk/>
            <pc:sldMk cId="3157809041" sldId="472"/>
            <ac:spMk id="2" creationId="{35E4EA3A-0081-8449-DFEB-2BDC6A79685A}"/>
          </ac:spMkLst>
        </pc:spChg>
        <pc:spChg chg="mod">
          <ac:chgData name="Michael Wegelin" userId="44f55030-522d-4388-8c84-12427b5d3861" providerId="ADAL" clId="{0C4B0DB6-929A-4816-82F8-C5CA7CCA52CE}" dt="2026-07-23T14:38:03.819" v="18063" actId="20577"/>
          <ac:spMkLst>
            <pc:docMk/>
            <pc:sldMk cId="3157809041" sldId="472"/>
            <ac:spMk id="3" creationId="{A11F077B-5F3D-6BC7-2FEF-EA78044B02AC}"/>
          </ac:spMkLst>
        </pc:spChg>
      </pc:sldChg>
      <pc:sldChg chg="addSp delSp modSp new mod modNotesTx">
        <pc:chgData name="Michael Wegelin" userId="44f55030-522d-4388-8c84-12427b5d3861" providerId="ADAL" clId="{0C4B0DB6-929A-4816-82F8-C5CA7CCA52CE}" dt="2026-07-23T14:41:47.931" v="18169" actId="20577"/>
        <pc:sldMkLst>
          <pc:docMk/>
          <pc:sldMk cId="583850934" sldId="473"/>
        </pc:sldMkLst>
        <pc:spChg chg="mod">
          <ac:chgData name="Michael Wegelin" userId="44f55030-522d-4388-8c84-12427b5d3861" providerId="ADAL" clId="{0C4B0DB6-929A-4816-82F8-C5CA7CCA52CE}" dt="2026-07-23T14:38:40.091" v="18068"/>
          <ac:spMkLst>
            <pc:docMk/>
            <pc:sldMk cId="583850934" sldId="473"/>
            <ac:spMk id="2" creationId="{0FCEED4F-6DA7-7D07-6B56-FFF6452EEF59}"/>
          </ac:spMkLst>
        </pc:spChg>
        <pc:spChg chg="del">
          <ac:chgData name="Michael Wegelin" userId="44f55030-522d-4388-8c84-12427b5d3861" providerId="ADAL" clId="{0C4B0DB6-929A-4816-82F8-C5CA7CCA52CE}" dt="2026-07-23T14:38:58.521" v="18069" actId="3680"/>
          <ac:spMkLst>
            <pc:docMk/>
            <pc:sldMk cId="583850934" sldId="473"/>
            <ac:spMk id="3" creationId="{3DBCB55C-B89E-FBFC-6E76-42573D15EC89}"/>
          </ac:spMkLst>
        </pc:spChg>
        <pc:graphicFrameChg chg="add mod ord modGraphic">
          <ac:chgData name="Michael Wegelin" userId="44f55030-522d-4388-8c84-12427b5d3861" providerId="ADAL" clId="{0C4B0DB6-929A-4816-82F8-C5CA7CCA52CE}" dt="2026-07-23T14:41:24.211" v="18165" actId="14734"/>
          <ac:graphicFrameMkLst>
            <pc:docMk/>
            <pc:sldMk cId="583850934" sldId="473"/>
            <ac:graphicFrameMk id="4" creationId="{C95E59B0-6179-7E37-39DB-AB75BB2B2AF6}"/>
          </ac:graphicFrameMkLst>
        </pc:graphicFrameChg>
      </pc:sldChg>
      <pc:sldChg chg="addSp delSp modSp new mod chgLayout modNotesTx">
        <pc:chgData name="Michael Wegelin" userId="44f55030-522d-4388-8c84-12427b5d3861" providerId="ADAL" clId="{0C4B0DB6-929A-4816-82F8-C5CA7CCA52CE}" dt="2026-07-23T14:58:26.480" v="18411" actId="22"/>
        <pc:sldMkLst>
          <pc:docMk/>
          <pc:sldMk cId="947052315" sldId="474"/>
        </pc:sldMkLst>
        <pc:spChg chg="mod ord">
          <ac:chgData name="Michael Wegelin" userId="44f55030-522d-4388-8c84-12427b5d3861" providerId="ADAL" clId="{0C4B0DB6-929A-4816-82F8-C5CA7CCA52CE}" dt="2026-07-23T14:50:33.320" v="18410" actId="700"/>
          <ac:spMkLst>
            <pc:docMk/>
            <pc:sldMk cId="947052315" sldId="474"/>
            <ac:spMk id="2" creationId="{73296B93-5C09-1A0F-5548-D33BCCAACE63}"/>
          </ac:spMkLst>
        </pc:spChg>
        <pc:spChg chg="add del mod">
          <ac:chgData name="Michael Wegelin" userId="44f55030-522d-4388-8c84-12427b5d3861" providerId="ADAL" clId="{0C4B0DB6-929A-4816-82F8-C5CA7CCA52CE}" dt="2026-07-23T14:44:38.075" v="18179" actId="1032"/>
          <ac:spMkLst>
            <pc:docMk/>
            <pc:sldMk cId="947052315" sldId="474"/>
            <ac:spMk id="3" creationId="{FA8C4752-E95F-0D2E-3C6D-857253A8FA1C}"/>
          </ac:spMkLst>
        </pc:spChg>
        <pc:spChg chg="del mod">
          <ac:chgData name="Michael Wegelin" userId="44f55030-522d-4388-8c84-12427b5d3861" providerId="ADAL" clId="{0C4B0DB6-929A-4816-82F8-C5CA7CCA52CE}" dt="2026-07-23T14:50:21.396" v="18405" actId="478"/>
          <ac:spMkLst>
            <pc:docMk/>
            <pc:sldMk cId="947052315" sldId="474"/>
            <ac:spMk id="7" creationId="{34C62AFA-56D1-64B7-F730-C1671F15F69E}"/>
          </ac:spMkLst>
        </pc:spChg>
        <pc:spChg chg="del mod">
          <ac:chgData name="Michael Wegelin" userId="44f55030-522d-4388-8c84-12427b5d3861" providerId="ADAL" clId="{0C4B0DB6-929A-4816-82F8-C5CA7CCA52CE}" dt="2026-07-23T14:50:23.840" v="18406" actId="478"/>
          <ac:spMkLst>
            <pc:docMk/>
            <pc:sldMk cId="947052315" sldId="474"/>
            <ac:spMk id="8" creationId="{02EF8B5C-8C45-A097-22F2-0DEA3BE9EA93}"/>
          </ac:spMkLst>
        </pc:spChg>
        <pc:spChg chg="mod">
          <ac:chgData name="Michael Wegelin" userId="44f55030-522d-4388-8c84-12427b5d3861" providerId="ADAL" clId="{0C4B0DB6-929A-4816-82F8-C5CA7CCA52CE}" dt="2026-07-23T14:47:08.997" v="18363" actId="18245"/>
          <ac:spMkLst>
            <pc:docMk/>
            <pc:sldMk cId="947052315" sldId="474"/>
            <ac:spMk id="9" creationId="{D03AFE9A-24C6-A147-8D5E-70B115917262}"/>
          </ac:spMkLst>
        </pc:spChg>
        <pc:spChg chg="mod">
          <ac:chgData name="Michael Wegelin" userId="44f55030-522d-4388-8c84-12427b5d3861" providerId="ADAL" clId="{0C4B0DB6-929A-4816-82F8-C5CA7CCA52CE}" dt="2026-07-23T14:47:08.997" v="18363" actId="18245"/>
          <ac:spMkLst>
            <pc:docMk/>
            <pc:sldMk cId="947052315" sldId="474"/>
            <ac:spMk id="10" creationId="{4AE7F6CD-63FB-0DE7-A73F-69B5752AC25B}"/>
          </ac:spMkLst>
        </pc:spChg>
        <pc:spChg chg="del mod">
          <ac:chgData name="Michael Wegelin" userId="44f55030-522d-4388-8c84-12427b5d3861" providerId="ADAL" clId="{0C4B0DB6-929A-4816-82F8-C5CA7CCA52CE}" dt="2026-07-23T14:50:27.761" v="18408" actId="478"/>
          <ac:spMkLst>
            <pc:docMk/>
            <pc:sldMk cId="947052315" sldId="474"/>
            <ac:spMk id="11" creationId="{F4BA2137-09FF-07B1-6CA9-658B79943DAC}"/>
          </ac:spMkLst>
        </pc:spChg>
        <pc:spChg chg="mod">
          <ac:chgData name="Michael Wegelin" userId="44f55030-522d-4388-8c84-12427b5d3861" providerId="ADAL" clId="{0C4B0DB6-929A-4816-82F8-C5CA7CCA52CE}" dt="2026-07-23T14:49:08.172" v="18384" actId="20577"/>
          <ac:spMkLst>
            <pc:docMk/>
            <pc:sldMk cId="947052315" sldId="474"/>
            <ac:spMk id="12" creationId="{CDA57BAC-6CC3-00EA-54D7-D9841880FBD5}"/>
          </ac:spMkLst>
        </pc:spChg>
        <pc:spChg chg="mod">
          <ac:chgData name="Michael Wegelin" userId="44f55030-522d-4388-8c84-12427b5d3861" providerId="ADAL" clId="{0C4B0DB6-929A-4816-82F8-C5CA7CCA52CE}" dt="2026-07-23T14:47:08.997" v="18363" actId="18245"/>
          <ac:spMkLst>
            <pc:docMk/>
            <pc:sldMk cId="947052315" sldId="474"/>
            <ac:spMk id="13" creationId="{B3D6A6D6-805B-F0ED-5BB5-7AAB5AF79A0B}"/>
          </ac:spMkLst>
        </pc:spChg>
        <pc:spChg chg="mod">
          <ac:chgData name="Michael Wegelin" userId="44f55030-522d-4388-8c84-12427b5d3861" providerId="ADAL" clId="{0C4B0DB6-929A-4816-82F8-C5CA7CCA52CE}" dt="2026-07-23T14:47:08.997" v="18363" actId="18245"/>
          <ac:spMkLst>
            <pc:docMk/>
            <pc:sldMk cId="947052315" sldId="474"/>
            <ac:spMk id="14" creationId="{C5B7262B-1090-6646-BE2C-0E35B3740AC7}"/>
          </ac:spMkLst>
        </pc:spChg>
        <pc:spChg chg="mod">
          <ac:chgData name="Michael Wegelin" userId="44f55030-522d-4388-8c84-12427b5d3861" providerId="ADAL" clId="{0C4B0DB6-929A-4816-82F8-C5CA7CCA52CE}" dt="2026-07-23T14:49:20.742" v="18397" actId="404"/>
          <ac:spMkLst>
            <pc:docMk/>
            <pc:sldMk cId="947052315" sldId="474"/>
            <ac:spMk id="15" creationId="{7351AB7D-6135-EE0E-EFC7-EACBBC72B419}"/>
          </ac:spMkLst>
        </pc:spChg>
        <pc:spChg chg="mod">
          <ac:chgData name="Michael Wegelin" userId="44f55030-522d-4388-8c84-12427b5d3861" providerId="ADAL" clId="{0C4B0DB6-929A-4816-82F8-C5CA7CCA52CE}" dt="2026-07-23T14:47:08.997" v="18363" actId="18245"/>
          <ac:spMkLst>
            <pc:docMk/>
            <pc:sldMk cId="947052315" sldId="474"/>
            <ac:spMk id="16" creationId="{D54571DB-E2A3-CABA-5654-6DC5DEBDEA6B}"/>
          </ac:spMkLst>
        </pc:spChg>
        <pc:spChg chg="add del mod ord">
          <ac:chgData name="Michael Wegelin" userId="44f55030-522d-4388-8c84-12427b5d3861" providerId="ADAL" clId="{0C4B0DB6-929A-4816-82F8-C5CA7CCA52CE}" dt="2026-07-23T14:58:26.480" v="18411" actId="22"/>
          <ac:spMkLst>
            <pc:docMk/>
            <pc:sldMk cId="947052315" sldId="474"/>
            <ac:spMk id="17" creationId="{B7E1B724-225C-16C3-6195-938C62B71A9F}"/>
          </ac:spMkLst>
        </pc:spChg>
        <pc:grpChg chg="del mod">
          <ac:chgData name="Michael Wegelin" userId="44f55030-522d-4388-8c84-12427b5d3861" providerId="ADAL" clId="{0C4B0DB6-929A-4816-82F8-C5CA7CCA52CE}" dt="2026-07-23T14:50:29.166" v="18409" actId="478"/>
          <ac:grpSpMkLst>
            <pc:docMk/>
            <pc:sldMk cId="947052315" sldId="474"/>
            <ac:grpSpMk id="6" creationId="{3B89D8CA-AC08-2437-A020-55B5B6AB4BDE}"/>
          </ac:grpSpMkLst>
        </pc:grpChg>
        <pc:graphicFrameChg chg="add del modGraphic">
          <ac:chgData name="Michael Wegelin" userId="44f55030-522d-4388-8c84-12427b5d3861" providerId="ADAL" clId="{0C4B0DB6-929A-4816-82F8-C5CA7CCA52CE}" dt="2026-07-23T14:44:12.781" v="18178" actId="1032"/>
          <ac:graphicFrameMkLst>
            <pc:docMk/>
            <pc:sldMk cId="947052315" sldId="474"/>
            <ac:graphicFrameMk id="4" creationId="{A19F9699-1C0F-0905-106A-567DA5E38202}"/>
          </ac:graphicFrameMkLst>
        </pc:graphicFrameChg>
        <pc:graphicFrameChg chg="add mod modGraphic">
          <ac:chgData name="Michael Wegelin" userId="44f55030-522d-4388-8c84-12427b5d3861" providerId="ADAL" clId="{0C4B0DB6-929A-4816-82F8-C5CA7CCA52CE}" dt="2026-07-23T14:46:44.628" v="18362" actId="403"/>
          <ac:graphicFrameMkLst>
            <pc:docMk/>
            <pc:sldMk cId="947052315" sldId="474"/>
            <ac:graphicFrameMk id="5" creationId="{3D16B49C-A25D-1DBB-1058-C58B7B7F76E5}"/>
          </ac:graphicFrameMkLst>
        </pc:graphicFrameChg>
        <pc:picChg chg="add mod ord">
          <ac:chgData name="Michael Wegelin" userId="44f55030-522d-4388-8c84-12427b5d3861" providerId="ADAL" clId="{0C4B0DB6-929A-4816-82F8-C5CA7CCA52CE}" dt="2026-07-23T14:58:26.480" v="18411" actId="22"/>
          <ac:picMkLst>
            <pc:docMk/>
            <pc:sldMk cId="947052315" sldId="474"/>
            <ac:picMk id="19" creationId="{05FF1540-4749-21E1-20A0-7D9D3FE0AB0C}"/>
          </ac:picMkLst>
        </pc:picChg>
      </pc:sldChg>
      <pc:sldChg chg="modSp new mod modNotesTx">
        <pc:chgData name="Michael Wegelin" userId="44f55030-522d-4388-8c84-12427b5d3861" providerId="ADAL" clId="{0C4B0DB6-929A-4816-82F8-C5CA7CCA52CE}" dt="2026-07-23T15:00:52.947" v="18480" actId="20577"/>
        <pc:sldMkLst>
          <pc:docMk/>
          <pc:sldMk cId="136871626" sldId="475"/>
        </pc:sldMkLst>
        <pc:spChg chg="mod">
          <ac:chgData name="Michael Wegelin" userId="44f55030-522d-4388-8c84-12427b5d3861" providerId="ADAL" clId="{0C4B0DB6-929A-4816-82F8-C5CA7CCA52CE}" dt="2026-07-23T15:00:40.320" v="18476"/>
          <ac:spMkLst>
            <pc:docMk/>
            <pc:sldMk cId="136871626" sldId="475"/>
            <ac:spMk id="2" creationId="{6A5F426E-EAD0-71BC-2F83-858CCBBF6746}"/>
          </ac:spMkLst>
        </pc:spChg>
        <pc:spChg chg="mod">
          <ac:chgData name="Michael Wegelin" userId="44f55030-522d-4388-8c84-12427b5d3861" providerId="ADAL" clId="{0C4B0DB6-929A-4816-82F8-C5CA7CCA52CE}" dt="2026-07-23T15:00:14.103" v="18444" actId="12"/>
          <ac:spMkLst>
            <pc:docMk/>
            <pc:sldMk cId="136871626" sldId="475"/>
            <ac:spMk id="3" creationId="{290A1295-07B8-265E-9618-F02C61A296C8}"/>
          </ac:spMkLst>
        </pc:spChg>
      </pc:sldChg>
      <pc:sldChg chg="new del">
        <pc:chgData name="Michael Wegelin" userId="44f55030-522d-4388-8c84-12427b5d3861" providerId="ADAL" clId="{0C4B0DB6-929A-4816-82F8-C5CA7CCA52CE}" dt="2026-07-23T15:01:09.404" v="18481" actId="47"/>
        <pc:sldMkLst>
          <pc:docMk/>
          <pc:sldMk cId="554918756" sldId="476"/>
        </pc:sldMkLst>
      </pc:sldChg>
      <pc:sldChg chg="new del">
        <pc:chgData name="Michael Wegelin" userId="44f55030-522d-4388-8c84-12427b5d3861" providerId="ADAL" clId="{0C4B0DB6-929A-4816-82F8-C5CA7CCA52CE}" dt="2026-07-23T15:01:10.306" v="18482" actId="47"/>
        <pc:sldMkLst>
          <pc:docMk/>
          <pc:sldMk cId="2463011778" sldId="477"/>
        </pc:sldMkLst>
      </pc:sldChg>
      <pc:sldChg chg="new del">
        <pc:chgData name="Michael Wegelin" userId="44f55030-522d-4388-8c84-12427b5d3861" providerId="ADAL" clId="{0C4B0DB6-929A-4816-82F8-C5CA7CCA52CE}" dt="2026-07-23T15:01:11.294" v="18483" actId="47"/>
        <pc:sldMkLst>
          <pc:docMk/>
          <pc:sldMk cId="3032179659" sldId="478"/>
        </pc:sldMkLst>
      </pc:sldChg>
      <pc:sldChg chg="new del">
        <pc:chgData name="Michael Wegelin" userId="44f55030-522d-4388-8c84-12427b5d3861" providerId="ADAL" clId="{0C4B0DB6-929A-4816-82F8-C5CA7CCA52CE}" dt="2026-07-23T15:01:12.376" v="18484" actId="47"/>
        <pc:sldMkLst>
          <pc:docMk/>
          <pc:sldMk cId="1872078593" sldId="479"/>
        </pc:sldMkLst>
      </pc:sldChg>
      <pc:sldChg chg="new del">
        <pc:chgData name="Michael Wegelin" userId="44f55030-522d-4388-8c84-12427b5d3861" providerId="ADAL" clId="{0C4B0DB6-929A-4816-82F8-C5CA7CCA52CE}" dt="2026-07-23T15:01:13.324" v="18485" actId="47"/>
        <pc:sldMkLst>
          <pc:docMk/>
          <pc:sldMk cId="619048906" sldId="480"/>
        </pc:sldMkLst>
      </pc:sldChg>
      <pc:sldChg chg="new del">
        <pc:chgData name="Michael Wegelin" userId="44f55030-522d-4388-8c84-12427b5d3861" providerId="ADAL" clId="{0C4B0DB6-929A-4816-82F8-C5CA7CCA52CE}" dt="2026-07-23T15:01:14.227" v="18486" actId="47"/>
        <pc:sldMkLst>
          <pc:docMk/>
          <pc:sldMk cId="4021909791" sldId="481"/>
        </pc:sldMkLst>
      </pc:sldChg>
      <pc:sldChg chg="new del">
        <pc:chgData name="Michael Wegelin" userId="44f55030-522d-4388-8c84-12427b5d3861" providerId="ADAL" clId="{0C4B0DB6-929A-4816-82F8-C5CA7CCA52CE}" dt="2026-07-23T15:01:15.110" v="18487" actId="47"/>
        <pc:sldMkLst>
          <pc:docMk/>
          <pc:sldMk cId="3475443309" sldId="482"/>
        </pc:sldMkLst>
      </pc:sldChg>
      <pc:sldChg chg="new del">
        <pc:chgData name="Michael Wegelin" userId="44f55030-522d-4388-8c84-12427b5d3861" providerId="ADAL" clId="{0C4B0DB6-929A-4816-82F8-C5CA7CCA52CE}" dt="2026-07-23T15:01:16.223" v="18488" actId="47"/>
        <pc:sldMkLst>
          <pc:docMk/>
          <pc:sldMk cId="2641258895" sldId="483"/>
        </pc:sldMkLst>
      </pc:sldChg>
      <pc:sldChg chg="new del">
        <pc:chgData name="Michael Wegelin" userId="44f55030-522d-4388-8c84-12427b5d3861" providerId="ADAL" clId="{0C4B0DB6-929A-4816-82F8-C5CA7CCA52CE}" dt="2026-07-23T15:01:17.583" v="18489" actId="47"/>
        <pc:sldMkLst>
          <pc:docMk/>
          <pc:sldMk cId="4267383613" sldId="484"/>
        </pc:sldMkLst>
      </pc:sldChg>
      <pc:sldChg chg="new del">
        <pc:chgData name="Michael Wegelin" userId="44f55030-522d-4388-8c84-12427b5d3861" providerId="ADAL" clId="{0C4B0DB6-929A-4816-82F8-C5CA7CCA52CE}" dt="2026-07-23T15:01:18.571" v="18490" actId="47"/>
        <pc:sldMkLst>
          <pc:docMk/>
          <pc:sldMk cId="770494421" sldId="485"/>
        </pc:sldMkLst>
      </pc:sldChg>
      <pc:sldChg chg="new del">
        <pc:chgData name="Michael Wegelin" userId="44f55030-522d-4388-8c84-12427b5d3861" providerId="ADAL" clId="{0C4B0DB6-929A-4816-82F8-C5CA7CCA52CE}" dt="2026-07-23T15:01:19.619" v="18491" actId="47"/>
        <pc:sldMkLst>
          <pc:docMk/>
          <pc:sldMk cId="2468488260" sldId="486"/>
        </pc:sldMkLst>
      </pc:sldChg>
      <pc:sldChg chg="new del">
        <pc:chgData name="Michael Wegelin" userId="44f55030-522d-4388-8c84-12427b5d3861" providerId="ADAL" clId="{0C4B0DB6-929A-4816-82F8-C5CA7CCA52CE}" dt="2026-07-23T15:01:20.605" v="18492" actId="47"/>
        <pc:sldMkLst>
          <pc:docMk/>
          <pc:sldMk cId="2129530113" sldId="487"/>
        </pc:sldMkLst>
      </pc:sldChg>
      <pc:sldChg chg="new del">
        <pc:chgData name="Michael Wegelin" userId="44f55030-522d-4388-8c84-12427b5d3861" providerId="ADAL" clId="{0C4B0DB6-929A-4816-82F8-C5CA7CCA52CE}" dt="2026-07-23T15:01:21.531" v="18493" actId="47"/>
        <pc:sldMkLst>
          <pc:docMk/>
          <pc:sldMk cId="3216191651" sldId="488"/>
        </pc:sldMkLst>
      </pc:sldChg>
      <pc:sldChg chg="new del">
        <pc:chgData name="Michael Wegelin" userId="44f55030-522d-4388-8c84-12427b5d3861" providerId="ADAL" clId="{0C4B0DB6-929A-4816-82F8-C5CA7CCA52CE}" dt="2026-07-23T15:01:23.088" v="18494" actId="47"/>
        <pc:sldMkLst>
          <pc:docMk/>
          <pc:sldMk cId="1346484694" sldId="489"/>
        </pc:sldMkLst>
      </pc:sldChg>
      <pc:sldChg chg="addSp delSp modSp new mod modClrScheme chgLayout">
        <pc:chgData name="Michael Wegelin" userId="44f55030-522d-4388-8c84-12427b5d3861" providerId="ADAL" clId="{0C4B0DB6-929A-4816-82F8-C5CA7CCA52CE}" dt="2026-07-23T13:34:10.316" v="16721" actId="20577"/>
        <pc:sldMkLst>
          <pc:docMk/>
          <pc:sldMk cId="1352645095" sldId="490"/>
        </pc:sldMkLst>
        <pc:spChg chg="del mod ord">
          <ac:chgData name="Michael Wegelin" userId="44f55030-522d-4388-8c84-12427b5d3861" providerId="ADAL" clId="{0C4B0DB6-929A-4816-82F8-C5CA7CCA52CE}" dt="2026-07-23T13:32:24.392" v="16571" actId="700"/>
          <ac:spMkLst>
            <pc:docMk/>
            <pc:sldMk cId="1352645095" sldId="490"/>
            <ac:spMk id="2" creationId="{DA0C98D6-A991-9C71-AECD-C8D1A8651E43}"/>
          </ac:spMkLst>
        </pc:spChg>
        <pc:spChg chg="del">
          <ac:chgData name="Michael Wegelin" userId="44f55030-522d-4388-8c84-12427b5d3861" providerId="ADAL" clId="{0C4B0DB6-929A-4816-82F8-C5CA7CCA52CE}" dt="2026-07-23T13:32:24.392" v="16571" actId="700"/>
          <ac:spMkLst>
            <pc:docMk/>
            <pc:sldMk cId="1352645095" sldId="490"/>
            <ac:spMk id="3" creationId="{544CC69D-54FE-2556-30B8-502597E2B249}"/>
          </ac:spMkLst>
        </pc:spChg>
        <pc:spChg chg="del mod ord">
          <ac:chgData name="Michael Wegelin" userId="44f55030-522d-4388-8c84-12427b5d3861" providerId="ADAL" clId="{0C4B0DB6-929A-4816-82F8-C5CA7CCA52CE}" dt="2026-07-23T13:32:24.392" v="16571" actId="700"/>
          <ac:spMkLst>
            <pc:docMk/>
            <pc:sldMk cId="1352645095" sldId="490"/>
            <ac:spMk id="4" creationId="{D2F145F7-F787-2BC6-5888-C6AFBB33CC56}"/>
          </ac:spMkLst>
        </pc:spChg>
        <pc:spChg chg="del">
          <ac:chgData name="Michael Wegelin" userId="44f55030-522d-4388-8c84-12427b5d3861" providerId="ADAL" clId="{0C4B0DB6-929A-4816-82F8-C5CA7CCA52CE}" dt="2026-07-23T13:32:24.392" v="16571" actId="700"/>
          <ac:spMkLst>
            <pc:docMk/>
            <pc:sldMk cId="1352645095" sldId="490"/>
            <ac:spMk id="5" creationId="{A3A44C13-8754-6B3D-BF6C-B1EBBCBC67C3}"/>
          </ac:spMkLst>
        </pc:spChg>
        <pc:spChg chg="del">
          <ac:chgData name="Michael Wegelin" userId="44f55030-522d-4388-8c84-12427b5d3861" providerId="ADAL" clId="{0C4B0DB6-929A-4816-82F8-C5CA7CCA52CE}" dt="2026-07-23T13:32:24.392" v="16571" actId="700"/>
          <ac:spMkLst>
            <pc:docMk/>
            <pc:sldMk cId="1352645095" sldId="490"/>
            <ac:spMk id="6" creationId="{07C7D473-7806-EFE8-4838-E197787B8962}"/>
          </ac:spMkLst>
        </pc:spChg>
        <pc:spChg chg="add mod ord">
          <ac:chgData name="Michael Wegelin" userId="44f55030-522d-4388-8c84-12427b5d3861" providerId="ADAL" clId="{0C4B0DB6-929A-4816-82F8-C5CA7CCA52CE}" dt="2026-07-23T13:33:24.117" v="16678" actId="20577"/>
          <ac:spMkLst>
            <pc:docMk/>
            <pc:sldMk cId="1352645095" sldId="490"/>
            <ac:spMk id="7" creationId="{DE097DEE-4F02-DB9A-7223-DDECB6869B60}"/>
          </ac:spMkLst>
        </pc:spChg>
        <pc:spChg chg="add mod ord">
          <ac:chgData name="Michael Wegelin" userId="44f55030-522d-4388-8c84-12427b5d3861" providerId="ADAL" clId="{0C4B0DB6-929A-4816-82F8-C5CA7CCA52CE}" dt="2026-07-23T13:34:10.316" v="16721" actId="20577"/>
          <ac:spMkLst>
            <pc:docMk/>
            <pc:sldMk cId="1352645095" sldId="490"/>
            <ac:spMk id="8" creationId="{7A30EA44-8B9C-AD6A-8184-EBEBF1D62AC4}"/>
          </ac:spMkLst>
        </pc:spChg>
      </pc:sldChg>
      <pc:sldChg chg="addSp delSp modSp new mod modClrScheme chgLayout">
        <pc:chgData name="Michael Wegelin" userId="44f55030-522d-4388-8c84-12427b5d3861" providerId="ADAL" clId="{0C4B0DB6-929A-4816-82F8-C5CA7CCA52CE}" dt="2026-07-23T13:48:42.180" v="16861" actId="20577"/>
        <pc:sldMkLst>
          <pc:docMk/>
          <pc:sldMk cId="1169051691" sldId="491"/>
        </pc:sldMkLst>
        <pc:spChg chg="mod ord">
          <ac:chgData name="Michael Wegelin" userId="44f55030-522d-4388-8c84-12427b5d3861" providerId="ADAL" clId="{0C4B0DB6-929A-4816-82F8-C5CA7CCA52CE}" dt="2026-07-23T13:47:43.660" v="16776" actId="700"/>
          <ac:spMkLst>
            <pc:docMk/>
            <pc:sldMk cId="1169051691" sldId="491"/>
            <ac:spMk id="2" creationId="{23E7F19C-3621-BD9B-CB16-13778C697739}"/>
          </ac:spMkLst>
        </pc:spChg>
        <pc:spChg chg="del mod ord">
          <ac:chgData name="Michael Wegelin" userId="44f55030-522d-4388-8c84-12427b5d3861" providerId="ADAL" clId="{0C4B0DB6-929A-4816-82F8-C5CA7CCA52CE}" dt="2026-07-23T13:47:43.660" v="16776" actId="700"/>
          <ac:spMkLst>
            <pc:docMk/>
            <pc:sldMk cId="1169051691" sldId="491"/>
            <ac:spMk id="3" creationId="{22BFCB4A-BD48-5F47-54FD-340D367C4584}"/>
          </ac:spMkLst>
        </pc:spChg>
        <pc:spChg chg="del">
          <ac:chgData name="Michael Wegelin" userId="44f55030-522d-4388-8c84-12427b5d3861" providerId="ADAL" clId="{0C4B0DB6-929A-4816-82F8-C5CA7CCA52CE}" dt="2026-07-23T13:47:43.660" v="16776" actId="700"/>
          <ac:spMkLst>
            <pc:docMk/>
            <pc:sldMk cId="1169051691" sldId="491"/>
            <ac:spMk id="4" creationId="{81D56D96-9B8C-FF28-66AE-0B6CF3C2CC8D}"/>
          </ac:spMkLst>
        </pc:spChg>
        <pc:spChg chg="add mod ord">
          <ac:chgData name="Michael Wegelin" userId="44f55030-522d-4388-8c84-12427b5d3861" providerId="ADAL" clId="{0C4B0DB6-929A-4816-82F8-C5CA7CCA52CE}" dt="2026-07-23T13:48:42.180" v="16861" actId="20577"/>
          <ac:spMkLst>
            <pc:docMk/>
            <pc:sldMk cId="1169051691" sldId="491"/>
            <ac:spMk id="5" creationId="{ED9DEEBE-511F-CE5E-7565-F2B09E9DC350}"/>
          </ac:spMkLst>
        </pc:spChg>
      </pc:sldChg>
      <pc:sldChg chg="modSp new mod">
        <pc:chgData name="Michael Wegelin" userId="44f55030-522d-4388-8c84-12427b5d3861" providerId="ADAL" clId="{0C4B0DB6-929A-4816-82F8-C5CA7CCA52CE}" dt="2026-07-23T13:55:39.783" v="17095" actId="20577"/>
        <pc:sldMkLst>
          <pc:docMk/>
          <pc:sldMk cId="1491509112" sldId="492"/>
        </pc:sldMkLst>
        <pc:spChg chg="mod">
          <ac:chgData name="Michael Wegelin" userId="44f55030-522d-4388-8c84-12427b5d3861" providerId="ADAL" clId="{0C4B0DB6-929A-4816-82F8-C5CA7CCA52CE}" dt="2026-07-23T13:53:55.595" v="16930" actId="20577"/>
          <ac:spMkLst>
            <pc:docMk/>
            <pc:sldMk cId="1491509112" sldId="492"/>
            <ac:spMk id="2" creationId="{50EB1DFA-8021-5DE3-3990-4425519B7E49}"/>
          </ac:spMkLst>
        </pc:spChg>
        <pc:spChg chg="mod">
          <ac:chgData name="Michael Wegelin" userId="44f55030-522d-4388-8c84-12427b5d3861" providerId="ADAL" clId="{0C4B0DB6-929A-4816-82F8-C5CA7CCA52CE}" dt="2026-07-23T13:55:39.783" v="17095" actId="20577"/>
          <ac:spMkLst>
            <pc:docMk/>
            <pc:sldMk cId="1491509112" sldId="492"/>
            <ac:spMk id="3" creationId="{1339D31C-B235-997B-1C3A-01457EE28F6E}"/>
          </ac:spMkLst>
        </pc:spChg>
      </pc:sldChg>
      <pc:sldChg chg="modSp new mod">
        <pc:chgData name="Michael Wegelin" userId="44f55030-522d-4388-8c84-12427b5d3861" providerId="ADAL" clId="{0C4B0DB6-929A-4816-82F8-C5CA7CCA52CE}" dt="2026-07-23T14:05:09.588" v="17335" actId="20577"/>
        <pc:sldMkLst>
          <pc:docMk/>
          <pc:sldMk cId="1580338579" sldId="493"/>
        </pc:sldMkLst>
        <pc:spChg chg="mod">
          <ac:chgData name="Michael Wegelin" userId="44f55030-522d-4388-8c84-12427b5d3861" providerId="ADAL" clId="{0C4B0DB6-929A-4816-82F8-C5CA7CCA52CE}" dt="2026-07-23T13:58:15.605" v="17119" actId="20577"/>
          <ac:spMkLst>
            <pc:docMk/>
            <pc:sldMk cId="1580338579" sldId="493"/>
            <ac:spMk id="2" creationId="{F8BCD496-BA16-A0BC-CD10-517FF13AE061}"/>
          </ac:spMkLst>
        </pc:spChg>
        <pc:spChg chg="mod">
          <ac:chgData name="Michael Wegelin" userId="44f55030-522d-4388-8c84-12427b5d3861" providerId="ADAL" clId="{0C4B0DB6-929A-4816-82F8-C5CA7CCA52CE}" dt="2026-07-23T14:05:09.588" v="17335" actId="20577"/>
          <ac:spMkLst>
            <pc:docMk/>
            <pc:sldMk cId="1580338579" sldId="493"/>
            <ac:spMk id="3" creationId="{9A7CF2FD-2303-42EC-D476-58B6736D6F54}"/>
          </ac:spMkLst>
        </pc:spChg>
      </pc:sldChg>
      <pc:sldChg chg="modSp new mod">
        <pc:chgData name="Michael Wegelin" userId="44f55030-522d-4388-8c84-12427b5d3861" providerId="ADAL" clId="{0C4B0DB6-929A-4816-82F8-C5CA7CCA52CE}" dt="2026-07-23T14:16:15.864" v="17593" actId="20577"/>
        <pc:sldMkLst>
          <pc:docMk/>
          <pc:sldMk cId="2123847133" sldId="494"/>
        </pc:sldMkLst>
        <pc:spChg chg="mod">
          <ac:chgData name="Michael Wegelin" userId="44f55030-522d-4388-8c84-12427b5d3861" providerId="ADAL" clId="{0C4B0DB6-929A-4816-82F8-C5CA7CCA52CE}" dt="2026-07-23T14:10:28.263" v="17388" actId="20577"/>
          <ac:spMkLst>
            <pc:docMk/>
            <pc:sldMk cId="2123847133" sldId="494"/>
            <ac:spMk id="2" creationId="{F05BE839-1F63-C6E2-14A0-BC8746CBE3BC}"/>
          </ac:spMkLst>
        </pc:spChg>
        <pc:spChg chg="mod">
          <ac:chgData name="Michael Wegelin" userId="44f55030-522d-4388-8c84-12427b5d3861" providerId="ADAL" clId="{0C4B0DB6-929A-4816-82F8-C5CA7CCA52CE}" dt="2026-07-23T14:16:15.864" v="17593" actId="20577"/>
          <ac:spMkLst>
            <pc:docMk/>
            <pc:sldMk cId="2123847133" sldId="494"/>
            <ac:spMk id="3" creationId="{F9FE3356-6C7A-3A6F-A063-41A3E8D8AD8D}"/>
          </ac:spMkLst>
        </pc:spChg>
      </pc:sldChg>
      <pc:sldChg chg="modSp new mod">
        <pc:chgData name="Michael Wegelin" userId="44f55030-522d-4388-8c84-12427b5d3861" providerId="ADAL" clId="{0C4B0DB6-929A-4816-82F8-C5CA7CCA52CE}" dt="2026-07-23T14:23:18.892" v="17802" actId="20577"/>
        <pc:sldMkLst>
          <pc:docMk/>
          <pc:sldMk cId="2001302372" sldId="495"/>
        </pc:sldMkLst>
        <pc:spChg chg="mod">
          <ac:chgData name="Michael Wegelin" userId="44f55030-522d-4388-8c84-12427b5d3861" providerId="ADAL" clId="{0C4B0DB6-929A-4816-82F8-C5CA7CCA52CE}" dt="2026-07-23T14:17:14.517" v="17615" actId="20577"/>
          <ac:spMkLst>
            <pc:docMk/>
            <pc:sldMk cId="2001302372" sldId="495"/>
            <ac:spMk id="2" creationId="{D127871B-274C-4569-1BBA-CF702A4BDE0D}"/>
          </ac:spMkLst>
        </pc:spChg>
        <pc:spChg chg="mod">
          <ac:chgData name="Michael Wegelin" userId="44f55030-522d-4388-8c84-12427b5d3861" providerId="ADAL" clId="{0C4B0DB6-929A-4816-82F8-C5CA7CCA52CE}" dt="2026-07-23T14:23:18.892" v="17802" actId="20577"/>
          <ac:spMkLst>
            <pc:docMk/>
            <pc:sldMk cId="2001302372" sldId="495"/>
            <ac:spMk id="3" creationId="{273D3C57-82D4-9EBE-9550-30DAC098D4BF}"/>
          </ac:spMkLst>
        </pc:spChg>
      </pc:sldChg>
      <pc:sldChg chg="new del">
        <pc:chgData name="Michael Wegelin" userId="44f55030-522d-4388-8c84-12427b5d3861" providerId="ADAL" clId="{0C4B0DB6-929A-4816-82F8-C5CA7CCA52CE}" dt="2026-07-23T14:16:55.035" v="17595" actId="680"/>
        <pc:sldMkLst>
          <pc:docMk/>
          <pc:sldMk cId="4193706587" sldId="495"/>
        </pc:sldMkLst>
      </pc:sldChg>
      <pc:sldChg chg="modSp new mod">
        <pc:chgData name="Michael Wegelin" userId="44f55030-522d-4388-8c84-12427b5d3861" providerId="ADAL" clId="{0C4B0DB6-929A-4816-82F8-C5CA7CCA52CE}" dt="2026-07-23T14:25:56.954" v="17903" actId="20577"/>
        <pc:sldMkLst>
          <pc:docMk/>
          <pc:sldMk cId="268476839" sldId="496"/>
        </pc:sldMkLst>
        <pc:spChg chg="mod">
          <ac:chgData name="Michael Wegelin" userId="44f55030-522d-4388-8c84-12427b5d3861" providerId="ADAL" clId="{0C4B0DB6-929A-4816-82F8-C5CA7CCA52CE}" dt="2026-07-23T14:25:30.968" v="17837" actId="20577"/>
          <ac:spMkLst>
            <pc:docMk/>
            <pc:sldMk cId="268476839" sldId="496"/>
            <ac:spMk id="2" creationId="{4F29E49F-D38B-CFF1-1235-0D6E6D9EA487}"/>
          </ac:spMkLst>
        </pc:spChg>
        <pc:spChg chg="mod">
          <ac:chgData name="Michael Wegelin" userId="44f55030-522d-4388-8c84-12427b5d3861" providerId="ADAL" clId="{0C4B0DB6-929A-4816-82F8-C5CA7CCA52CE}" dt="2026-07-23T14:25:56.954" v="17903" actId="20577"/>
          <ac:spMkLst>
            <pc:docMk/>
            <pc:sldMk cId="268476839" sldId="496"/>
            <ac:spMk id="3" creationId="{FCBB9006-9718-8468-ED9D-E5533973606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34F2ED-147A-4AFC-BFD6-8CF90DCC8E1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de-DE"/>
        </a:p>
      </dgm:t>
    </dgm:pt>
    <dgm:pt modelId="{04593779-FDD9-453B-B3B0-1D3EFD2252F4}">
      <dgm:prSet phldrT="[Text]" phldr="0"/>
      <dgm:spPr/>
      <dgm:t>
        <a:bodyPr/>
        <a:lstStyle/>
        <a:p>
          <a:r>
            <a:rPr lang="de-DE" dirty="0"/>
            <a:t>API Proxy</a:t>
          </a:r>
        </a:p>
      </dgm:t>
    </dgm:pt>
    <dgm:pt modelId="{01FBEBF3-329D-4633-AE1C-2AAAE7CEF56D}" type="parTrans" cxnId="{50420983-E63B-4439-93CA-8F83322DA1C8}">
      <dgm:prSet/>
      <dgm:spPr/>
      <dgm:t>
        <a:bodyPr/>
        <a:lstStyle/>
        <a:p>
          <a:endParaRPr lang="de-DE"/>
        </a:p>
      </dgm:t>
    </dgm:pt>
    <dgm:pt modelId="{F90F9266-55D7-4912-8F3A-81B39EB9B6EC}" type="sibTrans" cxnId="{50420983-E63B-4439-93CA-8F83322DA1C8}">
      <dgm:prSet/>
      <dgm:spPr/>
      <dgm:t>
        <a:bodyPr/>
        <a:lstStyle/>
        <a:p>
          <a:endParaRPr lang="de-DE"/>
        </a:p>
      </dgm:t>
    </dgm:pt>
    <dgm:pt modelId="{48387E4E-3D3A-4C62-829C-1616FA50716A}">
      <dgm:prSet phldrT="[Text]" phldr="0"/>
      <dgm:spPr/>
      <dgm:t>
        <a:bodyPr/>
        <a:lstStyle/>
        <a:p>
          <a:r>
            <a:rPr lang="de-DE" dirty="0"/>
            <a:t>API </a:t>
          </a:r>
          <a:r>
            <a:rPr lang="de-DE" dirty="0" err="1"/>
            <a:t>Product</a:t>
          </a:r>
          <a:endParaRPr lang="de-DE" dirty="0"/>
        </a:p>
      </dgm:t>
    </dgm:pt>
    <dgm:pt modelId="{66CBD0CA-A452-467D-86D6-0D713015057C}" type="parTrans" cxnId="{754BD310-ABE4-4ABD-92DA-0B778AA4533E}">
      <dgm:prSet/>
      <dgm:spPr/>
      <dgm:t>
        <a:bodyPr/>
        <a:lstStyle/>
        <a:p>
          <a:endParaRPr lang="de-DE"/>
        </a:p>
      </dgm:t>
    </dgm:pt>
    <dgm:pt modelId="{1479C2CF-5A55-4BC5-8103-2921A98585C9}" type="sibTrans" cxnId="{754BD310-ABE4-4ABD-92DA-0B778AA4533E}">
      <dgm:prSet/>
      <dgm:spPr/>
      <dgm:t>
        <a:bodyPr/>
        <a:lstStyle/>
        <a:p>
          <a:endParaRPr lang="de-DE"/>
        </a:p>
      </dgm:t>
    </dgm:pt>
    <dgm:pt modelId="{487AB4D0-D109-40D4-A1C5-C03AA2F6EBDD}">
      <dgm:prSet phldrT="[Text]" phldr="0"/>
      <dgm:spPr/>
      <dgm:t>
        <a:bodyPr/>
        <a:lstStyle/>
        <a:p>
          <a:r>
            <a:rPr lang="de-DE" dirty="0" err="1"/>
            <a:t>Subscription</a:t>
          </a:r>
          <a:endParaRPr lang="de-DE" dirty="0"/>
        </a:p>
      </dgm:t>
    </dgm:pt>
    <dgm:pt modelId="{AEF86B31-198E-41D0-B05B-A7E3A87308C4}" type="parTrans" cxnId="{932C6144-26F0-41FB-BB35-B73BAA15B492}">
      <dgm:prSet/>
      <dgm:spPr/>
      <dgm:t>
        <a:bodyPr/>
        <a:lstStyle/>
        <a:p>
          <a:endParaRPr lang="de-DE"/>
        </a:p>
      </dgm:t>
    </dgm:pt>
    <dgm:pt modelId="{D61B259F-8DAD-4EA6-A92C-AD8D6C5D4831}" type="sibTrans" cxnId="{932C6144-26F0-41FB-BB35-B73BAA15B492}">
      <dgm:prSet/>
      <dgm:spPr/>
      <dgm:t>
        <a:bodyPr/>
        <a:lstStyle/>
        <a:p>
          <a:endParaRPr lang="de-DE"/>
        </a:p>
      </dgm:t>
    </dgm:pt>
    <dgm:pt modelId="{5C117840-D506-4561-BD11-A32D9587CE91}">
      <dgm:prSet phldrT="[Text]" phldr="0"/>
      <dgm:spPr/>
      <dgm:t>
        <a:bodyPr/>
        <a:lstStyle/>
        <a:p>
          <a:r>
            <a:rPr lang="de-DE" dirty="0" err="1"/>
            <a:t>Application</a:t>
          </a:r>
          <a:endParaRPr lang="de-DE" dirty="0"/>
        </a:p>
      </dgm:t>
    </dgm:pt>
    <dgm:pt modelId="{5E924BE8-0CB5-477B-A4D2-252E1B911DDF}" type="parTrans" cxnId="{F9BF4990-160B-4F80-B530-3227740C59F6}">
      <dgm:prSet/>
      <dgm:spPr/>
      <dgm:t>
        <a:bodyPr/>
        <a:lstStyle/>
        <a:p>
          <a:endParaRPr lang="de-DE"/>
        </a:p>
      </dgm:t>
    </dgm:pt>
    <dgm:pt modelId="{21758479-1B9A-47E4-A6A7-CCEA4A0C12DC}" type="sibTrans" cxnId="{F9BF4990-160B-4F80-B530-3227740C59F6}">
      <dgm:prSet/>
      <dgm:spPr/>
      <dgm:t>
        <a:bodyPr/>
        <a:lstStyle/>
        <a:p>
          <a:endParaRPr lang="de-DE"/>
        </a:p>
      </dgm:t>
    </dgm:pt>
    <dgm:pt modelId="{32156E3A-0398-48EF-BFA4-210D8F78C429}">
      <dgm:prSet phldrT="[Text]" phldr="0"/>
      <dgm:spPr/>
      <dgm:t>
        <a:bodyPr/>
        <a:lstStyle/>
        <a:p>
          <a:r>
            <a:rPr lang="de-DE"/>
            <a:t>API Key</a:t>
          </a:r>
          <a:endParaRPr lang="de-DE" dirty="0"/>
        </a:p>
      </dgm:t>
    </dgm:pt>
    <dgm:pt modelId="{C19B9A21-31AD-4D7F-AD8C-E0BDE663CC3F}" type="parTrans" cxnId="{48F6AA45-FE2E-4AA3-8AFB-344ED9FA6CC1}">
      <dgm:prSet/>
      <dgm:spPr/>
      <dgm:t>
        <a:bodyPr/>
        <a:lstStyle/>
        <a:p>
          <a:endParaRPr lang="de-DE"/>
        </a:p>
      </dgm:t>
    </dgm:pt>
    <dgm:pt modelId="{DD59D3D5-192B-4775-9693-DACE9F2086D4}" type="sibTrans" cxnId="{48F6AA45-FE2E-4AA3-8AFB-344ED9FA6CC1}">
      <dgm:prSet/>
      <dgm:spPr/>
      <dgm:t>
        <a:bodyPr/>
        <a:lstStyle/>
        <a:p>
          <a:endParaRPr lang="de-DE"/>
        </a:p>
      </dgm:t>
    </dgm:pt>
    <dgm:pt modelId="{0BE7BB0D-FE61-496F-A925-79D9521EFDB3}" type="pres">
      <dgm:prSet presAssocID="{8E34F2ED-147A-4AFC-BFD6-8CF90DCC8E15}" presName="linearFlow" presStyleCnt="0">
        <dgm:presLayoutVars>
          <dgm:resizeHandles val="exact"/>
        </dgm:presLayoutVars>
      </dgm:prSet>
      <dgm:spPr/>
    </dgm:pt>
    <dgm:pt modelId="{356149CB-AB37-4EA9-9766-14B0FEC04395}" type="pres">
      <dgm:prSet presAssocID="{04593779-FDD9-453B-B3B0-1D3EFD2252F4}" presName="node" presStyleLbl="node1" presStyleIdx="0" presStyleCnt="5">
        <dgm:presLayoutVars>
          <dgm:bulletEnabled val="1"/>
        </dgm:presLayoutVars>
      </dgm:prSet>
      <dgm:spPr/>
    </dgm:pt>
    <dgm:pt modelId="{865165A3-FEC7-45D3-ABB6-7CA37EEB450F}" type="pres">
      <dgm:prSet presAssocID="{F90F9266-55D7-4912-8F3A-81B39EB9B6EC}" presName="sibTrans" presStyleLbl="sibTrans2D1" presStyleIdx="0" presStyleCnt="4"/>
      <dgm:spPr/>
    </dgm:pt>
    <dgm:pt modelId="{5248BEE0-76AD-4396-B91B-B55BB46919AD}" type="pres">
      <dgm:prSet presAssocID="{F90F9266-55D7-4912-8F3A-81B39EB9B6EC}" presName="connectorText" presStyleLbl="sibTrans2D1" presStyleIdx="0" presStyleCnt="4"/>
      <dgm:spPr/>
    </dgm:pt>
    <dgm:pt modelId="{8E85B016-E621-4C95-A274-90F125596CFA}" type="pres">
      <dgm:prSet presAssocID="{48387E4E-3D3A-4C62-829C-1616FA50716A}" presName="node" presStyleLbl="node1" presStyleIdx="1" presStyleCnt="5">
        <dgm:presLayoutVars>
          <dgm:bulletEnabled val="1"/>
        </dgm:presLayoutVars>
      </dgm:prSet>
      <dgm:spPr/>
    </dgm:pt>
    <dgm:pt modelId="{0E0FC8A8-73EB-4E6D-84E0-CCA84A330B19}" type="pres">
      <dgm:prSet presAssocID="{1479C2CF-5A55-4BC5-8103-2921A98585C9}" presName="sibTrans" presStyleLbl="sibTrans2D1" presStyleIdx="1" presStyleCnt="4"/>
      <dgm:spPr/>
    </dgm:pt>
    <dgm:pt modelId="{C9C1EDAA-28BC-4B3D-8789-F9EEF842D8FB}" type="pres">
      <dgm:prSet presAssocID="{1479C2CF-5A55-4BC5-8103-2921A98585C9}" presName="connectorText" presStyleLbl="sibTrans2D1" presStyleIdx="1" presStyleCnt="4"/>
      <dgm:spPr/>
    </dgm:pt>
    <dgm:pt modelId="{A6C82623-6C2E-4F55-9724-054B5440132C}" type="pres">
      <dgm:prSet presAssocID="{487AB4D0-D109-40D4-A1C5-C03AA2F6EBDD}" presName="node" presStyleLbl="node1" presStyleIdx="2" presStyleCnt="5">
        <dgm:presLayoutVars>
          <dgm:bulletEnabled val="1"/>
        </dgm:presLayoutVars>
      </dgm:prSet>
      <dgm:spPr/>
    </dgm:pt>
    <dgm:pt modelId="{5D587DB7-5F0F-4236-846F-66F4FAC9D97B}" type="pres">
      <dgm:prSet presAssocID="{D61B259F-8DAD-4EA6-A92C-AD8D6C5D4831}" presName="sibTrans" presStyleLbl="sibTrans2D1" presStyleIdx="2" presStyleCnt="4"/>
      <dgm:spPr/>
    </dgm:pt>
    <dgm:pt modelId="{9B4426DC-CC02-44F0-997D-F4C407909022}" type="pres">
      <dgm:prSet presAssocID="{D61B259F-8DAD-4EA6-A92C-AD8D6C5D4831}" presName="connectorText" presStyleLbl="sibTrans2D1" presStyleIdx="2" presStyleCnt="4"/>
      <dgm:spPr/>
    </dgm:pt>
    <dgm:pt modelId="{AC3708CD-190B-4395-A981-391087415099}" type="pres">
      <dgm:prSet presAssocID="{5C117840-D506-4561-BD11-A32D9587CE91}" presName="node" presStyleLbl="node1" presStyleIdx="3" presStyleCnt="5">
        <dgm:presLayoutVars>
          <dgm:bulletEnabled val="1"/>
        </dgm:presLayoutVars>
      </dgm:prSet>
      <dgm:spPr/>
    </dgm:pt>
    <dgm:pt modelId="{F0BEE8DC-07B7-4A9B-811E-4B67435E19AD}" type="pres">
      <dgm:prSet presAssocID="{21758479-1B9A-47E4-A6A7-CCEA4A0C12DC}" presName="sibTrans" presStyleLbl="sibTrans2D1" presStyleIdx="3" presStyleCnt="4"/>
      <dgm:spPr/>
    </dgm:pt>
    <dgm:pt modelId="{E89230E0-65A9-4F8F-8EA0-36C5C3D8A3CD}" type="pres">
      <dgm:prSet presAssocID="{21758479-1B9A-47E4-A6A7-CCEA4A0C12DC}" presName="connectorText" presStyleLbl="sibTrans2D1" presStyleIdx="3" presStyleCnt="4"/>
      <dgm:spPr/>
    </dgm:pt>
    <dgm:pt modelId="{21983F61-5E80-4149-806E-CD333B042A5B}" type="pres">
      <dgm:prSet presAssocID="{32156E3A-0398-48EF-BFA4-210D8F78C429}" presName="node" presStyleLbl="node1" presStyleIdx="4" presStyleCnt="5">
        <dgm:presLayoutVars>
          <dgm:bulletEnabled val="1"/>
        </dgm:presLayoutVars>
      </dgm:prSet>
      <dgm:spPr/>
    </dgm:pt>
  </dgm:ptLst>
  <dgm:cxnLst>
    <dgm:cxn modelId="{A35B170C-6772-4CDA-8C69-76DD90382524}" type="presOf" srcId="{1479C2CF-5A55-4BC5-8103-2921A98585C9}" destId="{C9C1EDAA-28BC-4B3D-8789-F9EEF842D8FB}" srcOrd="1" destOrd="0" presId="urn:microsoft.com/office/officeart/2005/8/layout/process2"/>
    <dgm:cxn modelId="{754BD310-ABE4-4ABD-92DA-0B778AA4533E}" srcId="{8E34F2ED-147A-4AFC-BFD6-8CF90DCC8E15}" destId="{48387E4E-3D3A-4C62-829C-1616FA50716A}" srcOrd="1" destOrd="0" parTransId="{66CBD0CA-A452-467D-86D6-0D713015057C}" sibTransId="{1479C2CF-5A55-4BC5-8103-2921A98585C9}"/>
    <dgm:cxn modelId="{6FADC321-8DDE-477B-8DAE-12EE55CFB6DF}" type="presOf" srcId="{32156E3A-0398-48EF-BFA4-210D8F78C429}" destId="{21983F61-5E80-4149-806E-CD333B042A5B}" srcOrd="0" destOrd="0" presId="urn:microsoft.com/office/officeart/2005/8/layout/process2"/>
    <dgm:cxn modelId="{5BBA3923-0746-4F7D-BC0B-0728D47FD1E3}" type="presOf" srcId="{1479C2CF-5A55-4BC5-8103-2921A98585C9}" destId="{0E0FC8A8-73EB-4E6D-84E0-CCA84A330B19}" srcOrd="0" destOrd="0" presId="urn:microsoft.com/office/officeart/2005/8/layout/process2"/>
    <dgm:cxn modelId="{66EBC52D-85F3-48CB-A698-52DA3CE35D4C}" type="presOf" srcId="{F90F9266-55D7-4912-8F3A-81B39EB9B6EC}" destId="{5248BEE0-76AD-4396-B91B-B55BB46919AD}" srcOrd="1" destOrd="0" presId="urn:microsoft.com/office/officeart/2005/8/layout/process2"/>
    <dgm:cxn modelId="{69480843-CB85-4BEE-AFC8-222BFF5C9229}" type="presOf" srcId="{48387E4E-3D3A-4C62-829C-1616FA50716A}" destId="{8E85B016-E621-4C95-A274-90F125596CFA}" srcOrd="0" destOrd="0" presId="urn:microsoft.com/office/officeart/2005/8/layout/process2"/>
    <dgm:cxn modelId="{932C6144-26F0-41FB-BB35-B73BAA15B492}" srcId="{8E34F2ED-147A-4AFC-BFD6-8CF90DCC8E15}" destId="{487AB4D0-D109-40D4-A1C5-C03AA2F6EBDD}" srcOrd="2" destOrd="0" parTransId="{AEF86B31-198E-41D0-B05B-A7E3A87308C4}" sibTransId="{D61B259F-8DAD-4EA6-A92C-AD8D6C5D4831}"/>
    <dgm:cxn modelId="{48F6AA45-FE2E-4AA3-8AFB-344ED9FA6CC1}" srcId="{8E34F2ED-147A-4AFC-BFD6-8CF90DCC8E15}" destId="{32156E3A-0398-48EF-BFA4-210D8F78C429}" srcOrd="4" destOrd="0" parTransId="{C19B9A21-31AD-4D7F-AD8C-E0BDE663CC3F}" sibTransId="{DD59D3D5-192B-4775-9693-DACE9F2086D4}"/>
    <dgm:cxn modelId="{50420983-E63B-4439-93CA-8F83322DA1C8}" srcId="{8E34F2ED-147A-4AFC-BFD6-8CF90DCC8E15}" destId="{04593779-FDD9-453B-B3B0-1D3EFD2252F4}" srcOrd="0" destOrd="0" parTransId="{01FBEBF3-329D-4633-AE1C-2AAAE7CEF56D}" sibTransId="{F90F9266-55D7-4912-8F3A-81B39EB9B6EC}"/>
    <dgm:cxn modelId="{0C2C0187-B5FE-4A86-8F60-6DF0B1D91EF8}" type="presOf" srcId="{04593779-FDD9-453B-B3B0-1D3EFD2252F4}" destId="{356149CB-AB37-4EA9-9766-14B0FEC04395}" srcOrd="0" destOrd="0" presId="urn:microsoft.com/office/officeart/2005/8/layout/process2"/>
    <dgm:cxn modelId="{F9BF4990-160B-4F80-B530-3227740C59F6}" srcId="{8E34F2ED-147A-4AFC-BFD6-8CF90DCC8E15}" destId="{5C117840-D506-4561-BD11-A32D9587CE91}" srcOrd="3" destOrd="0" parTransId="{5E924BE8-0CB5-477B-A4D2-252E1B911DDF}" sibTransId="{21758479-1B9A-47E4-A6A7-CCEA4A0C12DC}"/>
    <dgm:cxn modelId="{34438F90-4395-40C1-BD2F-B483EC5A3260}" type="presOf" srcId="{21758479-1B9A-47E4-A6A7-CCEA4A0C12DC}" destId="{F0BEE8DC-07B7-4A9B-811E-4B67435E19AD}" srcOrd="0" destOrd="0" presId="urn:microsoft.com/office/officeart/2005/8/layout/process2"/>
    <dgm:cxn modelId="{FEBB3BA2-09B6-4579-BFB2-8145166806D0}" type="presOf" srcId="{5C117840-D506-4561-BD11-A32D9587CE91}" destId="{AC3708CD-190B-4395-A981-391087415099}" srcOrd="0" destOrd="0" presId="urn:microsoft.com/office/officeart/2005/8/layout/process2"/>
    <dgm:cxn modelId="{C5E85EB8-4643-4B1A-8CA2-87A9332DE1C9}" type="presOf" srcId="{8E34F2ED-147A-4AFC-BFD6-8CF90DCC8E15}" destId="{0BE7BB0D-FE61-496F-A925-79D9521EFDB3}" srcOrd="0" destOrd="0" presId="urn:microsoft.com/office/officeart/2005/8/layout/process2"/>
    <dgm:cxn modelId="{54A318BA-ACF1-493E-A70B-B9E2C4E9094F}" type="presOf" srcId="{D61B259F-8DAD-4EA6-A92C-AD8D6C5D4831}" destId="{9B4426DC-CC02-44F0-997D-F4C407909022}" srcOrd="1" destOrd="0" presId="urn:microsoft.com/office/officeart/2005/8/layout/process2"/>
    <dgm:cxn modelId="{81B350C5-BDCF-417A-AE18-9C835550B342}" type="presOf" srcId="{487AB4D0-D109-40D4-A1C5-C03AA2F6EBDD}" destId="{A6C82623-6C2E-4F55-9724-054B5440132C}" srcOrd="0" destOrd="0" presId="urn:microsoft.com/office/officeart/2005/8/layout/process2"/>
    <dgm:cxn modelId="{C2F971E5-687C-4BA7-965F-18F8813E0BC5}" type="presOf" srcId="{21758479-1B9A-47E4-A6A7-CCEA4A0C12DC}" destId="{E89230E0-65A9-4F8F-8EA0-36C5C3D8A3CD}" srcOrd="1" destOrd="0" presId="urn:microsoft.com/office/officeart/2005/8/layout/process2"/>
    <dgm:cxn modelId="{58AD05F3-1637-4B5B-A355-CFDB707BDFCE}" type="presOf" srcId="{D61B259F-8DAD-4EA6-A92C-AD8D6C5D4831}" destId="{5D587DB7-5F0F-4236-846F-66F4FAC9D97B}" srcOrd="0" destOrd="0" presId="urn:microsoft.com/office/officeart/2005/8/layout/process2"/>
    <dgm:cxn modelId="{657F2EFB-9D93-4541-BB02-4AAF0D1E580E}" type="presOf" srcId="{F90F9266-55D7-4912-8F3A-81B39EB9B6EC}" destId="{865165A3-FEC7-45D3-ABB6-7CA37EEB450F}" srcOrd="0" destOrd="0" presId="urn:microsoft.com/office/officeart/2005/8/layout/process2"/>
    <dgm:cxn modelId="{BF45C2B6-8E00-4784-9F40-E52986260DD2}" type="presParOf" srcId="{0BE7BB0D-FE61-496F-A925-79D9521EFDB3}" destId="{356149CB-AB37-4EA9-9766-14B0FEC04395}" srcOrd="0" destOrd="0" presId="urn:microsoft.com/office/officeart/2005/8/layout/process2"/>
    <dgm:cxn modelId="{ABFF03CD-0E62-4555-930E-01247338C3E5}" type="presParOf" srcId="{0BE7BB0D-FE61-496F-A925-79D9521EFDB3}" destId="{865165A3-FEC7-45D3-ABB6-7CA37EEB450F}" srcOrd="1" destOrd="0" presId="urn:microsoft.com/office/officeart/2005/8/layout/process2"/>
    <dgm:cxn modelId="{4D132206-51B2-40B2-9418-0E54281DD1D2}" type="presParOf" srcId="{865165A3-FEC7-45D3-ABB6-7CA37EEB450F}" destId="{5248BEE0-76AD-4396-B91B-B55BB46919AD}" srcOrd="0" destOrd="0" presId="urn:microsoft.com/office/officeart/2005/8/layout/process2"/>
    <dgm:cxn modelId="{999F6B6E-4AB4-46BE-A50C-9006C8EB452E}" type="presParOf" srcId="{0BE7BB0D-FE61-496F-A925-79D9521EFDB3}" destId="{8E85B016-E621-4C95-A274-90F125596CFA}" srcOrd="2" destOrd="0" presId="urn:microsoft.com/office/officeart/2005/8/layout/process2"/>
    <dgm:cxn modelId="{4471223F-C87A-470F-8661-4775203724B5}" type="presParOf" srcId="{0BE7BB0D-FE61-496F-A925-79D9521EFDB3}" destId="{0E0FC8A8-73EB-4E6D-84E0-CCA84A330B19}" srcOrd="3" destOrd="0" presId="urn:microsoft.com/office/officeart/2005/8/layout/process2"/>
    <dgm:cxn modelId="{E7E090FB-2BA9-464B-B8EC-BEF9E5F8FE6B}" type="presParOf" srcId="{0E0FC8A8-73EB-4E6D-84E0-CCA84A330B19}" destId="{C9C1EDAA-28BC-4B3D-8789-F9EEF842D8FB}" srcOrd="0" destOrd="0" presId="urn:microsoft.com/office/officeart/2005/8/layout/process2"/>
    <dgm:cxn modelId="{6F980427-E163-4E96-8894-431999CAEE62}" type="presParOf" srcId="{0BE7BB0D-FE61-496F-A925-79D9521EFDB3}" destId="{A6C82623-6C2E-4F55-9724-054B5440132C}" srcOrd="4" destOrd="0" presId="urn:microsoft.com/office/officeart/2005/8/layout/process2"/>
    <dgm:cxn modelId="{37427D90-DF28-44BF-A24A-93347D96D743}" type="presParOf" srcId="{0BE7BB0D-FE61-496F-A925-79D9521EFDB3}" destId="{5D587DB7-5F0F-4236-846F-66F4FAC9D97B}" srcOrd="5" destOrd="0" presId="urn:microsoft.com/office/officeart/2005/8/layout/process2"/>
    <dgm:cxn modelId="{F5160287-2003-4669-BE61-A6CC968B5A41}" type="presParOf" srcId="{5D587DB7-5F0F-4236-846F-66F4FAC9D97B}" destId="{9B4426DC-CC02-44F0-997D-F4C407909022}" srcOrd="0" destOrd="0" presId="urn:microsoft.com/office/officeart/2005/8/layout/process2"/>
    <dgm:cxn modelId="{50D82432-BAC4-426D-A54D-C3A7905503B4}" type="presParOf" srcId="{0BE7BB0D-FE61-496F-A925-79D9521EFDB3}" destId="{AC3708CD-190B-4395-A981-391087415099}" srcOrd="6" destOrd="0" presId="urn:microsoft.com/office/officeart/2005/8/layout/process2"/>
    <dgm:cxn modelId="{F6D97174-4389-45C7-AACB-96291F104EDC}" type="presParOf" srcId="{0BE7BB0D-FE61-496F-A925-79D9521EFDB3}" destId="{F0BEE8DC-07B7-4A9B-811E-4B67435E19AD}" srcOrd="7" destOrd="0" presId="urn:microsoft.com/office/officeart/2005/8/layout/process2"/>
    <dgm:cxn modelId="{10276902-73DE-49BD-A70F-6673AA1A3F1A}" type="presParOf" srcId="{F0BEE8DC-07B7-4A9B-811E-4B67435E19AD}" destId="{E89230E0-65A9-4F8F-8EA0-36C5C3D8A3CD}" srcOrd="0" destOrd="0" presId="urn:microsoft.com/office/officeart/2005/8/layout/process2"/>
    <dgm:cxn modelId="{4E3DC5F9-B42D-4E83-B524-5E011FB6C406}" type="presParOf" srcId="{0BE7BB0D-FE61-496F-A925-79D9521EFDB3}" destId="{21983F61-5E80-4149-806E-CD333B042A5B}"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8A07EE-EDEF-4EC5-B9CF-3F4E289996AF}" type="doc">
      <dgm:prSet loTypeId="urn:microsoft.com/office/officeart/2005/8/layout/process2" loCatId="process" qsTypeId="urn:microsoft.com/office/officeart/2005/8/quickstyle/simple1" qsCatId="simple" csTypeId="urn:microsoft.com/office/officeart/2005/8/colors/accent1_2" csCatId="accent1" phldr="1"/>
      <dgm:spPr/>
    </dgm:pt>
    <dgm:pt modelId="{AADEA18D-37AD-4A79-A1F7-1CB784B1713F}">
      <dgm:prSet phldrT="[Text]"/>
      <dgm:spPr/>
      <dgm:t>
        <a:bodyPr/>
        <a:lstStyle/>
        <a:p>
          <a:pPr>
            <a:buNone/>
          </a:pPr>
          <a:r>
            <a:rPr lang="de-DE" dirty="0"/>
            <a:t>Ist der Schlüssel bekannt? </a:t>
          </a:r>
        </a:p>
      </dgm:t>
    </dgm:pt>
    <dgm:pt modelId="{4F919CC2-5842-440D-A8D2-2445E45A0004}" type="parTrans" cxnId="{C9DA069F-E9E2-4D2D-9ED3-471BFDC6F8F4}">
      <dgm:prSet/>
      <dgm:spPr/>
      <dgm:t>
        <a:bodyPr/>
        <a:lstStyle/>
        <a:p>
          <a:endParaRPr lang="de-DE"/>
        </a:p>
      </dgm:t>
    </dgm:pt>
    <dgm:pt modelId="{360329E4-BC19-468A-8D91-27BF6FEB1F0D}" type="sibTrans" cxnId="{C9DA069F-E9E2-4D2D-9ED3-471BFDC6F8F4}">
      <dgm:prSet/>
      <dgm:spPr/>
      <dgm:t>
        <a:bodyPr/>
        <a:lstStyle/>
        <a:p>
          <a:endParaRPr lang="de-DE"/>
        </a:p>
      </dgm:t>
    </dgm:pt>
    <dgm:pt modelId="{0737B04F-2E24-4A18-AF30-05AFB1F8C264}">
      <dgm:prSet phldrT="[Text]"/>
      <dgm:spPr/>
      <dgm:t>
        <a:bodyPr/>
        <a:lstStyle/>
        <a:p>
          <a:pPr>
            <a:buNone/>
          </a:pPr>
          <a:r>
            <a:rPr lang="de-DE" dirty="0"/>
            <a:t>Gehört er zu einer </a:t>
          </a:r>
          <a:r>
            <a:rPr lang="de-DE" dirty="0" err="1"/>
            <a:t>Application</a:t>
          </a:r>
          <a:r>
            <a:rPr lang="de-DE" dirty="0"/>
            <a:t>? </a:t>
          </a:r>
        </a:p>
      </dgm:t>
    </dgm:pt>
    <dgm:pt modelId="{CF35468C-34EE-4DFD-9523-F4AB833D92A0}" type="parTrans" cxnId="{F6759B25-3499-450C-A60B-2D1C5016249B}">
      <dgm:prSet/>
      <dgm:spPr/>
      <dgm:t>
        <a:bodyPr/>
        <a:lstStyle/>
        <a:p>
          <a:endParaRPr lang="de-DE"/>
        </a:p>
      </dgm:t>
    </dgm:pt>
    <dgm:pt modelId="{6CD006EB-3A0F-4929-9D01-C7EE8FF4362F}" type="sibTrans" cxnId="{F6759B25-3499-450C-A60B-2D1C5016249B}">
      <dgm:prSet/>
      <dgm:spPr/>
      <dgm:t>
        <a:bodyPr/>
        <a:lstStyle/>
        <a:p>
          <a:endParaRPr lang="de-DE"/>
        </a:p>
      </dgm:t>
    </dgm:pt>
    <dgm:pt modelId="{20F98501-5CF1-4F97-AF61-B24EE02E62C3}">
      <dgm:prSet phldrT="[Text]"/>
      <dgm:spPr/>
      <dgm:t>
        <a:bodyPr/>
        <a:lstStyle/>
        <a:p>
          <a:pPr>
            <a:buNone/>
          </a:pPr>
          <a:r>
            <a:rPr lang="de-DE" dirty="0"/>
            <a:t>Besitzt die </a:t>
          </a:r>
          <a:r>
            <a:rPr lang="de-DE" dirty="0" err="1"/>
            <a:t>Application</a:t>
          </a:r>
          <a:r>
            <a:rPr lang="de-DE" dirty="0"/>
            <a:t> eine gültige </a:t>
          </a:r>
          <a:r>
            <a:rPr lang="de-DE" dirty="0" err="1"/>
            <a:t>Subscription</a:t>
          </a:r>
          <a:r>
            <a:rPr lang="de-DE" dirty="0"/>
            <a:t>? </a:t>
          </a:r>
        </a:p>
      </dgm:t>
    </dgm:pt>
    <dgm:pt modelId="{DCFE7629-EC56-440B-82BA-C9EFA64D993A}" type="parTrans" cxnId="{B7725102-E11E-4B14-A9CC-45657DA7131F}">
      <dgm:prSet/>
      <dgm:spPr/>
      <dgm:t>
        <a:bodyPr/>
        <a:lstStyle/>
        <a:p>
          <a:endParaRPr lang="de-DE"/>
        </a:p>
      </dgm:t>
    </dgm:pt>
    <dgm:pt modelId="{BDC8C66B-FCAC-4E49-8FAB-D4D02ED55AB5}" type="sibTrans" cxnId="{B7725102-E11E-4B14-A9CC-45657DA7131F}">
      <dgm:prSet/>
      <dgm:spPr/>
      <dgm:t>
        <a:bodyPr/>
        <a:lstStyle/>
        <a:p>
          <a:endParaRPr lang="de-DE"/>
        </a:p>
      </dgm:t>
    </dgm:pt>
    <dgm:pt modelId="{B570B4D1-268F-4E2E-BF65-4B53AE23647A}">
      <dgm:prSet phldrT="[Text]"/>
      <dgm:spPr/>
      <dgm:t>
        <a:bodyPr/>
        <a:lstStyle/>
        <a:p>
          <a:pPr>
            <a:buNone/>
          </a:pPr>
          <a:r>
            <a:rPr lang="de-DE"/>
            <a:t>Enthält das Product die aufgerufene API?</a:t>
          </a:r>
          <a:endParaRPr lang="de-DE" dirty="0"/>
        </a:p>
      </dgm:t>
    </dgm:pt>
    <dgm:pt modelId="{745F3827-378C-4F05-BC80-3132D279CE9C}" type="parTrans" cxnId="{16FD0C7F-C862-4192-BB5C-5CC7BEB3C688}">
      <dgm:prSet/>
      <dgm:spPr/>
      <dgm:t>
        <a:bodyPr/>
        <a:lstStyle/>
        <a:p>
          <a:endParaRPr lang="de-DE"/>
        </a:p>
      </dgm:t>
    </dgm:pt>
    <dgm:pt modelId="{E0BA331A-BB05-491C-AE2D-2AFB0A4201FC}" type="sibTrans" cxnId="{16FD0C7F-C862-4192-BB5C-5CC7BEB3C688}">
      <dgm:prSet/>
      <dgm:spPr/>
      <dgm:t>
        <a:bodyPr/>
        <a:lstStyle/>
        <a:p>
          <a:endParaRPr lang="de-DE"/>
        </a:p>
      </dgm:t>
    </dgm:pt>
    <dgm:pt modelId="{3A839A47-186A-49AB-8FF0-60976EC064B4}" type="pres">
      <dgm:prSet presAssocID="{548A07EE-EDEF-4EC5-B9CF-3F4E289996AF}" presName="linearFlow" presStyleCnt="0">
        <dgm:presLayoutVars>
          <dgm:resizeHandles val="exact"/>
        </dgm:presLayoutVars>
      </dgm:prSet>
      <dgm:spPr/>
    </dgm:pt>
    <dgm:pt modelId="{1BDB46E7-AD2F-40CE-9D4C-AE898AC8147F}" type="pres">
      <dgm:prSet presAssocID="{AADEA18D-37AD-4A79-A1F7-1CB784B1713F}" presName="node" presStyleLbl="node1" presStyleIdx="0" presStyleCnt="4">
        <dgm:presLayoutVars>
          <dgm:bulletEnabled val="1"/>
        </dgm:presLayoutVars>
      </dgm:prSet>
      <dgm:spPr/>
    </dgm:pt>
    <dgm:pt modelId="{B413820F-A707-49EE-BDAF-611AEC3D7D68}" type="pres">
      <dgm:prSet presAssocID="{360329E4-BC19-468A-8D91-27BF6FEB1F0D}" presName="sibTrans" presStyleLbl="sibTrans2D1" presStyleIdx="0" presStyleCnt="3"/>
      <dgm:spPr/>
    </dgm:pt>
    <dgm:pt modelId="{E40E6B8D-147C-4CF2-9B2A-B03B9A8915F8}" type="pres">
      <dgm:prSet presAssocID="{360329E4-BC19-468A-8D91-27BF6FEB1F0D}" presName="connectorText" presStyleLbl="sibTrans2D1" presStyleIdx="0" presStyleCnt="3"/>
      <dgm:spPr/>
    </dgm:pt>
    <dgm:pt modelId="{4931143F-9BDE-440A-8358-71F0C2AD6AB5}" type="pres">
      <dgm:prSet presAssocID="{0737B04F-2E24-4A18-AF30-05AFB1F8C264}" presName="node" presStyleLbl="node1" presStyleIdx="1" presStyleCnt="4">
        <dgm:presLayoutVars>
          <dgm:bulletEnabled val="1"/>
        </dgm:presLayoutVars>
      </dgm:prSet>
      <dgm:spPr/>
    </dgm:pt>
    <dgm:pt modelId="{0AD9F333-2411-4080-AC33-BCFA9FCEA386}" type="pres">
      <dgm:prSet presAssocID="{6CD006EB-3A0F-4929-9D01-C7EE8FF4362F}" presName="sibTrans" presStyleLbl="sibTrans2D1" presStyleIdx="1" presStyleCnt="3"/>
      <dgm:spPr/>
    </dgm:pt>
    <dgm:pt modelId="{4F1E93BB-6E34-431B-B65B-6EF8CFEC628C}" type="pres">
      <dgm:prSet presAssocID="{6CD006EB-3A0F-4929-9D01-C7EE8FF4362F}" presName="connectorText" presStyleLbl="sibTrans2D1" presStyleIdx="1" presStyleCnt="3"/>
      <dgm:spPr/>
    </dgm:pt>
    <dgm:pt modelId="{1F709C58-063E-47B3-B422-6A857AA3227D}" type="pres">
      <dgm:prSet presAssocID="{20F98501-5CF1-4F97-AF61-B24EE02E62C3}" presName="node" presStyleLbl="node1" presStyleIdx="2" presStyleCnt="4">
        <dgm:presLayoutVars>
          <dgm:bulletEnabled val="1"/>
        </dgm:presLayoutVars>
      </dgm:prSet>
      <dgm:spPr/>
    </dgm:pt>
    <dgm:pt modelId="{F2B715E0-89DA-4894-96D8-65F05187318C}" type="pres">
      <dgm:prSet presAssocID="{BDC8C66B-FCAC-4E49-8FAB-D4D02ED55AB5}" presName="sibTrans" presStyleLbl="sibTrans2D1" presStyleIdx="2" presStyleCnt="3"/>
      <dgm:spPr/>
    </dgm:pt>
    <dgm:pt modelId="{DAD1D242-7FEA-4787-8542-A2CE149D95DF}" type="pres">
      <dgm:prSet presAssocID="{BDC8C66B-FCAC-4E49-8FAB-D4D02ED55AB5}" presName="connectorText" presStyleLbl="sibTrans2D1" presStyleIdx="2" presStyleCnt="3"/>
      <dgm:spPr/>
    </dgm:pt>
    <dgm:pt modelId="{B891CFEF-2604-46CE-94EF-1FD6E7334462}" type="pres">
      <dgm:prSet presAssocID="{B570B4D1-268F-4E2E-BF65-4B53AE23647A}" presName="node" presStyleLbl="node1" presStyleIdx="3" presStyleCnt="4">
        <dgm:presLayoutVars>
          <dgm:bulletEnabled val="1"/>
        </dgm:presLayoutVars>
      </dgm:prSet>
      <dgm:spPr/>
    </dgm:pt>
  </dgm:ptLst>
  <dgm:cxnLst>
    <dgm:cxn modelId="{B7725102-E11E-4B14-A9CC-45657DA7131F}" srcId="{548A07EE-EDEF-4EC5-B9CF-3F4E289996AF}" destId="{20F98501-5CF1-4F97-AF61-B24EE02E62C3}" srcOrd="2" destOrd="0" parTransId="{DCFE7629-EC56-440B-82BA-C9EFA64D993A}" sibTransId="{BDC8C66B-FCAC-4E49-8FAB-D4D02ED55AB5}"/>
    <dgm:cxn modelId="{F6759B25-3499-450C-A60B-2D1C5016249B}" srcId="{548A07EE-EDEF-4EC5-B9CF-3F4E289996AF}" destId="{0737B04F-2E24-4A18-AF30-05AFB1F8C264}" srcOrd="1" destOrd="0" parTransId="{CF35468C-34EE-4DFD-9523-F4AB833D92A0}" sibTransId="{6CD006EB-3A0F-4929-9D01-C7EE8FF4362F}"/>
    <dgm:cxn modelId="{2E773E30-4BB7-45A3-9637-5A83019FF76D}" type="presOf" srcId="{20F98501-5CF1-4F97-AF61-B24EE02E62C3}" destId="{1F709C58-063E-47B3-B422-6A857AA3227D}" srcOrd="0" destOrd="0" presId="urn:microsoft.com/office/officeart/2005/8/layout/process2"/>
    <dgm:cxn modelId="{B2DE3F3F-4C29-4723-A045-0E7252984CE9}" type="presOf" srcId="{6CD006EB-3A0F-4929-9D01-C7EE8FF4362F}" destId="{0AD9F333-2411-4080-AC33-BCFA9FCEA386}" srcOrd="0" destOrd="0" presId="urn:microsoft.com/office/officeart/2005/8/layout/process2"/>
    <dgm:cxn modelId="{55198F5F-69DE-4BC0-8493-65F65ADF42ED}" type="presOf" srcId="{6CD006EB-3A0F-4929-9D01-C7EE8FF4362F}" destId="{4F1E93BB-6E34-431B-B65B-6EF8CFEC628C}" srcOrd="1" destOrd="0" presId="urn:microsoft.com/office/officeart/2005/8/layout/process2"/>
    <dgm:cxn modelId="{2E35AD72-C746-41FE-ACDD-24A7B58A883A}" type="presOf" srcId="{360329E4-BC19-468A-8D91-27BF6FEB1F0D}" destId="{E40E6B8D-147C-4CF2-9B2A-B03B9A8915F8}" srcOrd="1" destOrd="0" presId="urn:microsoft.com/office/officeart/2005/8/layout/process2"/>
    <dgm:cxn modelId="{E1154477-A0F7-4BA6-86ED-0FC9C5A63DE5}" type="presOf" srcId="{B570B4D1-268F-4E2E-BF65-4B53AE23647A}" destId="{B891CFEF-2604-46CE-94EF-1FD6E7334462}" srcOrd="0" destOrd="0" presId="urn:microsoft.com/office/officeart/2005/8/layout/process2"/>
    <dgm:cxn modelId="{5A13607A-7128-46DF-ACBE-BE2AAF4DD727}" type="presOf" srcId="{0737B04F-2E24-4A18-AF30-05AFB1F8C264}" destId="{4931143F-9BDE-440A-8358-71F0C2AD6AB5}" srcOrd="0" destOrd="0" presId="urn:microsoft.com/office/officeart/2005/8/layout/process2"/>
    <dgm:cxn modelId="{C584767A-2D73-4805-AD36-2E19D5E0FB75}" type="presOf" srcId="{BDC8C66B-FCAC-4E49-8FAB-D4D02ED55AB5}" destId="{F2B715E0-89DA-4894-96D8-65F05187318C}" srcOrd="0" destOrd="0" presId="urn:microsoft.com/office/officeart/2005/8/layout/process2"/>
    <dgm:cxn modelId="{16FD0C7F-C862-4192-BB5C-5CC7BEB3C688}" srcId="{548A07EE-EDEF-4EC5-B9CF-3F4E289996AF}" destId="{B570B4D1-268F-4E2E-BF65-4B53AE23647A}" srcOrd="3" destOrd="0" parTransId="{745F3827-378C-4F05-BC80-3132D279CE9C}" sibTransId="{E0BA331A-BB05-491C-AE2D-2AFB0A4201FC}"/>
    <dgm:cxn modelId="{C8FF3C82-C130-46ED-852F-C8E463A328B3}" type="presOf" srcId="{360329E4-BC19-468A-8D91-27BF6FEB1F0D}" destId="{B413820F-A707-49EE-BDAF-611AEC3D7D68}" srcOrd="0" destOrd="0" presId="urn:microsoft.com/office/officeart/2005/8/layout/process2"/>
    <dgm:cxn modelId="{C9DA069F-E9E2-4D2D-9ED3-471BFDC6F8F4}" srcId="{548A07EE-EDEF-4EC5-B9CF-3F4E289996AF}" destId="{AADEA18D-37AD-4A79-A1F7-1CB784B1713F}" srcOrd="0" destOrd="0" parTransId="{4F919CC2-5842-440D-A8D2-2445E45A0004}" sibTransId="{360329E4-BC19-468A-8D91-27BF6FEB1F0D}"/>
    <dgm:cxn modelId="{433099A3-C636-4238-AA56-5BE89987C174}" type="presOf" srcId="{BDC8C66B-FCAC-4E49-8FAB-D4D02ED55AB5}" destId="{DAD1D242-7FEA-4787-8542-A2CE149D95DF}" srcOrd="1" destOrd="0" presId="urn:microsoft.com/office/officeart/2005/8/layout/process2"/>
    <dgm:cxn modelId="{7FADD5B6-BCB5-4215-A516-95FE891B3F5F}" type="presOf" srcId="{548A07EE-EDEF-4EC5-B9CF-3F4E289996AF}" destId="{3A839A47-186A-49AB-8FF0-60976EC064B4}" srcOrd="0" destOrd="0" presId="urn:microsoft.com/office/officeart/2005/8/layout/process2"/>
    <dgm:cxn modelId="{DD8CEBC1-FFA3-4C3A-BFF7-1A15D267A8E3}" type="presOf" srcId="{AADEA18D-37AD-4A79-A1F7-1CB784B1713F}" destId="{1BDB46E7-AD2F-40CE-9D4C-AE898AC8147F}" srcOrd="0" destOrd="0" presId="urn:microsoft.com/office/officeart/2005/8/layout/process2"/>
    <dgm:cxn modelId="{EEE070C0-A860-4D68-962C-546227902788}" type="presParOf" srcId="{3A839A47-186A-49AB-8FF0-60976EC064B4}" destId="{1BDB46E7-AD2F-40CE-9D4C-AE898AC8147F}" srcOrd="0" destOrd="0" presId="urn:microsoft.com/office/officeart/2005/8/layout/process2"/>
    <dgm:cxn modelId="{4E768892-4BB7-4D3B-BC08-303528604929}" type="presParOf" srcId="{3A839A47-186A-49AB-8FF0-60976EC064B4}" destId="{B413820F-A707-49EE-BDAF-611AEC3D7D68}" srcOrd="1" destOrd="0" presId="urn:microsoft.com/office/officeart/2005/8/layout/process2"/>
    <dgm:cxn modelId="{048E9B2A-FCC6-486A-B8B7-120A98170C5C}" type="presParOf" srcId="{B413820F-A707-49EE-BDAF-611AEC3D7D68}" destId="{E40E6B8D-147C-4CF2-9B2A-B03B9A8915F8}" srcOrd="0" destOrd="0" presId="urn:microsoft.com/office/officeart/2005/8/layout/process2"/>
    <dgm:cxn modelId="{94C3F045-A1EB-47DA-99E3-07B42C2401D2}" type="presParOf" srcId="{3A839A47-186A-49AB-8FF0-60976EC064B4}" destId="{4931143F-9BDE-440A-8358-71F0C2AD6AB5}" srcOrd="2" destOrd="0" presId="urn:microsoft.com/office/officeart/2005/8/layout/process2"/>
    <dgm:cxn modelId="{4337C46A-FC48-4982-8B8E-29E6F7EAFCEA}" type="presParOf" srcId="{3A839A47-186A-49AB-8FF0-60976EC064B4}" destId="{0AD9F333-2411-4080-AC33-BCFA9FCEA386}" srcOrd="3" destOrd="0" presId="urn:microsoft.com/office/officeart/2005/8/layout/process2"/>
    <dgm:cxn modelId="{21F7925B-0199-4E94-BA00-DC1DD5DD3718}" type="presParOf" srcId="{0AD9F333-2411-4080-AC33-BCFA9FCEA386}" destId="{4F1E93BB-6E34-431B-B65B-6EF8CFEC628C}" srcOrd="0" destOrd="0" presId="urn:microsoft.com/office/officeart/2005/8/layout/process2"/>
    <dgm:cxn modelId="{DB46EEF4-5D87-4555-BFE0-84A335A06BFF}" type="presParOf" srcId="{3A839A47-186A-49AB-8FF0-60976EC064B4}" destId="{1F709C58-063E-47B3-B422-6A857AA3227D}" srcOrd="4" destOrd="0" presId="urn:microsoft.com/office/officeart/2005/8/layout/process2"/>
    <dgm:cxn modelId="{62876D63-3804-4CC4-AB28-1BF817AD1530}" type="presParOf" srcId="{3A839A47-186A-49AB-8FF0-60976EC064B4}" destId="{F2B715E0-89DA-4894-96D8-65F05187318C}" srcOrd="5" destOrd="0" presId="urn:microsoft.com/office/officeart/2005/8/layout/process2"/>
    <dgm:cxn modelId="{BB34ED22-042E-45D4-BE1A-F1951CA80AC1}" type="presParOf" srcId="{F2B715E0-89DA-4894-96D8-65F05187318C}" destId="{DAD1D242-7FEA-4787-8542-A2CE149D95DF}" srcOrd="0" destOrd="0" presId="urn:microsoft.com/office/officeart/2005/8/layout/process2"/>
    <dgm:cxn modelId="{C309EC32-EC1D-4A51-813A-28238E2F2C6A}" type="presParOf" srcId="{3A839A47-186A-49AB-8FF0-60976EC064B4}" destId="{B891CFEF-2604-46CE-94EF-1FD6E7334462}"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6149CB-AB37-4EA9-9766-14B0FEC04395}">
      <dsp:nvSpPr>
        <dsp:cNvPr id="0" name=""/>
        <dsp:cNvSpPr/>
      </dsp:nvSpPr>
      <dsp:spPr>
        <a:xfrm>
          <a:off x="4522644" y="586"/>
          <a:ext cx="1470310" cy="6858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API Proxy</a:t>
          </a:r>
        </a:p>
      </dsp:txBody>
      <dsp:txXfrm>
        <a:off x="4542732" y="20674"/>
        <a:ext cx="1430134" cy="645683"/>
      </dsp:txXfrm>
    </dsp:sp>
    <dsp:sp modelId="{865165A3-FEC7-45D3-ABB6-7CA37EEB450F}">
      <dsp:nvSpPr>
        <dsp:cNvPr id="0" name=""/>
        <dsp:cNvSpPr/>
      </dsp:nvSpPr>
      <dsp:spPr>
        <a:xfrm rot="5400000">
          <a:off x="5129201" y="703591"/>
          <a:ext cx="257197" cy="30863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5400000">
        <a:off x="5165209" y="729311"/>
        <a:ext cx="185182" cy="180038"/>
      </dsp:txXfrm>
    </dsp:sp>
    <dsp:sp modelId="{8E85B016-E621-4C95-A274-90F125596CFA}">
      <dsp:nvSpPr>
        <dsp:cNvPr id="0" name=""/>
        <dsp:cNvSpPr/>
      </dsp:nvSpPr>
      <dsp:spPr>
        <a:xfrm>
          <a:off x="4522644" y="1029375"/>
          <a:ext cx="1470310" cy="6858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API </a:t>
          </a:r>
          <a:r>
            <a:rPr lang="de-DE" sz="1800" kern="1200" dirty="0" err="1"/>
            <a:t>Product</a:t>
          </a:r>
          <a:endParaRPr lang="de-DE" sz="1800" kern="1200" dirty="0"/>
        </a:p>
      </dsp:txBody>
      <dsp:txXfrm>
        <a:off x="4542732" y="1049463"/>
        <a:ext cx="1430134" cy="645683"/>
      </dsp:txXfrm>
    </dsp:sp>
    <dsp:sp modelId="{0E0FC8A8-73EB-4E6D-84E0-CCA84A330B19}">
      <dsp:nvSpPr>
        <dsp:cNvPr id="0" name=""/>
        <dsp:cNvSpPr/>
      </dsp:nvSpPr>
      <dsp:spPr>
        <a:xfrm rot="5400000">
          <a:off x="5129201" y="1732380"/>
          <a:ext cx="257197" cy="30863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5400000">
        <a:off x="5165209" y="1758100"/>
        <a:ext cx="185182" cy="180038"/>
      </dsp:txXfrm>
    </dsp:sp>
    <dsp:sp modelId="{A6C82623-6C2E-4F55-9724-054B5440132C}">
      <dsp:nvSpPr>
        <dsp:cNvPr id="0" name=""/>
        <dsp:cNvSpPr/>
      </dsp:nvSpPr>
      <dsp:spPr>
        <a:xfrm>
          <a:off x="4522644" y="2058163"/>
          <a:ext cx="1470310" cy="6858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err="1"/>
            <a:t>Subscription</a:t>
          </a:r>
          <a:endParaRPr lang="de-DE" sz="1800" kern="1200" dirty="0"/>
        </a:p>
      </dsp:txBody>
      <dsp:txXfrm>
        <a:off x="4542732" y="2078251"/>
        <a:ext cx="1430134" cy="645683"/>
      </dsp:txXfrm>
    </dsp:sp>
    <dsp:sp modelId="{5D587DB7-5F0F-4236-846F-66F4FAC9D97B}">
      <dsp:nvSpPr>
        <dsp:cNvPr id="0" name=""/>
        <dsp:cNvSpPr/>
      </dsp:nvSpPr>
      <dsp:spPr>
        <a:xfrm rot="5400000">
          <a:off x="5129201" y="2761169"/>
          <a:ext cx="257197" cy="30863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5400000">
        <a:off x="5165209" y="2786889"/>
        <a:ext cx="185182" cy="180038"/>
      </dsp:txXfrm>
    </dsp:sp>
    <dsp:sp modelId="{AC3708CD-190B-4395-A981-391087415099}">
      <dsp:nvSpPr>
        <dsp:cNvPr id="0" name=""/>
        <dsp:cNvSpPr/>
      </dsp:nvSpPr>
      <dsp:spPr>
        <a:xfrm>
          <a:off x="4522644" y="3086952"/>
          <a:ext cx="1470310" cy="6858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err="1"/>
            <a:t>Application</a:t>
          </a:r>
          <a:endParaRPr lang="de-DE" sz="1800" kern="1200" dirty="0"/>
        </a:p>
      </dsp:txBody>
      <dsp:txXfrm>
        <a:off x="4542732" y="3107040"/>
        <a:ext cx="1430134" cy="645683"/>
      </dsp:txXfrm>
    </dsp:sp>
    <dsp:sp modelId="{F0BEE8DC-07B7-4A9B-811E-4B67435E19AD}">
      <dsp:nvSpPr>
        <dsp:cNvPr id="0" name=""/>
        <dsp:cNvSpPr/>
      </dsp:nvSpPr>
      <dsp:spPr>
        <a:xfrm rot="5400000">
          <a:off x="5129201" y="3789958"/>
          <a:ext cx="257197" cy="30863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5400000">
        <a:off x="5165209" y="3815678"/>
        <a:ext cx="185182" cy="180038"/>
      </dsp:txXfrm>
    </dsp:sp>
    <dsp:sp modelId="{21983F61-5E80-4149-806E-CD333B042A5B}">
      <dsp:nvSpPr>
        <dsp:cNvPr id="0" name=""/>
        <dsp:cNvSpPr/>
      </dsp:nvSpPr>
      <dsp:spPr>
        <a:xfrm>
          <a:off x="4522644" y="4115741"/>
          <a:ext cx="1470310" cy="6858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API Key</a:t>
          </a:r>
          <a:endParaRPr lang="de-DE" sz="1800" kern="1200" dirty="0"/>
        </a:p>
      </dsp:txBody>
      <dsp:txXfrm>
        <a:off x="4542732" y="4135829"/>
        <a:ext cx="1430134" cy="6456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DB46E7-AD2F-40CE-9D4C-AE898AC8147F}">
      <dsp:nvSpPr>
        <dsp:cNvPr id="0" name=""/>
        <dsp:cNvSpPr/>
      </dsp:nvSpPr>
      <dsp:spPr>
        <a:xfrm>
          <a:off x="3887178" y="2124"/>
          <a:ext cx="2741243" cy="79037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Ist der Schlüssel bekannt? </a:t>
          </a:r>
        </a:p>
      </dsp:txBody>
      <dsp:txXfrm>
        <a:off x="3910327" y="25273"/>
        <a:ext cx="2694945" cy="744081"/>
      </dsp:txXfrm>
    </dsp:sp>
    <dsp:sp modelId="{B413820F-A707-49EE-BDAF-611AEC3D7D68}">
      <dsp:nvSpPr>
        <dsp:cNvPr id="0" name=""/>
        <dsp:cNvSpPr/>
      </dsp:nvSpPr>
      <dsp:spPr>
        <a:xfrm rot="5400000">
          <a:off x="5109603" y="812263"/>
          <a:ext cx="296392" cy="3556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rot="-5400000">
        <a:off x="5151098" y="841902"/>
        <a:ext cx="213402" cy="207474"/>
      </dsp:txXfrm>
    </dsp:sp>
    <dsp:sp modelId="{4931143F-9BDE-440A-8358-71F0C2AD6AB5}">
      <dsp:nvSpPr>
        <dsp:cNvPr id="0" name=""/>
        <dsp:cNvSpPr/>
      </dsp:nvSpPr>
      <dsp:spPr>
        <a:xfrm>
          <a:off x="3887178" y="1187694"/>
          <a:ext cx="2741243" cy="79037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Gehört er zu einer </a:t>
          </a:r>
          <a:r>
            <a:rPr lang="de-DE" sz="1800" kern="1200" dirty="0" err="1"/>
            <a:t>Application</a:t>
          </a:r>
          <a:r>
            <a:rPr lang="de-DE" sz="1800" kern="1200" dirty="0"/>
            <a:t>? </a:t>
          </a:r>
        </a:p>
      </dsp:txBody>
      <dsp:txXfrm>
        <a:off x="3910327" y="1210843"/>
        <a:ext cx="2694945" cy="744081"/>
      </dsp:txXfrm>
    </dsp:sp>
    <dsp:sp modelId="{0AD9F333-2411-4080-AC33-BCFA9FCEA386}">
      <dsp:nvSpPr>
        <dsp:cNvPr id="0" name=""/>
        <dsp:cNvSpPr/>
      </dsp:nvSpPr>
      <dsp:spPr>
        <a:xfrm rot="5400000">
          <a:off x="5109603" y="1997833"/>
          <a:ext cx="296392" cy="3556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rot="-5400000">
        <a:off x="5151098" y="2027472"/>
        <a:ext cx="213402" cy="207474"/>
      </dsp:txXfrm>
    </dsp:sp>
    <dsp:sp modelId="{1F709C58-063E-47B3-B422-6A857AA3227D}">
      <dsp:nvSpPr>
        <dsp:cNvPr id="0" name=""/>
        <dsp:cNvSpPr/>
      </dsp:nvSpPr>
      <dsp:spPr>
        <a:xfrm>
          <a:off x="3887178" y="2373263"/>
          <a:ext cx="2741243" cy="79037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Besitzt die </a:t>
          </a:r>
          <a:r>
            <a:rPr lang="de-DE" sz="1800" kern="1200" dirty="0" err="1"/>
            <a:t>Application</a:t>
          </a:r>
          <a:r>
            <a:rPr lang="de-DE" sz="1800" kern="1200" dirty="0"/>
            <a:t> eine gültige </a:t>
          </a:r>
          <a:r>
            <a:rPr lang="de-DE" sz="1800" kern="1200" dirty="0" err="1"/>
            <a:t>Subscription</a:t>
          </a:r>
          <a:r>
            <a:rPr lang="de-DE" sz="1800" kern="1200" dirty="0"/>
            <a:t>? </a:t>
          </a:r>
        </a:p>
      </dsp:txBody>
      <dsp:txXfrm>
        <a:off x="3910327" y="2396412"/>
        <a:ext cx="2694945" cy="744081"/>
      </dsp:txXfrm>
    </dsp:sp>
    <dsp:sp modelId="{F2B715E0-89DA-4894-96D8-65F05187318C}">
      <dsp:nvSpPr>
        <dsp:cNvPr id="0" name=""/>
        <dsp:cNvSpPr/>
      </dsp:nvSpPr>
      <dsp:spPr>
        <a:xfrm rot="5400000">
          <a:off x="5109603" y="3183403"/>
          <a:ext cx="296392" cy="3556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rot="-5400000">
        <a:off x="5151098" y="3213042"/>
        <a:ext cx="213402" cy="207474"/>
      </dsp:txXfrm>
    </dsp:sp>
    <dsp:sp modelId="{B891CFEF-2604-46CE-94EF-1FD6E7334462}">
      <dsp:nvSpPr>
        <dsp:cNvPr id="0" name=""/>
        <dsp:cNvSpPr/>
      </dsp:nvSpPr>
      <dsp:spPr>
        <a:xfrm>
          <a:off x="3887178" y="3558833"/>
          <a:ext cx="2741243" cy="79037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Enthält das Product die aufgerufene API?</a:t>
          </a:r>
          <a:endParaRPr lang="de-DE" sz="1800" kern="1200" dirty="0"/>
        </a:p>
      </dsp:txBody>
      <dsp:txXfrm>
        <a:off x="3910327" y="3581982"/>
        <a:ext cx="2694945" cy="74408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31E49-3ADF-4A64-8B32-5D33D9E563E5}" type="datetimeFigureOut">
              <a:rPr lang="de-DE" smtClean="0"/>
              <a:t>23.07.2026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75E6B-8EF9-407D-AAC9-FC0EA114427C}" type="slidenum">
              <a:rPr lang="de-DE" smtClean="0"/>
              <a:t>‹Nr.›</a:t>
            </a:fld>
            <a:endParaRPr lang="de-DE" dirty="0"/>
          </a:p>
        </p:txBody>
      </p:sp>
    </p:spTree>
    <p:extLst>
      <p:ext uri="{BB962C8B-B14F-4D97-AF65-F5344CB8AC3E}">
        <p14:creationId xmlns:p14="http://schemas.microsoft.com/office/powerpoint/2010/main" val="16566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help.sap.com/docs/SAP_CLOUD_PLATFORM_API_MANAGEMENT/sap-api-management/csrf-token-handling-in-api-management?utm_source=chatgpt.com"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ersten Workshop haben wir uns mit Cloud Integration beschäftigt. Dort stand die technische Integration im Mittelpunkt: Wir haben Systeme miteinander verbunden, Nachrichten verarbeitet, Datenformate umgewandelt und einen Integration Flow erstellt.</a:t>
            </a:r>
          </a:p>
          <a:p>
            <a:endParaRPr lang="de-DE" dirty="0"/>
          </a:p>
          <a:p>
            <a:r>
              <a:rPr lang="de-DE" dirty="0"/>
              <a:t>Heute betrachten wir eine andere Fragestellung. Wir gehen davon aus, dass eine Schnittstelle bereits existiert. In unserem Fall ist das eine </a:t>
            </a:r>
            <a:r>
              <a:rPr lang="de-DE" dirty="0" err="1"/>
              <a:t>OData</a:t>
            </a:r>
            <a:r>
              <a:rPr lang="de-DE" dirty="0"/>
              <a:t>-API aus dem SAP BTP ABAP Environment.</a:t>
            </a:r>
          </a:p>
          <a:p>
            <a:endParaRPr lang="de-DE" dirty="0"/>
          </a:p>
          <a:p>
            <a:r>
              <a:rPr lang="de-DE" dirty="0"/>
              <a:t>Diese Schnittstelle wollen wir nun kontrolliert für andere Anwendungen bereitstellen. Dabei stellen sich Fragen wie: Wer darf die API verwenden? Wie viele Aufrufe wollen wir zulassen? Wie schützen wir das Backend vor Lastspitzen? Und wie erkennen wir, ob die API erfolgreich genutzt wird oder Fehler auftreten?</a:t>
            </a:r>
          </a:p>
          <a:p>
            <a:endParaRPr lang="de-DE" dirty="0"/>
          </a:p>
          <a:p>
            <a:r>
              <a:rPr lang="de-DE" dirty="0"/>
              <a:t>Genau dafür verwenden wir das API Management der SAP Integration Suite.</a:t>
            </a:r>
          </a:p>
          <a:p>
            <a:endParaRPr lang="de-DE" dirty="0"/>
          </a:p>
          <a:p>
            <a:r>
              <a:rPr lang="de-DE" dirty="0"/>
              <a:t>Auch dieser Workshop ist praxisorientiert. Wir werden einen API Provider konfigurieren, aus unserer vorhandenen RAP-API einen API Proxy erzeugen und diesen schrittweise mit verschiedenen </a:t>
            </a:r>
            <a:r>
              <a:rPr lang="de-DE" dirty="0" err="1"/>
              <a:t>Policies</a:t>
            </a:r>
            <a:r>
              <a:rPr lang="de-DE" dirty="0"/>
              <a:t> ergänzen.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a:t>
            </a:fld>
            <a:endParaRPr lang="de-DE" dirty="0"/>
          </a:p>
        </p:txBody>
      </p:sp>
    </p:spTree>
    <p:extLst>
      <p:ext uri="{BB962C8B-B14F-4D97-AF65-F5344CB8AC3E}">
        <p14:creationId xmlns:p14="http://schemas.microsoft.com/office/powerpoint/2010/main" val="1163441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Workshopreihe betrachtet drei unterschiedliche Formen der Integration.</a:t>
            </a:r>
          </a:p>
          <a:p>
            <a:endParaRPr lang="de-DE" dirty="0"/>
          </a:p>
          <a:p>
            <a:r>
              <a:rPr lang="de-DE" dirty="0"/>
              <a:t>Im ersten Teil haben wir Cloud Integration verwendet. Cloud Integration eignet sich insbesondere dann, wenn Nachrichten zwischen verschiedenen Systemen transportiert, transformiert oder angereichert werden müssen. Ein Integration Flow beschreibt dabei den technischen Nachrichtenfluss.</a:t>
            </a:r>
          </a:p>
          <a:p>
            <a:endParaRPr lang="de-DE" dirty="0"/>
          </a:p>
          <a:p>
            <a:r>
              <a:rPr lang="de-DE" dirty="0"/>
              <a:t>Im heutigen zweiten Teil steht API Management im Mittelpunkt. Hier geht es nicht in erster Linie um die Implementierung einer neuen Geschäftslogik. Stattdessen stellen wir eine bereits vorhandene API über eine kontrollierte Fassade bereit.</a:t>
            </a:r>
          </a:p>
          <a:p>
            <a:endParaRPr lang="de-DE" dirty="0"/>
          </a:p>
          <a:p>
            <a:r>
              <a:rPr lang="de-DE" dirty="0"/>
              <a:t>Im dritten Workshop beschäftigen wir uns mit Event Mesh. Dort verlassen wir die synchrone Kommunikation über direkte API-Aufrufe und betrachten ereignisgesteuerte, asynchrone Architekturen.</a:t>
            </a:r>
          </a:p>
          <a:p>
            <a:endParaRPr lang="de-DE" dirty="0"/>
          </a:p>
          <a:p>
            <a:r>
              <a:rPr lang="de-DE" dirty="0"/>
              <a:t>Die drei Bereiche ergänzen sich. Cloud Integration verarbeitet Nachrichten, API Management kontrolliert den Zugriff auf APIs und Event Mesh verteilt Ereignisse.</a:t>
            </a:r>
          </a:p>
          <a:p>
            <a:endParaRPr lang="de-DE" dirty="0"/>
          </a:p>
          <a:p>
            <a:r>
              <a:rPr lang="de-DE" dirty="0"/>
              <a:t>Als gemeinsamen fachlichen Hintergrund verwenden wir weiterhin unsere Anwendung im SAP BTP ABAP Environment. Dadurch müssen wir heute kein neues Backend entwickeln, sondern können uns vollständig auf das API Management konzentrieren.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a:t>
            </a:fld>
            <a:endParaRPr lang="de-DE" dirty="0"/>
          </a:p>
        </p:txBody>
      </p:sp>
    </p:spTree>
    <p:extLst>
      <p:ext uri="{BB962C8B-B14F-4D97-AF65-F5344CB8AC3E}">
        <p14:creationId xmlns:p14="http://schemas.microsoft.com/office/powerpoint/2010/main" val="3970957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Schauen wir uns zunächst unsere Ausgangssituation an.</a:t>
            </a:r>
          </a:p>
          <a:p>
            <a:endParaRPr lang="de-DE" dirty="0"/>
          </a:p>
          <a:p>
            <a:r>
              <a:rPr lang="de-DE" dirty="0"/>
              <a:t>In einem SAP Backend wird eine </a:t>
            </a:r>
            <a:r>
              <a:rPr lang="de-DE" dirty="0" err="1"/>
              <a:t>OData</a:t>
            </a:r>
            <a:r>
              <a:rPr lang="de-DE" dirty="0"/>
              <a:t>-API zum Zugriff auf Bestellungen, Produkte und Lieferanten bereitgestellt.</a:t>
            </a:r>
          </a:p>
          <a:p>
            <a:endParaRPr lang="de-DE" dirty="0"/>
          </a:p>
          <a:p>
            <a:r>
              <a:rPr lang="de-DE" dirty="0"/>
              <a:t>Ein Client wie Postman ruft diese API momentan direkt auf. Dazu benötigt der Client die technische Adresse unseres ABAP-Systems, den vollständigen </a:t>
            </a:r>
            <a:r>
              <a:rPr lang="de-DE" dirty="0" err="1"/>
              <a:t>OData</a:t>
            </a:r>
            <a:r>
              <a:rPr lang="de-DE" dirty="0"/>
              <a:t>-Pfad und geeignete Zugangsdaten.</a:t>
            </a:r>
          </a:p>
          <a:p>
            <a:endParaRPr lang="de-DE" dirty="0"/>
          </a:p>
          <a:p>
            <a:r>
              <a:rPr lang="de-DE" dirty="0"/>
              <a:t>Für eine interne Entwicklungs- oder Testumgebung kann ein solcher direkter Aufruf zunächst ausreichen. Sobald wir die Schnittstelle jedoch mehreren Anwendungen, Partnern oder Kunden bereitstellen wollen, entstehen einige Probleme.</a:t>
            </a:r>
          </a:p>
          <a:p>
            <a:endParaRPr lang="de-DE" dirty="0"/>
          </a:p>
          <a:p>
            <a:r>
              <a:rPr lang="de-DE" dirty="0"/>
              <a:t>Der Client ist unmittelbar an die technische Struktur des </a:t>
            </a:r>
            <a:r>
              <a:rPr lang="de-DE" dirty="0" err="1"/>
              <a:t>Backends</a:t>
            </a:r>
            <a:r>
              <a:rPr lang="de-DE" dirty="0"/>
              <a:t> gekoppelt. Ändert sich die Backend-Adresse oder der technische Servicepfad, müssen möglicherweise alle konsumierenden Anwendungen angepasst werden.</a:t>
            </a:r>
          </a:p>
          <a:p>
            <a:endParaRPr lang="de-DE" dirty="0"/>
          </a:p>
          <a:p>
            <a:r>
              <a:rPr lang="de-DE" dirty="0"/>
              <a:t>Außerdem gibt es zwischen dem Client und unserem Backend keine zentrale Stelle, an der wir zusätzliche Regeln für den API-Aufruf durchsetzen können.</a:t>
            </a:r>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Demo</a:t>
            </a:r>
          </a:p>
          <a:p>
            <a:endParaRPr lang="de-DE" dirty="0"/>
          </a:p>
          <a:p>
            <a:r>
              <a:rPr lang="de-DE" dirty="0"/>
              <a:t>Bevor wir das API Management konfigurieren, rufe ich das </a:t>
            </a:r>
            <a:r>
              <a:rPr lang="de-DE" dirty="0" err="1"/>
              <a:t>Backendeinmal</a:t>
            </a:r>
            <a:r>
              <a:rPr lang="de-DE" dirty="0"/>
              <a:t> direkt auf.</a:t>
            </a:r>
          </a:p>
          <a:p>
            <a:endParaRPr lang="de-DE" dirty="0"/>
          </a:p>
          <a:p>
            <a:r>
              <a:rPr lang="de-DE" dirty="0"/>
              <a:t>Für den direkten Ausgangstest authentifiziere ich Postman mit dem technischen Kommunikationsbenutzer am ABAP-System.  Anschließend sende ich einen GET-Request an den </a:t>
            </a:r>
            <a:r>
              <a:rPr lang="de-DE" dirty="0" err="1"/>
              <a:t>OData</a:t>
            </a:r>
            <a:r>
              <a:rPr lang="de-DE" dirty="0"/>
              <a:t>-Service.</a:t>
            </a:r>
          </a:p>
          <a:p>
            <a:r>
              <a:rPr lang="de-DE" dirty="0"/>
              <a:t>Der Aufruf funktioniert und liefert die erwarteten Daten. Technisch ist unsere API also bereits verfügbar.</a:t>
            </a:r>
          </a:p>
          <a:p>
            <a:endParaRPr lang="de-DE" dirty="0"/>
          </a:p>
          <a:p>
            <a:r>
              <a:rPr lang="de-DE" dirty="0"/>
              <a:t>Schauen wir uns aber die Request-Adresse genauer an. Sie enthält den Hostnamen des ABAP-Systems und den vollständigen technischen </a:t>
            </a:r>
            <a:r>
              <a:rPr lang="de-DE" dirty="0" err="1"/>
              <a:t>OData</a:t>
            </a:r>
            <a:r>
              <a:rPr lang="de-DE" dirty="0"/>
              <a:t>-Pfad. Auch die Authentifizierung ist unmittelbar auf das Backend ausgerichtet.</a:t>
            </a:r>
          </a:p>
          <a:p>
            <a:endParaRPr lang="de-DE" dirty="0"/>
          </a:p>
          <a:p>
            <a:r>
              <a:rPr lang="de-DE" dirty="0"/>
              <a:t>Wenn ich diese URL nun an verschiedene Konsumenten weitergebe, kennen alle Anwendungen die technische Adresse unseres </a:t>
            </a:r>
            <a:r>
              <a:rPr lang="de-DE" dirty="0" err="1"/>
              <a:t>Backends</a:t>
            </a:r>
            <a:r>
              <a:rPr lang="de-DE" dirty="0"/>
              <a:t>. Außerdem kann ich keine API-spezifischen Regeln vorschalten, ohne sie im Backend selbst zu implementieren</a:t>
            </a:r>
          </a:p>
          <a:p>
            <a:endParaRPr lang="de-DE" dirty="0"/>
          </a:p>
          <a:p>
            <a:r>
              <a:rPr lang="de-DE" dirty="0"/>
              <a:t>Unser Ziel für den heutigen Workshop lautet deshalb: Wir wollen diese funktionierende Backend-API nicht neu entwickeln. Wir wollen sie über einen kontrollierten, stabilen und überwachbaren Endpunkt des API Managements bereitstellen.</a:t>
            </a:r>
          </a:p>
          <a:p>
            <a:endParaRPr lang="de-DE" b="1" dirty="0"/>
          </a:p>
          <a:p>
            <a:r>
              <a:rPr lang="de-DE" b="1" dirty="0"/>
              <a:t>Demo-Schritte</a:t>
            </a:r>
          </a:p>
          <a:p>
            <a:r>
              <a:rPr lang="de-DE" dirty="0"/>
              <a:t>In Postman das vorhandene ABAP-Environment auswählen. </a:t>
            </a:r>
          </a:p>
          <a:p>
            <a:r>
              <a:rPr lang="de-DE" dirty="0"/>
              <a:t>In Postman </a:t>
            </a:r>
            <a:r>
              <a:rPr lang="de-DE" b="1" dirty="0"/>
              <a:t>Basic Auth</a:t>
            </a:r>
            <a:r>
              <a:rPr lang="de-DE" dirty="0"/>
              <a:t> auswählen. Benutzername und Kennwort des Kommunikationsbenutzers eintragen</a:t>
            </a:r>
          </a:p>
          <a:p>
            <a:r>
              <a:rPr lang="de-DE" dirty="0"/>
              <a:t>GET-Request gegen die RAP-API ausführen. </a:t>
            </a:r>
          </a:p>
          <a:p>
            <a:r>
              <a:rPr lang="de-DE" dirty="0"/>
              <a:t>HTTP-Status </a:t>
            </a:r>
            <a:r>
              <a:rPr lang="de-DE" sz="1200" kern="1200" dirty="0">
                <a:solidFill>
                  <a:schemeClr val="tx1"/>
                </a:solidFill>
                <a:latin typeface="+mn-lt"/>
                <a:ea typeface="+mn-ea"/>
                <a:cs typeface="+mn-cs"/>
              </a:rPr>
              <a:t>200 OK</a:t>
            </a:r>
            <a:r>
              <a:rPr lang="de-DE" dirty="0"/>
              <a:t> zeigen. </a:t>
            </a:r>
          </a:p>
          <a:p>
            <a:r>
              <a:rPr lang="de-DE" dirty="0"/>
              <a:t>JSON-Antwort kurz erläutern. </a:t>
            </a:r>
          </a:p>
          <a:p>
            <a:r>
              <a:rPr lang="de-DE" dirty="0"/>
              <a:t>Hostname und technischen </a:t>
            </a:r>
            <a:r>
              <a:rPr lang="de-DE" dirty="0" err="1"/>
              <a:t>OData</a:t>
            </a:r>
            <a:r>
              <a:rPr lang="de-DE" dirty="0"/>
              <a:t>-Pfad markieren. </a:t>
            </a:r>
          </a:p>
          <a:p>
            <a:r>
              <a:rPr lang="de-DE" dirty="0"/>
              <a:t>Zum Architekturvergleich auf die nächste Folie wechseln. </a:t>
            </a:r>
          </a:p>
          <a:p>
            <a:endParaRPr lang="de-DE" b="1" dirty="0"/>
          </a:p>
          <a:p>
            <a:r>
              <a:rPr lang="de-DE" b="1" dirty="0"/>
              <a:t>Erwartetes Demo-Ergebnis</a:t>
            </a:r>
          </a:p>
          <a:p>
            <a:pPr rtl="0"/>
            <a:r>
              <a:rPr lang="de-DE" sz="1200" kern="1200" dirty="0">
                <a:solidFill>
                  <a:schemeClr val="tx1"/>
                </a:solidFill>
                <a:latin typeface="+mn-lt"/>
                <a:ea typeface="+mn-ea"/>
                <a:cs typeface="+mn-cs"/>
              </a:rPr>
              <a:t>HTTP/1.1 200 OK</a:t>
            </a:r>
          </a:p>
          <a:p>
            <a:pPr rtl="0"/>
            <a:r>
              <a:rPr lang="de-DE" sz="1200" kern="1200" dirty="0">
                <a:solidFill>
                  <a:schemeClr val="tx1"/>
                </a:solidFill>
                <a:latin typeface="+mn-lt"/>
                <a:ea typeface="+mn-ea"/>
                <a:cs typeface="+mn-cs"/>
              </a:rPr>
              <a:t>Content-Type: </a:t>
            </a:r>
            <a:r>
              <a:rPr lang="de-DE" sz="1200" kern="1200" dirty="0" err="1">
                <a:solidFill>
                  <a:schemeClr val="tx1"/>
                </a:solidFill>
                <a:latin typeface="+mn-lt"/>
                <a:ea typeface="+mn-ea"/>
                <a:cs typeface="+mn-cs"/>
              </a:rPr>
              <a:t>application</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json</a:t>
            </a:r>
            <a:endParaRPr lang="de-DE" sz="1200" kern="1200" dirty="0">
              <a:solidFill>
                <a:schemeClr val="tx1"/>
              </a:solidFill>
              <a:latin typeface="+mn-lt"/>
              <a:ea typeface="+mn-ea"/>
              <a:cs typeface="+mn-cs"/>
            </a:endParaRPr>
          </a:p>
          <a:p>
            <a:r>
              <a:rPr lang="de-DE" dirty="0"/>
              <a:t>Die Sales-Order-Daten werden direkt aus dem ABAP-Backend zurückgeliefert.</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a:t>
            </a:fld>
            <a:endParaRPr lang="de-DE" dirty="0"/>
          </a:p>
        </p:txBody>
      </p:sp>
    </p:spTree>
    <p:extLst>
      <p:ext uri="{BB962C8B-B14F-4D97-AF65-F5344CB8AC3E}">
        <p14:creationId xmlns:p14="http://schemas.microsoft.com/office/powerpoint/2010/main" val="2335671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direkte Zugriff führt zu mehreren Herausforderungen.</a:t>
            </a:r>
          </a:p>
          <a:p>
            <a:endParaRPr lang="de-DE" dirty="0"/>
          </a:p>
          <a:p>
            <a:r>
              <a:rPr lang="de-DE" dirty="0"/>
              <a:t>Zunächst geben wir technische Informationen über unser Backend preis. Der Client kennt den Hostnamen, den technischen Servicepfad und möglicherweise sogar Details über die eingesetzte Technologie.</a:t>
            </a:r>
          </a:p>
          <a:p>
            <a:endParaRPr lang="de-DE" dirty="0"/>
          </a:p>
          <a:p>
            <a:r>
              <a:rPr lang="de-DE" dirty="0"/>
              <a:t>Gleichzeitig entsteht eine enge Kopplung. Wenn wir den Service auf ein anderes System verschieben, eine neue Version einführen oder interne Pfade ändern, müssen wir unter Umständen sämtliche Konsumenten informieren.</a:t>
            </a:r>
          </a:p>
          <a:p>
            <a:endParaRPr lang="de-DE" dirty="0"/>
          </a:p>
          <a:p>
            <a:r>
              <a:rPr lang="de-DE" dirty="0"/>
              <a:t>Auch die Zugriffskontrolle wird schwieriger. Vielleicht sollen unterschiedliche Anwendungen unterschiedliche Berechtigungen oder Nutzungskontingente erhalten. Solche Regeln wollen wir nicht für jede einzelne Backend-API erneut implementieren.</a:t>
            </a:r>
          </a:p>
          <a:p>
            <a:endParaRPr lang="de-DE" dirty="0"/>
          </a:p>
          <a:p>
            <a:r>
              <a:rPr lang="de-DE" dirty="0"/>
              <a:t>Ein weiteres Problem sind Lastspitzen. Wenn eine fehlerhafte Anwendung in kurzer Zeit sehr viele Requests sendet, treffen diese Aufrufe direkt auf unser ABAP-System.</a:t>
            </a:r>
          </a:p>
          <a:p>
            <a:endParaRPr lang="de-DE" dirty="0"/>
          </a:p>
          <a:p>
            <a:r>
              <a:rPr lang="de-DE" dirty="0"/>
              <a:t>Und schließlich benötigen wir Transparenz. Wir wollen wissen, welche APIs wie häufig aufgerufen werden, wie lange die Verarbeitung dauert und welche Fehler auftreten. Ohne eine zentrale Verwaltung müssten wir diese Informationen aus verschiedenen Backend-Systemen zusammensuchen.</a:t>
            </a:r>
          </a:p>
          <a:p>
            <a:endParaRPr lang="de-DE" dirty="0"/>
          </a:p>
          <a:p>
            <a:r>
              <a:rPr lang="de-DE" dirty="0"/>
              <a:t>Das bedeutet nicht, dass unsere RAP-API schlecht implementiert wäre. Es bedeutet lediglich, dass die Bereitstellung und Verwaltung einer API zusätzliche Aufgaben mit sich bringt, die über die eigentliche Geschäftslogik hinausgehen.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a:t>
            </a:fld>
            <a:endParaRPr lang="de-DE" dirty="0"/>
          </a:p>
        </p:txBody>
      </p:sp>
    </p:spTree>
    <p:extLst>
      <p:ext uri="{BB962C8B-B14F-4D97-AF65-F5344CB8AC3E}">
        <p14:creationId xmlns:p14="http://schemas.microsoft.com/office/powerpoint/2010/main" val="1862238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API Management fügt zwischen dem konsumierenden Client und dem Backend eine zusätzliche Schicht ein.</a:t>
            </a:r>
          </a:p>
          <a:p>
            <a:endParaRPr lang="de-DE" dirty="0"/>
          </a:p>
          <a:p>
            <a:r>
              <a:rPr lang="de-DE" dirty="0"/>
              <a:t>Der Client ruft nicht mehr direkt das Backend auf. Stattdessen verwendet er einen Endpunkt des API Managements. Dieser Endpunkt wird durch einen sogenannten API Proxy bereitgestellt.</a:t>
            </a:r>
          </a:p>
          <a:p>
            <a:endParaRPr lang="de-DE" dirty="0"/>
          </a:p>
          <a:p>
            <a:r>
              <a:rPr lang="de-DE" dirty="0"/>
              <a:t>Der API Proxy nimmt den Request entgegen, führt die von uns konfigurierten Regeln aus und leitet den Request anschließend an die RAP-API weiter. Die Antwort durchläuft den umgekehrten Weg.</a:t>
            </a:r>
          </a:p>
          <a:p>
            <a:endParaRPr lang="de-DE" dirty="0"/>
          </a:p>
          <a:p>
            <a:r>
              <a:rPr lang="de-DE" dirty="0"/>
              <a:t>Für den Client sieht der API Proxy wie die eigentliche API aus. Der Client muss nicht wissen, wo und mit welcher Technologie die API tatsächlich implementiert wurde.</a:t>
            </a:r>
          </a:p>
          <a:p>
            <a:endParaRPr lang="de-DE" dirty="0"/>
          </a:p>
          <a:p>
            <a:r>
              <a:rPr lang="de-DE" dirty="0"/>
              <a:t>Diese Fassade gibt uns eine zentrale Stelle, an der wir Sicherheitsregeln, Zugriffsbeschränkungen, Transformationen und Überwachungsfunktionen ergänzen können.</a:t>
            </a:r>
          </a:p>
          <a:p>
            <a:endParaRPr lang="de-DE" dirty="0"/>
          </a:p>
          <a:p>
            <a:r>
              <a:rPr lang="de-DE" dirty="0"/>
              <a:t>Wichtig ist dabei: Der API Proxy enthält nicht die eigentliche Geschäftslogik. Die Geschäftslogik bleibt in unserem ABAP-Backend. Der Proxy kontrolliert, unter welchen Bedingungen und in welcher Form die Backend-Funktionalität nach außen bereitgestellt wird.</a:t>
            </a:r>
          </a:p>
          <a:p>
            <a:endParaRPr lang="de-DE" dirty="0"/>
          </a:p>
          <a:p>
            <a:endParaRPr lang="de-DE"/>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a:t>
            </a:fld>
            <a:endParaRPr lang="de-DE" dirty="0"/>
          </a:p>
        </p:txBody>
      </p:sp>
    </p:spTree>
    <p:extLst>
      <p:ext uri="{BB962C8B-B14F-4D97-AF65-F5344CB8AC3E}">
        <p14:creationId xmlns:p14="http://schemas.microsoft.com/office/powerpoint/2010/main" val="2922843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API Proxy kann verschiedene Aufgaben übernehmen.</a:t>
            </a:r>
          </a:p>
          <a:p>
            <a:endParaRPr lang="de-DE" dirty="0"/>
          </a:p>
          <a:p>
            <a:r>
              <a:rPr lang="de-DE" dirty="0"/>
              <a:t>Die erste Aufgabe ist die Abstraktion. Unser Backend besitzt möglicherweise einen langen, technisch geprägten </a:t>
            </a:r>
            <a:r>
              <a:rPr lang="de-DE" dirty="0" err="1"/>
              <a:t>OData</a:t>
            </a:r>
            <a:r>
              <a:rPr lang="de-DE" dirty="0"/>
              <a:t>-Pfad. Nach außen können wir stattdessen einen verständlichen und stabilen Pfad wie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salesorders</a:t>
            </a:r>
            <a:r>
              <a:rPr lang="de-DE" sz="1200" kern="1200" dirty="0">
                <a:solidFill>
                  <a:schemeClr val="tx1"/>
                </a:solidFill>
                <a:latin typeface="+mn-lt"/>
                <a:ea typeface="+mn-ea"/>
                <a:cs typeface="+mn-cs"/>
              </a:rPr>
              <a:t>/v1</a:t>
            </a:r>
            <a:r>
              <a:rPr lang="de-DE" dirty="0"/>
              <a:t> anbieten</a:t>
            </a:r>
          </a:p>
          <a:p>
            <a:endParaRPr lang="de-DE" dirty="0"/>
          </a:p>
          <a:p>
            <a:r>
              <a:rPr lang="de-DE" dirty="0"/>
              <a:t>Die zweite Aufgabe ist die Sicherheit. Der Proxy kann beispielsweise prüfen, ob der Client einen gültigen API Key oder ein gültiges OAuth-Token übermittelt hat.</a:t>
            </a:r>
          </a:p>
          <a:p>
            <a:endParaRPr lang="de-DE" dirty="0"/>
          </a:p>
          <a:p>
            <a:r>
              <a:rPr lang="de-DE" dirty="0"/>
              <a:t>Mithilfe von Traffic-Management-Regeln können wir festlegen, wie viele Requests innerhalb eines bestimmten Zeitraums zulässig sind oder wie schnell Aufrufe eintreffen dürfen.</a:t>
            </a:r>
          </a:p>
          <a:p>
            <a:endParaRPr lang="de-DE" dirty="0"/>
          </a:p>
          <a:p>
            <a:r>
              <a:rPr lang="de-DE" dirty="0"/>
              <a:t>Der Proxy kann außerdem Requests und Responses verändern. Wir können beispielsweise Header ergänzen, technische Informationen entfernen oder eine Nachricht in ein anderes Format transformieren.</a:t>
            </a:r>
          </a:p>
          <a:p>
            <a:endParaRPr lang="de-DE" dirty="0"/>
          </a:p>
          <a:p>
            <a:r>
              <a:rPr lang="de-DE" dirty="0"/>
              <a:t>Auch Fehler können zentral behandelt werden. Statt unterschiedliche technische Backend-Fehler unverändert an den Client weiterzugeben, können wir einheitliche Fehlermeldungen erzeugen.</a:t>
            </a:r>
          </a:p>
          <a:p>
            <a:endParaRPr lang="de-DE" dirty="0"/>
          </a:p>
          <a:p>
            <a:r>
              <a:rPr lang="de-DE" dirty="0"/>
              <a:t>Schließlich erhalten wir zentrale Informationen über die Nutzung unserer API. Wir können erfolgreiche und fehlgeschlagene Aufrufe sowie Laufzeiten und Antwortcodes untersuchen.</a:t>
            </a:r>
          </a:p>
          <a:p>
            <a:endParaRPr lang="de-DE" dirty="0"/>
          </a:p>
          <a:p>
            <a:r>
              <a:rPr lang="de-DE" dirty="0"/>
              <a:t>Der Proxy entkoppelt damit den öffentlichen API-Vertrag zumindest teilweise von der technischen Implementierung im Backend.</a:t>
            </a:r>
          </a:p>
          <a:p>
            <a:endParaRPr lang="de-DE" dirty="0"/>
          </a:p>
          <a:p>
            <a:r>
              <a:rPr lang="de-DE" b="1" dirty="0"/>
              <a:t>Damit ist unser Zielbild für den Workshop klar.</a:t>
            </a:r>
          </a:p>
          <a:p>
            <a:endParaRPr lang="de-DE" dirty="0"/>
          </a:p>
          <a:p>
            <a:r>
              <a:rPr lang="de-DE" dirty="0"/>
              <a:t>Zunächst konfigurieren wir das Backend als API Provider. Der API Provider beschreibt die Verbindung zu unserem Backend-System.</a:t>
            </a:r>
          </a:p>
          <a:p>
            <a:endParaRPr lang="de-DE" dirty="0"/>
          </a:p>
          <a:p>
            <a:r>
              <a:rPr lang="de-DE" dirty="0"/>
              <a:t>Anschließend erstellen wir für die vorhandene RAP-API einen API Proxy. Postman wird danach nicht mehr unmittelbar das ABAP-System aufrufen, sondern den neuen Endpunkt des API Managements verwenden.</a:t>
            </a:r>
          </a:p>
          <a:p>
            <a:endParaRPr lang="de-DE" dirty="0"/>
          </a:p>
          <a:p>
            <a:r>
              <a:rPr lang="de-DE" dirty="0"/>
              <a:t>Diesen Proxy erweitern wir schrittweise mit </a:t>
            </a:r>
            <a:r>
              <a:rPr lang="de-DE" dirty="0" err="1"/>
              <a:t>Policies</a:t>
            </a:r>
            <a:r>
              <a:rPr lang="de-DE" dirty="0"/>
              <a:t>. Wir werden zunächst eine kleine Veränderung an der Antwort vornehmen, um die grundsätzliche Funktionsweise einer Policy zu verstehen.</a:t>
            </a:r>
          </a:p>
          <a:p>
            <a:endParaRPr lang="de-DE" dirty="0"/>
          </a:p>
          <a:p>
            <a:r>
              <a:rPr lang="de-DE" dirty="0"/>
              <a:t>Danach sichern wir den Zugriff mit einem API Key ab. Schließlich begrenzen wir die Anzahl beziehungsweise die Geschwindigkeit der Aufrufe und untersuchen die Requests im Monitoring.</a:t>
            </a:r>
          </a:p>
          <a:p>
            <a:endParaRPr lang="de-DE" dirty="0"/>
          </a:p>
          <a:p>
            <a:r>
              <a:rPr lang="de-DE" dirty="0"/>
              <a:t>Am Ende des Workshops haben wir also nicht einfach nur eine weitere URL erzeugt. Wir haben aus einer vorhandenen Backend-Schnittstelle eine kontrolliert bereitgestellte und verwaltete API gemacht.</a:t>
            </a:r>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a:t>
            </a:fld>
            <a:endParaRPr lang="de-DE" dirty="0"/>
          </a:p>
        </p:txBody>
      </p:sp>
    </p:spTree>
    <p:extLst>
      <p:ext uri="{BB962C8B-B14F-4D97-AF65-F5344CB8AC3E}">
        <p14:creationId xmlns:p14="http://schemas.microsoft.com/office/powerpoint/2010/main" val="3110846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API Management der SAP Integration Suite begleitet uns über den gesamten Lebenszyklus einer API. Die Funktionen sind dafür in mehrere Arbeitsbereiche gegliedert.</a:t>
            </a:r>
          </a:p>
          <a:p>
            <a:endParaRPr lang="de-DE" dirty="0"/>
          </a:p>
          <a:p>
            <a:r>
              <a:rPr lang="de-DE" dirty="0"/>
              <a:t>Unter Discover suche ich nach bereits vorhandenen APIs. Bevor ich eine neue API bereitstelle, kann ich dort prüfen, ob eine geeignete Schnittstelle oder API-Beschreibung bereits verfügbar ist.</a:t>
            </a:r>
          </a:p>
          <a:p>
            <a:endParaRPr lang="de-DE" dirty="0"/>
          </a:p>
          <a:p>
            <a:r>
              <a:rPr lang="de-DE" dirty="0" err="1"/>
              <a:t>Configure</a:t>
            </a:r>
            <a:r>
              <a:rPr lang="de-DE" dirty="0"/>
              <a:t> ist der zentrale Entwicklungs- und Konfigurationsbereich für unsere Live-Demo. Dort lege ich zunächst einen API Provider für das Backend-System an. Anschließend erstelle ich einen API Proxy und ergänze diesen später mit </a:t>
            </a:r>
            <a:r>
              <a:rPr lang="de-DE" dirty="0" err="1"/>
              <a:t>Policies</a:t>
            </a:r>
            <a:r>
              <a:rPr lang="de-DE" dirty="0"/>
              <a:t>. </a:t>
            </a:r>
            <a:r>
              <a:rPr lang="de-DE" dirty="0" err="1"/>
              <a:t>Configure</a:t>
            </a:r>
            <a:r>
              <a:rPr lang="de-DE" dirty="0"/>
              <a:t> bildet damit in erster Linie die Anbieterseite und die technische Verarbeitung der API ab.</a:t>
            </a:r>
          </a:p>
          <a:p>
            <a:endParaRPr lang="de-DE" dirty="0"/>
          </a:p>
          <a:p>
            <a:r>
              <a:rPr lang="de-DE" dirty="0"/>
              <a:t>Unter Test kann ich eine bereitgestellte API direkt aus der Integration Suite heraus ausprobieren. Ich kann eine Ressource auswählen, Header und Parameter übergeben und anschließend den HTTP-Status sowie die Antwort untersuchen. Zusätzlich werde ich Postman verwenden, um den Zugriff aus Sicht einer externen Anwendung zu zeigen.</a:t>
            </a:r>
          </a:p>
          <a:p>
            <a:endParaRPr lang="de-DE" dirty="0"/>
          </a:p>
          <a:p>
            <a:r>
              <a:rPr lang="de-DE" dirty="0"/>
              <a:t>Unter </a:t>
            </a:r>
            <a:r>
              <a:rPr lang="de-DE" dirty="0" err="1"/>
              <a:t>Engage</a:t>
            </a:r>
            <a:r>
              <a:rPr lang="de-DE" dirty="0"/>
              <a:t> mache ich die API für andere Entwickler und Anwendungen konsumierbar. Dort bündele ich eine oder mehrere APIs in einem API </a:t>
            </a:r>
            <a:r>
              <a:rPr lang="de-DE" dirty="0" err="1"/>
              <a:t>Product</a:t>
            </a:r>
            <a:r>
              <a:rPr lang="de-DE" dirty="0"/>
              <a:t> und veröffentliche dieses über den Developer Hub. Konsumenten können </a:t>
            </a:r>
            <a:r>
              <a:rPr lang="de-DE" dirty="0" err="1"/>
              <a:t>Applications</a:t>
            </a:r>
            <a:r>
              <a:rPr lang="de-DE" dirty="0"/>
              <a:t> registrieren, Products abonnieren und die erforderlichen Zugangsdaten erhalten. Diesen Bereich benötigen wir später für unsere API-Key-Demo.</a:t>
            </a:r>
          </a:p>
          <a:p>
            <a:endParaRPr lang="de-DE" dirty="0"/>
          </a:p>
          <a:p>
            <a:r>
              <a:rPr lang="de-DE" dirty="0"/>
              <a:t>Unter Analyze untersuche ich, wie die APIs tatsächlich verwendet werden. Dazu gehören Aufrufzahlen, Antwortzeiten, HTTP-Statuscodes und Fehler. Am Ende des Workshops werden wir dort erfolgreiche und abgewiesene Requests miteinander vergleichen.</a:t>
            </a:r>
          </a:p>
          <a:p>
            <a:endParaRPr lang="de-DE" dirty="0"/>
          </a:p>
          <a:p>
            <a:r>
              <a:rPr lang="de-DE" dirty="0" err="1"/>
              <a:t>Monetize</a:t>
            </a:r>
            <a:r>
              <a:rPr lang="de-DE" dirty="0"/>
              <a:t> ergänzt das API Management um kommerzielle Nutzungsmodelle. Damit können API-Angebote beispielsweise mit Kontingenten und Abrechnungsmodellen verbunden werden. Diesen Bereich ordne ich heute nur kurz ein.</a:t>
            </a:r>
          </a:p>
          <a:p>
            <a:endParaRPr lang="de-DE" dirty="0"/>
          </a:p>
          <a:p>
            <a:r>
              <a:rPr lang="de-DE" dirty="0"/>
              <a:t>Die Arbeitsbereiche zeigen, dass API Management weit über die technische Weiterleitung eines Requests hinausgeht. Es unterstützt den Weg von der Entdeckung und Konfiguration einer API über den Test und die Veröffentlichung bis zur Überwachung und möglichen kommerziellen Nutzung.</a:t>
            </a:r>
          </a:p>
        </p:txBody>
      </p:sp>
      <p:sp>
        <p:nvSpPr>
          <p:cNvPr id="4" name="Foliennummernplatzhalter 3"/>
          <p:cNvSpPr>
            <a:spLocks noGrp="1"/>
          </p:cNvSpPr>
          <p:nvPr>
            <p:ph type="sldNum" sz="quarter" idx="5"/>
          </p:nvPr>
        </p:nvSpPr>
        <p:spPr/>
        <p:txBody>
          <a:bodyPr/>
          <a:lstStyle/>
          <a:p>
            <a:fld id="{E9475E6B-8EF9-407D-AAC9-FC0EA114427C}" type="slidenum">
              <a:rPr lang="de-DE" smtClean="0"/>
              <a:t>9</a:t>
            </a:fld>
            <a:endParaRPr lang="de-DE" dirty="0"/>
          </a:p>
        </p:txBody>
      </p:sp>
    </p:spTree>
    <p:extLst>
      <p:ext uri="{BB962C8B-B14F-4D97-AF65-F5344CB8AC3E}">
        <p14:creationId xmlns:p14="http://schemas.microsoft.com/office/powerpoint/2010/main" val="2386646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Beginnen wir mit dem API Provider.</a:t>
            </a:r>
          </a:p>
          <a:p>
            <a:endParaRPr lang="de-DE" dirty="0"/>
          </a:p>
          <a:p>
            <a:r>
              <a:rPr lang="de-DE" dirty="0"/>
              <a:t>Ein API Provider ist die verwaltete Beschreibung eines Backend-Systems. Er enthält technische Verbindungsinformationen wie den Hostnamen, den Port und die Authentifizierung.</a:t>
            </a:r>
          </a:p>
          <a:p>
            <a:endParaRPr lang="de-DE" dirty="0"/>
          </a:p>
          <a:p>
            <a:r>
              <a:rPr lang="de-DE" dirty="0"/>
              <a:t>Dabei ist der Begriff Provider etwas gewöhnungsbedürftig. Der API Provider implementiert nicht die API. Er beschreibt das System, das eine oder mehrere Backend-APIs bereitstellt.</a:t>
            </a:r>
          </a:p>
          <a:p>
            <a:endParaRPr lang="de-DE" dirty="0"/>
          </a:p>
          <a:p>
            <a:r>
              <a:rPr lang="de-DE" dirty="0"/>
              <a:t>Ein Provider kann beispielsweise ein SAP-S/4HANA-System, ein SAP-Gateway-System, ein Cloud-System, eine Cloud-Integration-Laufzeit oder auch ein anderes über HTTP erreichbares Backend repräsentieren.</a:t>
            </a:r>
          </a:p>
          <a:p>
            <a:endParaRPr lang="de-DE" dirty="0"/>
          </a:p>
          <a:p>
            <a:r>
              <a:rPr lang="de-DE" dirty="0"/>
              <a:t>Für Cloud-Systeme erfolgt die Verbindung typischerweise über das Internet. Für On-</a:t>
            </a:r>
            <a:r>
              <a:rPr lang="de-DE" dirty="0" err="1"/>
              <a:t>Premise</a:t>
            </a:r>
            <a:r>
              <a:rPr lang="de-DE" dirty="0"/>
              <a:t>-Systeme kann die Verbindung über den SAP Cloud Connector hergestellt werden.</a:t>
            </a:r>
          </a:p>
          <a:p>
            <a:endParaRPr lang="de-DE" dirty="0"/>
          </a:p>
          <a:p>
            <a:r>
              <a:rPr lang="de-DE" dirty="0"/>
              <a:t>In unserem Workshop steht der Provider für unsere ABAP-Environment-Instanz. Wir hinterlegen dort den ABAP-Host, Port 50000 und die Zugangsdaten des Kommunikationsbenutzers.</a:t>
            </a:r>
          </a:p>
          <a:p>
            <a:endParaRPr lang="de-DE" dirty="0"/>
          </a:p>
          <a:p>
            <a:r>
              <a:rPr lang="de-DE" dirty="0"/>
              <a:t>Die Authentifizierung des Providers betrifft ausschließlich die Verbindung vom API Management zum Backend. Sie sagt noch nichts darüber aus, wie sich ein späterer API-Konsument am Proxy authentifiziert.</a:t>
            </a:r>
          </a:p>
        </p:txBody>
      </p:sp>
      <p:sp>
        <p:nvSpPr>
          <p:cNvPr id="4" name="Foliennummernplatzhalter 3"/>
          <p:cNvSpPr>
            <a:spLocks noGrp="1"/>
          </p:cNvSpPr>
          <p:nvPr>
            <p:ph type="sldNum" sz="quarter" idx="5"/>
          </p:nvPr>
        </p:nvSpPr>
        <p:spPr/>
        <p:txBody>
          <a:bodyPr/>
          <a:lstStyle/>
          <a:p>
            <a:fld id="{E9475E6B-8EF9-407D-AAC9-FC0EA114427C}" type="slidenum">
              <a:rPr lang="de-DE" smtClean="0"/>
              <a:t>10</a:t>
            </a:fld>
            <a:endParaRPr lang="de-DE" dirty="0"/>
          </a:p>
        </p:txBody>
      </p:sp>
    </p:spTree>
    <p:extLst>
      <p:ext uri="{BB962C8B-B14F-4D97-AF65-F5344CB8AC3E}">
        <p14:creationId xmlns:p14="http://schemas.microsoft.com/office/powerpoint/2010/main" val="3100496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 dieser Stelle ist eine Unterscheidung besonders wichtig: Wir haben zwei voneinander unabhängige Sicherheitsbeziehungen.</a:t>
            </a:r>
          </a:p>
          <a:p>
            <a:endParaRPr lang="de-DE" dirty="0"/>
          </a:p>
          <a:p>
            <a:r>
              <a:rPr lang="de-DE" dirty="0"/>
              <a:t>Die erste Verbindung besteht zwischen dem API Consumer und dem API Proxy. Hier legen wir fest, unter welchen Bedingungen eine Anwendung unsere veröffentlichte API verwenden darf. Im Workshop werden wir diesen Zugriff später mit einem API Key schützen.</a:t>
            </a:r>
          </a:p>
          <a:p>
            <a:endParaRPr lang="de-DE" dirty="0"/>
          </a:p>
          <a:p>
            <a:r>
              <a:rPr lang="de-DE" dirty="0"/>
              <a:t>Die zweite Verbindung besteht zwischen dem API Proxy und dem Backend. Hier muss sich das API Management am ABAP-System authentifizieren.</a:t>
            </a:r>
          </a:p>
          <a:p>
            <a:endParaRPr lang="de-DE" dirty="0"/>
          </a:p>
          <a:p>
            <a:r>
              <a:rPr lang="de-DE" dirty="0"/>
              <a:t>Für unsere Live-Demo verwenden wir für diese Backend-Verbindung Basic Authentication mit dem vorhandenen Kommunikationsbenutzer. Benutzername und Kennwort werden nicht an den API-Konsumenten weitergegeben, sondern ausschließlich im API Provider hinterlegt. Die Übertragung erfolgt über HTTPS.</a:t>
            </a:r>
          </a:p>
          <a:p>
            <a:endParaRPr lang="de-DE" dirty="0"/>
          </a:p>
          <a:p>
            <a:r>
              <a:rPr lang="de-DE" dirty="0"/>
              <a:t>Die beiden Authentifizierungen müssen nicht identisch sein. Genau diese Entkopplung ist ein wichtiger Vorteil des API Managements.</a:t>
            </a:r>
          </a:p>
          <a:p>
            <a:endParaRPr lang="de-DE" dirty="0"/>
          </a:p>
          <a:p>
            <a:r>
              <a:rPr lang="de-DE" dirty="0"/>
              <a:t>Wir könnten also später die Client-Authentifizierung ändern, ohne dadurch zwingend die Authentifizierung am Backend ändern zu müssen.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11</a:t>
            </a:fld>
            <a:endParaRPr lang="de-DE" dirty="0"/>
          </a:p>
        </p:txBody>
      </p:sp>
    </p:spTree>
    <p:extLst>
      <p:ext uri="{BB962C8B-B14F-4D97-AF65-F5344CB8AC3E}">
        <p14:creationId xmlns:p14="http://schemas.microsoft.com/office/powerpoint/2010/main" val="119079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zentrale Komponente des API Managements ist der API Proxy.</a:t>
            </a:r>
          </a:p>
          <a:p>
            <a:endParaRPr lang="de-DE" dirty="0"/>
          </a:p>
          <a:p>
            <a:r>
              <a:rPr lang="de-DE" dirty="0"/>
              <a:t>Der Proxy besitzt einen öffentlichen Endpunkt, den unsere API-Konsumenten aufrufen. Dieser Endpunkt kann einen verständlichen und stabilen Base Path erhalten, beispielsweise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salesorders</a:t>
            </a:r>
            <a:r>
              <a:rPr lang="de-DE" sz="1200" kern="1200" dirty="0">
                <a:solidFill>
                  <a:schemeClr val="tx1"/>
                </a:solidFill>
                <a:latin typeface="+mn-lt"/>
                <a:ea typeface="+mn-ea"/>
                <a:cs typeface="+mn-cs"/>
              </a:rPr>
              <a:t>/v1</a:t>
            </a:r>
            <a:r>
              <a:rPr lang="de-DE" dirty="0"/>
              <a:t>.</a:t>
            </a:r>
          </a:p>
          <a:p>
            <a:endParaRPr lang="de-DE" dirty="0"/>
          </a:p>
          <a:p>
            <a:r>
              <a:rPr lang="de-DE" dirty="0"/>
              <a:t>Intern verweist der Proxy auf den technischen Zielendpunkt unseres RAP-Services. Dieser Zielendpunkt kann deutlich länger und stärker von der konkreten Backend-Technologie geprägt sein.</a:t>
            </a:r>
          </a:p>
          <a:p>
            <a:endParaRPr lang="de-DE" dirty="0"/>
          </a:p>
          <a:p>
            <a:r>
              <a:rPr lang="de-DE" dirty="0"/>
              <a:t>Der Proxy kennt außerdem die verfügbaren Ressourcen und Operationen. Dazu gehören beispielsweise Ressourcenpfade und die zulässigen HTTP-Methoden wie GET oder POST.</a:t>
            </a:r>
          </a:p>
          <a:p>
            <a:endParaRPr lang="de-DE" dirty="0"/>
          </a:p>
          <a:p>
            <a:r>
              <a:rPr lang="de-DE" dirty="0"/>
              <a:t>Innerhalb des Proxys konfigurieren wir außerdem die Request- und Response-Verarbeitung. Dort werden später unsere </a:t>
            </a:r>
            <a:r>
              <a:rPr lang="de-DE" dirty="0" err="1"/>
              <a:t>Policies</a:t>
            </a:r>
            <a:r>
              <a:rPr lang="de-DE" dirty="0"/>
              <a:t> eingefügt.</a:t>
            </a:r>
          </a:p>
          <a:p>
            <a:endParaRPr lang="de-DE" dirty="0"/>
          </a:p>
          <a:p>
            <a:r>
              <a:rPr lang="de-DE" dirty="0"/>
              <a:t>Für den Konsumenten ist der Proxy die sichtbare API. Er muss weder den technischen Backend-Pfad noch die Backend-Zugangsdaten kennen.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12</a:t>
            </a:fld>
            <a:endParaRPr lang="de-DE" dirty="0"/>
          </a:p>
        </p:txBody>
      </p:sp>
    </p:spTree>
    <p:extLst>
      <p:ext uri="{BB962C8B-B14F-4D97-AF65-F5344CB8AC3E}">
        <p14:creationId xmlns:p14="http://schemas.microsoft.com/office/powerpoint/2010/main" val="2510318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Innerhalb eines API Proxys unterscheiden wir zwei zentrale Bereiche: den Proxy </a:t>
            </a:r>
            <a:r>
              <a:rPr lang="de-DE" dirty="0" err="1"/>
              <a:t>Endpoint</a:t>
            </a:r>
            <a:r>
              <a:rPr lang="de-DE" dirty="0"/>
              <a:t> und den Target </a:t>
            </a:r>
            <a:r>
              <a:rPr lang="de-DE" dirty="0" err="1"/>
              <a:t>Endpoint</a:t>
            </a:r>
            <a:r>
              <a:rPr lang="de-DE" dirty="0"/>
              <a:t>.</a:t>
            </a:r>
          </a:p>
          <a:p>
            <a:endParaRPr lang="de-DE" dirty="0"/>
          </a:p>
          <a:p>
            <a:r>
              <a:rPr lang="de-DE" dirty="0"/>
              <a:t>Der Proxy </a:t>
            </a:r>
            <a:r>
              <a:rPr lang="de-DE" dirty="0" err="1"/>
              <a:t>Endpoint</a:t>
            </a:r>
            <a:r>
              <a:rPr lang="de-DE" dirty="0"/>
              <a:t> bildet die nach außen sichtbare Seite. Hier trifft der Request des Clients ein. An dieser Stelle können wir beispielsweise prüfen, ob ein API Key vorhanden und gültig ist.</a:t>
            </a:r>
          </a:p>
          <a:p>
            <a:endParaRPr lang="de-DE" dirty="0"/>
          </a:p>
          <a:p>
            <a:r>
              <a:rPr lang="de-DE" dirty="0"/>
              <a:t>Der Target </a:t>
            </a:r>
            <a:r>
              <a:rPr lang="de-DE" dirty="0" err="1"/>
              <a:t>Endpoint</a:t>
            </a:r>
            <a:r>
              <a:rPr lang="de-DE" dirty="0"/>
              <a:t> beschreibt die Verbindung zum Backend. Hier werden der technische Zielpfad und die Weiterleitung an das ABAP-System festgelegt.</a:t>
            </a:r>
          </a:p>
          <a:p>
            <a:endParaRPr lang="de-DE" dirty="0"/>
          </a:p>
          <a:p>
            <a:r>
              <a:rPr lang="de-DE" dirty="0"/>
              <a:t>Zwischen diesen beiden Endpunkten läuft die Nachrichtenverarbeitung. Der Request bewegt sich vom Proxy </a:t>
            </a:r>
            <a:r>
              <a:rPr lang="de-DE" dirty="0" err="1"/>
              <a:t>Endpoint</a:t>
            </a:r>
            <a:r>
              <a:rPr lang="de-DE" dirty="0"/>
              <a:t> zum Target </a:t>
            </a:r>
            <a:r>
              <a:rPr lang="de-DE" dirty="0" err="1"/>
              <a:t>Endpoint</a:t>
            </a:r>
            <a:r>
              <a:rPr lang="de-DE" dirty="0"/>
              <a:t> und anschließend zum Backend. Die Response läuft in umgekehrter Richtung zurück.</a:t>
            </a:r>
          </a:p>
          <a:p>
            <a:endParaRPr lang="de-DE" dirty="0"/>
          </a:p>
          <a:p>
            <a:r>
              <a:rPr lang="de-DE" dirty="0"/>
              <a:t>Diese Unterscheidung wird später beim Einfügen von </a:t>
            </a:r>
            <a:r>
              <a:rPr lang="de-DE" dirty="0" err="1"/>
              <a:t>Policies</a:t>
            </a:r>
            <a:r>
              <a:rPr lang="de-DE" dirty="0"/>
              <a:t> wichtig. Eine Policy zur Kontrolle des Konsumenten gehört typischerweise an den Proxy </a:t>
            </a:r>
            <a:r>
              <a:rPr lang="de-DE" dirty="0" err="1"/>
              <a:t>Endpoint</a:t>
            </a:r>
            <a:r>
              <a:rPr lang="de-DE" dirty="0"/>
              <a:t>. Eine Regel, die ausschließlich die Backend-Verbindung betrifft, kann dagegen am Target </a:t>
            </a:r>
            <a:r>
              <a:rPr lang="de-DE" dirty="0" err="1"/>
              <a:t>Endpoint</a:t>
            </a:r>
            <a:r>
              <a:rPr lang="de-DE" dirty="0"/>
              <a:t> positioniert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13</a:t>
            </a:fld>
            <a:endParaRPr lang="de-DE" dirty="0"/>
          </a:p>
        </p:txBody>
      </p:sp>
    </p:spTree>
    <p:extLst>
      <p:ext uri="{BB962C8B-B14F-4D97-AF65-F5344CB8AC3E}">
        <p14:creationId xmlns:p14="http://schemas.microsoft.com/office/powerpoint/2010/main" val="1317640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Policies</a:t>
            </a:r>
            <a:r>
              <a:rPr lang="de-DE" dirty="0"/>
              <a:t> bestimmen das Verhalten eines API Proxys.</a:t>
            </a:r>
          </a:p>
          <a:p>
            <a:endParaRPr lang="de-DE" dirty="0"/>
          </a:p>
          <a:p>
            <a:r>
              <a:rPr lang="de-DE" dirty="0"/>
              <a:t>Eine Policy ist eine vorkonfigurierte Funktion, die an einer bestimmten Stelle des Nachrichtenflusses ausgeführt wird. Wir müssen die jeweilige Funktion also nicht vollständig selbst programmieren.</a:t>
            </a:r>
          </a:p>
          <a:p>
            <a:endParaRPr lang="de-DE" dirty="0"/>
          </a:p>
          <a:p>
            <a:r>
              <a:rPr lang="de-DE" dirty="0"/>
              <a:t>Eine </a:t>
            </a:r>
            <a:r>
              <a:rPr lang="de-DE" dirty="0" err="1"/>
              <a:t>Verify</a:t>
            </a:r>
            <a:r>
              <a:rPr lang="de-DE" dirty="0"/>
              <a:t>-API-Key-Policy prüft beispielsweise, ob der Client einen gültigen Anwendungsschlüssel übermittelt hat.</a:t>
            </a:r>
          </a:p>
          <a:p>
            <a:endParaRPr lang="de-DE" dirty="0"/>
          </a:p>
          <a:p>
            <a:r>
              <a:rPr lang="de-DE" dirty="0"/>
              <a:t>Eine Spike-Arrest-Policy schützt das Backend vor zu schnell eintreffenden Requests.</a:t>
            </a:r>
          </a:p>
          <a:p>
            <a:endParaRPr lang="de-DE" dirty="0"/>
          </a:p>
          <a:p>
            <a:r>
              <a:rPr lang="de-DE" dirty="0"/>
              <a:t>Mit </a:t>
            </a:r>
            <a:r>
              <a:rPr lang="de-DE" dirty="0" err="1"/>
              <a:t>Assign</a:t>
            </a:r>
            <a:r>
              <a:rPr lang="de-DE" dirty="0"/>
              <a:t> Message können wir Bestandteile eines Requests oder einer Response ergänzen oder verändern. Wir können beispielsweise einen zusätzlichen HTTP-Header in die Antwort einfügen.</a:t>
            </a:r>
          </a:p>
          <a:p>
            <a:endParaRPr lang="de-DE" dirty="0"/>
          </a:p>
          <a:p>
            <a:r>
              <a:rPr lang="de-DE" dirty="0"/>
              <a:t>Weitere </a:t>
            </a:r>
            <a:r>
              <a:rPr lang="de-DE" dirty="0" err="1"/>
              <a:t>Policies</a:t>
            </a:r>
            <a:r>
              <a:rPr lang="de-DE" dirty="0"/>
              <a:t> prüfen JSON- oder XML-Nachrichten, rufen zusätzliche Services auf, führen JavaScript aus oder erzeugen gezielt eine Fehlermeldung.</a:t>
            </a:r>
          </a:p>
          <a:p>
            <a:endParaRPr lang="de-DE" dirty="0"/>
          </a:p>
          <a:p>
            <a:r>
              <a:rPr lang="de-DE" dirty="0"/>
              <a:t>Entscheidend ist nicht nur, welche Policy wir verwenden, sondern auch, an welcher Stelle und unter welcher Bedingung sie ausgeführt wird. Mit diesem Ablauf beschäftigen wir uns im späteren Policy-Teil noch ausführlich</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14</a:t>
            </a:fld>
            <a:endParaRPr lang="de-DE" dirty="0"/>
          </a:p>
        </p:txBody>
      </p:sp>
    </p:spTree>
    <p:extLst>
      <p:ext uri="{BB962C8B-B14F-4D97-AF65-F5344CB8AC3E}">
        <p14:creationId xmlns:p14="http://schemas.microsoft.com/office/powerpoint/2010/main" val="3299230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einem API Proxy können wir eine API technisch bereitstellen. Für die kontrollierte Weitergabe an Konsumenten kommen zwei weitere Komponenten hinzu: API </a:t>
            </a:r>
            <a:r>
              <a:rPr lang="de-DE" dirty="0" err="1"/>
              <a:t>Product</a:t>
            </a:r>
            <a:r>
              <a:rPr lang="de-DE" dirty="0"/>
              <a:t> und </a:t>
            </a:r>
            <a:r>
              <a:rPr lang="de-DE" dirty="0" err="1"/>
              <a:t>Application</a:t>
            </a:r>
            <a:r>
              <a:rPr lang="de-DE" dirty="0"/>
              <a:t>.</a:t>
            </a:r>
          </a:p>
          <a:p>
            <a:endParaRPr lang="de-DE" dirty="0"/>
          </a:p>
          <a:p>
            <a:r>
              <a:rPr lang="de-DE" dirty="0"/>
              <a:t>Ein API </a:t>
            </a:r>
            <a:r>
              <a:rPr lang="de-DE" dirty="0" err="1"/>
              <a:t>Product</a:t>
            </a:r>
            <a:r>
              <a:rPr lang="de-DE" dirty="0"/>
              <a:t> bündelt eine oder mehrere APIs zu einem konsumierbaren Angebot. Ein </a:t>
            </a:r>
            <a:r>
              <a:rPr lang="de-DE" dirty="0" err="1"/>
              <a:t>Product</a:t>
            </a:r>
            <a:r>
              <a:rPr lang="de-DE" dirty="0"/>
              <a:t> könnte beispielsweise alle APIs enthalten, die externe Anwendungen zur Verarbeitung von Kundenaufträgen benötigen.</a:t>
            </a:r>
          </a:p>
          <a:p>
            <a:endParaRPr lang="de-DE" dirty="0"/>
          </a:p>
          <a:p>
            <a:r>
              <a:rPr lang="de-DE" dirty="0"/>
              <a:t>Eine </a:t>
            </a:r>
            <a:r>
              <a:rPr lang="de-DE" dirty="0" err="1"/>
              <a:t>Application</a:t>
            </a:r>
            <a:r>
              <a:rPr lang="de-DE" dirty="0"/>
              <a:t> repräsentiert die konkrete konsumierende Anwendung. Das kann eine mobile App, eine Webanwendung, ein Partnersystem oder auch ein Testclient sein.</a:t>
            </a:r>
          </a:p>
          <a:p>
            <a:endParaRPr lang="de-DE" dirty="0"/>
          </a:p>
          <a:p>
            <a:r>
              <a:rPr lang="de-DE" dirty="0"/>
              <a:t>Die </a:t>
            </a:r>
            <a:r>
              <a:rPr lang="de-DE" dirty="0" err="1"/>
              <a:t>Application</a:t>
            </a:r>
            <a:r>
              <a:rPr lang="de-DE" dirty="0"/>
              <a:t> abonniert beziehungsweise verwendet ein API </a:t>
            </a:r>
            <a:r>
              <a:rPr lang="de-DE" dirty="0" err="1"/>
              <a:t>Product</a:t>
            </a:r>
            <a:r>
              <a:rPr lang="de-DE" dirty="0"/>
              <a:t>. In diesem Zusammenhang können Zugangsdaten wie ein API Key erzeugt werden.</a:t>
            </a:r>
          </a:p>
          <a:p>
            <a:endParaRPr lang="de-DE" dirty="0"/>
          </a:p>
          <a:p>
            <a:r>
              <a:rPr lang="de-DE" dirty="0"/>
              <a:t>Das API Management kann anschließend anhand des Schlüssels erkennen, welche </a:t>
            </a:r>
            <a:r>
              <a:rPr lang="de-DE" dirty="0" err="1"/>
              <a:t>Application</a:t>
            </a:r>
            <a:r>
              <a:rPr lang="de-DE" dirty="0"/>
              <a:t> einen Request sendet und auf welches </a:t>
            </a:r>
            <a:r>
              <a:rPr lang="de-DE" dirty="0" err="1"/>
              <a:t>Product</a:t>
            </a:r>
            <a:r>
              <a:rPr lang="de-DE" dirty="0"/>
              <a:t> sie zugreifen darf.</a:t>
            </a:r>
          </a:p>
          <a:p>
            <a:endParaRPr lang="de-DE" dirty="0"/>
          </a:p>
          <a:p>
            <a:r>
              <a:rPr lang="de-DE" dirty="0"/>
              <a:t>Im Workshop werden wir diesen Zusammenhang praktisch benötigen, wenn wir unsere </a:t>
            </a:r>
            <a:r>
              <a:rPr lang="de-DE" dirty="0" err="1"/>
              <a:t>Verify</a:t>
            </a:r>
            <a:r>
              <a:rPr lang="de-DE" dirty="0"/>
              <a:t>-API-Key-Policy konfigurieren.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15</a:t>
            </a:fld>
            <a:endParaRPr lang="de-DE" dirty="0"/>
          </a:p>
        </p:txBody>
      </p:sp>
    </p:spTree>
    <p:extLst>
      <p:ext uri="{BB962C8B-B14F-4D97-AF65-F5344CB8AC3E}">
        <p14:creationId xmlns:p14="http://schemas.microsoft.com/office/powerpoint/2010/main" val="2374339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Wenn wir die Komponenten in einen typischen Ablauf einordnen, beginnt alles mit einer vorhandenen Backend-API.</a:t>
            </a:r>
          </a:p>
          <a:p>
            <a:endParaRPr lang="de-DE" dirty="0"/>
          </a:p>
          <a:p>
            <a:r>
              <a:rPr lang="de-DE" dirty="0"/>
              <a:t>Ein API-Administrator konfiguriert zunächst den Zugang zum Backend-System als API Provider.</a:t>
            </a:r>
          </a:p>
          <a:p>
            <a:endParaRPr lang="de-DE" dirty="0"/>
          </a:p>
          <a:p>
            <a:r>
              <a:rPr lang="de-DE" dirty="0"/>
              <a:t>Anschließend erstellt ein API-Entwickler einen API Proxy und ergänzt die erforderlichen </a:t>
            </a:r>
            <a:r>
              <a:rPr lang="de-DE" dirty="0" err="1"/>
              <a:t>Policies</a:t>
            </a:r>
            <a:r>
              <a:rPr lang="de-DE" dirty="0"/>
              <a:t>.</a:t>
            </a:r>
          </a:p>
          <a:p>
            <a:endParaRPr lang="de-DE" dirty="0"/>
          </a:p>
          <a:p>
            <a:r>
              <a:rPr lang="de-DE" dirty="0"/>
              <a:t>Wenn die API für weitere Entwickler oder Anwendungen angeboten werden soll, kann ein </a:t>
            </a:r>
            <a:r>
              <a:rPr lang="de-DE" dirty="0" err="1"/>
              <a:t>Product</a:t>
            </a:r>
            <a:r>
              <a:rPr lang="de-DE" dirty="0"/>
              <a:t> Manager die API in ein API </a:t>
            </a:r>
            <a:r>
              <a:rPr lang="de-DE" dirty="0" err="1"/>
              <a:t>Product</a:t>
            </a:r>
            <a:r>
              <a:rPr lang="de-DE" dirty="0"/>
              <a:t> aufnehmen und dieses veröffentlichen.</a:t>
            </a:r>
          </a:p>
          <a:p>
            <a:endParaRPr lang="de-DE" dirty="0"/>
          </a:p>
          <a:p>
            <a:r>
              <a:rPr lang="de-DE" dirty="0"/>
              <a:t>Der API-Konsument registriert seine </a:t>
            </a:r>
            <a:r>
              <a:rPr lang="de-DE" dirty="0" err="1"/>
              <a:t>Application</a:t>
            </a:r>
            <a:r>
              <a:rPr lang="de-DE" dirty="0"/>
              <a:t> und erhält die erforderlichen Zugangsdaten.</a:t>
            </a:r>
          </a:p>
          <a:p>
            <a:endParaRPr lang="de-DE" dirty="0"/>
          </a:p>
          <a:p>
            <a:r>
              <a:rPr lang="de-DE" dirty="0"/>
              <a:t>Danach kann die Client-Anwendung den Proxy aufrufen. Während des Betriebs überwachen wir die Nutzung, Antwortzeiten und Fehler.</a:t>
            </a:r>
          </a:p>
          <a:p>
            <a:endParaRPr lang="de-DE" dirty="0"/>
          </a:p>
          <a:p>
            <a:r>
              <a:rPr lang="de-DE" dirty="0"/>
              <a:t>In einer kleinen Organisation können all diese Tätigkeiten natürlich von derselben Person durchgeführt werden. Die Rollen helfen uns aber dabei, die unterschiedlichen Verantwortlichkeiten innerhalb des API-Lebenszyklus zu verstehen.“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16</a:t>
            </a:fld>
            <a:endParaRPr lang="de-DE" dirty="0"/>
          </a:p>
        </p:txBody>
      </p:sp>
    </p:spTree>
    <p:extLst>
      <p:ext uri="{BB962C8B-B14F-4D97-AF65-F5344CB8AC3E}">
        <p14:creationId xmlns:p14="http://schemas.microsoft.com/office/powerpoint/2010/main" val="1045087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Begriff API Provider ist etwas missverständlich. Gemeint ist hier nicht die Organisation, die eine API anbietet. In der SAP Integration Suite ist der API Provider zunächst ein technisches Konfigurationsobjekt für ein Backend-System.</a:t>
            </a:r>
          </a:p>
          <a:p>
            <a:endParaRPr lang="de-DE" dirty="0"/>
          </a:p>
          <a:p>
            <a:r>
              <a:rPr lang="de-DE" dirty="0"/>
              <a:t>Ich hinterlege dort beispielsweise Host, Port und Verbindungsart. Bei einem SAP-System kann ich zusätzlich den </a:t>
            </a:r>
            <a:r>
              <a:rPr lang="de-DE" dirty="0" err="1"/>
              <a:t>OData</a:t>
            </a:r>
            <a:r>
              <a:rPr lang="de-DE" dirty="0"/>
              <a:t>-Servicekatalog konfigurieren.</a:t>
            </a:r>
          </a:p>
          <a:p>
            <a:endParaRPr lang="de-DE" dirty="0"/>
          </a:p>
          <a:p>
            <a:r>
              <a:rPr lang="de-DE" dirty="0"/>
              <a:t>Der Provider besitzt selbst noch keine öffentliche API-URL. Er wird auch nicht von Postman oder einer Anwendung aufgerufen. Erst der API Proxy stellt später die verwaltete Schnittstelle für Konsumenten bereit.</a:t>
            </a:r>
          </a:p>
          <a:p>
            <a:endParaRPr lang="de-DE" dirty="0"/>
          </a:p>
          <a:p>
            <a:r>
              <a:rPr lang="de-DE" dirty="0"/>
              <a:t>Ein Provider kann außerdem mehrfach verwendet werden. Wenn mein S/4HANA-System zwanzig relevante Services bereitstellt, muss ich die Backend-Verbindung nicht für jeden Proxy neu definieren.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18</a:t>
            </a:fld>
            <a:endParaRPr lang="de-DE" dirty="0"/>
          </a:p>
        </p:txBody>
      </p:sp>
    </p:spTree>
    <p:extLst>
      <p:ext uri="{BB962C8B-B14F-4D97-AF65-F5344CB8AC3E}">
        <p14:creationId xmlns:p14="http://schemas.microsoft.com/office/powerpoint/2010/main" val="1753756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SAP API Management unterstützt zwei grundsätzliche Wege.</a:t>
            </a:r>
          </a:p>
          <a:p>
            <a:endParaRPr lang="de-DE" dirty="0"/>
          </a:p>
          <a:p>
            <a:r>
              <a:rPr lang="de-DE" dirty="0"/>
              <a:t>Wenn ein geeigneter Servicekatalog vorhanden und für den technischen Benutzer zugänglich ist, lege ich einen API Provider an. Beim Erstellen des Proxys kann ich dann durch die verfügbaren Services navigieren. SAP übernimmt den ausgewählten Service und seine Ressourcen in den Proxy.</a:t>
            </a:r>
          </a:p>
          <a:p>
            <a:endParaRPr lang="de-DE" dirty="0"/>
          </a:p>
          <a:p>
            <a:r>
              <a:rPr lang="de-DE" dirty="0"/>
              <a:t>Alternativ kann ich einen Proxy direkt auf Grundlage einer Target-URL anlegen. Das haben wir mit der ABAP-BTP-Instanz praktisch ausprobiert. Der eigentliche </a:t>
            </a:r>
            <a:r>
              <a:rPr lang="de-DE" dirty="0" err="1"/>
              <a:t>OData</a:t>
            </a:r>
            <a:r>
              <a:rPr lang="de-DE" dirty="0"/>
              <a:t>-Service war erreichbar, der systemweite Katalog jedoch nicht. In diesem Fall konnte ich die API direkt anbinden, aber nicht komfortabel über den Provider ermitteln.</a:t>
            </a:r>
          </a:p>
          <a:p>
            <a:endParaRPr lang="de-DE" dirty="0"/>
          </a:p>
          <a:p>
            <a:r>
              <a:rPr lang="de-DE" dirty="0"/>
              <a:t>Mit  einem SAP-CAL-System funktioniert der katalogbasierte Weg. Diesen verwende ich für die folgende Live-Demo.</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19</a:t>
            </a:fld>
            <a:endParaRPr lang="de-DE" dirty="0"/>
          </a:p>
        </p:txBody>
      </p:sp>
    </p:spTree>
    <p:extLst>
      <p:ext uri="{BB962C8B-B14F-4D97-AF65-F5344CB8AC3E}">
        <p14:creationId xmlns:p14="http://schemas.microsoft.com/office/powerpoint/2010/main" val="580073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API Provider besteht in der Oberfläche aus mehreren Bereichen.</a:t>
            </a:r>
          </a:p>
          <a:p>
            <a:endParaRPr lang="de-DE" dirty="0"/>
          </a:p>
          <a:p>
            <a:r>
              <a:rPr lang="de-DE" dirty="0"/>
              <a:t>Unter </a:t>
            </a:r>
            <a:r>
              <a:rPr lang="de-DE" dirty="0" err="1"/>
              <a:t>Overview</a:t>
            </a:r>
            <a:r>
              <a:rPr lang="de-DE" dirty="0"/>
              <a:t> beschreibe ich zunächst das Backend-System. </a:t>
            </a:r>
          </a:p>
          <a:p>
            <a:endParaRPr lang="de-DE" dirty="0"/>
          </a:p>
          <a:p>
            <a:r>
              <a:rPr lang="de-DE" dirty="0"/>
              <a:t>Unter Connection konfiguriere ich die technische Erreichbarkeit. Bei meinem CAL-System handelt es sich um eine Internet-Verbindung über HTTP und Port 50000.</a:t>
            </a:r>
          </a:p>
          <a:p>
            <a:endParaRPr lang="de-DE" dirty="0"/>
          </a:p>
          <a:p>
            <a:r>
              <a:rPr lang="de-DE" dirty="0"/>
              <a:t>Die Connection-Einstellungen beantworten allerdings nur die Frage, wie API Management das System erreicht. Benutzername und Kennwort finde ich dort nicht.</a:t>
            </a:r>
          </a:p>
          <a:p>
            <a:endParaRPr lang="de-DE" dirty="0"/>
          </a:p>
          <a:p>
            <a:r>
              <a:rPr lang="de-DE" dirty="0"/>
              <a:t>Die Authentifizierung für das Einlesen des Servicekatalogs befindet sich unter Catalog Service Settings. Diese Trennung wirkt anfangs ungewohnt: Die Netzwerkverbindung steht unter Connection, die Zugangsdaten für den Katalog dagegen unter Catalog Service Settings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20</a:t>
            </a:fld>
            <a:endParaRPr lang="de-DE" dirty="0"/>
          </a:p>
        </p:txBody>
      </p:sp>
    </p:spTree>
    <p:extLst>
      <p:ext uri="{BB962C8B-B14F-4D97-AF65-F5344CB8AC3E}">
        <p14:creationId xmlns:p14="http://schemas.microsoft.com/office/powerpoint/2010/main" val="2069175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Beim Anlegen eines API Providers muss ich zunächst festlegen, wie das Backend erreicht wird.</a:t>
            </a:r>
          </a:p>
          <a:p>
            <a:endParaRPr lang="de-DE" dirty="0"/>
          </a:p>
          <a:p>
            <a:r>
              <a:rPr lang="de-DE" dirty="0"/>
              <a:t>Cloud-Systeme, die über eine öffentliche HTTPS-Adresse erreichbar sind, verbinde ich über den Typ Internet. Das trifft auf unser CAL-System zu zu.</a:t>
            </a:r>
          </a:p>
          <a:p>
            <a:endParaRPr lang="de-DE" dirty="0"/>
          </a:p>
          <a:p>
            <a:r>
              <a:rPr lang="de-DE" dirty="0"/>
              <a:t>Für ein System im Unternehmensnetz würde ich den Verbindungstyp On </a:t>
            </a:r>
            <a:r>
              <a:rPr lang="de-DE" dirty="0" err="1"/>
              <a:t>Premise</a:t>
            </a:r>
            <a:r>
              <a:rPr lang="de-DE" dirty="0"/>
              <a:t> verwenden. Die Verbindung läuft dann über den SAP Cloud Connector. Im API Provider würde ich nicht den internen echten Hostnamen, sondern den im Cloud Connector definierten virtuellen Host und Port eintragen.</a:t>
            </a:r>
          </a:p>
          <a:p>
            <a:endParaRPr lang="de-DE" dirty="0"/>
          </a:p>
          <a:p>
            <a:r>
              <a:rPr lang="de-DE" dirty="0"/>
              <a:t>Diese Unterscheidung betrifft nur den technischen Verbindungsweg. Die fachliche Aufgabe des API Providers bleibt in beiden Fällen gleich.</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21</a:t>
            </a:fld>
            <a:endParaRPr lang="de-DE" dirty="0"/>
          </a:p>
        </p:txBody>
      </p:sp>
    </p:spTree>
    <p:extLst>
      <p:ext uri="{BB962C8B-B14F-4D97-AF65-F5344CB8AC3E}">
        <p14:creationId xmlns:p14="http://schemas.microsoft.com/office/powerpoint/2010/main" val="3436573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wichtigste und zugleich am wenigsten selbsterklärende Bereich sind die Catalog Service Settings.</a:t>
            </a:r>
          </a:p>
          <a:p>
            <a:endParaRPr lang="de-DE" dirty="0"/>
          </a:p>
          <a:p>
            <a:r>
              <a:rPr lang="de-DE" dirty="0"/>
              <a:t>Der Path </a:t>
            </a:r>
            <a:r>
              <a:rPr lang="de-DE" dirty="0" err="1"/>
              <a:t>Prefix</a:t>
            </a:r>
            <a:r>
              <a:rPr lang="de-DE" dirty="0"/>
              <a:t> beschreibt den gemeinsamen Einstiegspfad zu den </a:t>
            </a:r>
            <a:r>
              <a:rPr lang="de-DE" dirty="0" err="1"/>
              <a:t>OData</a:t>
            </a:r>
            <a:r>
              <a:rPr lang="de-DE" dirty="0"/>
              <a:t>-Services des Systems. Die Service Collection URL verweist auf den eigentlichen Katalogdienst.</a:t>
            </a:r>
          </a:p>
          <a:p>
            <a:endParaRPr lang="de-DE" dirty="0"/>
          </a:p>
          <a:p>
            <a:r>
              <a:rPr lang="de-DE" dirty="0"/>
              <a:t>Aus dem Host, dem Path </a:t>
            </a:r>
            <a:r>
              <a:rPr lang="de-DE" dirty="0" err="1"/>
              <a:t>Prefix</a:t>
            </a:r>
            <a:r>
              <a:rPr lang="de-DE" dirty="0"/>
              <a:t> und der Service Collection URL bildet API Management die vollständige Catalog URL. Diese URL muss vom API-Management-</a:t>
            </a:r>
            <a:r>
              <a:rPr lang="de-DE" dirty="0" err="1"/>
              <a:t>Runtime</a:t>
            </a:r>
            <a:r>
              <a:rPr lang="de-DE" dirty="0"/>
              <a:t> erreichbar sein.</a:t>
            </a:r>
          </a:p>
          <a:p>
            <a:endParaRPr lang="de-DE" dirty="0"/>
          </a:p>
          <a:p>
            <a:r>
              <a:rPr lang="de-DE" dirty="0"/>
              <a:t>Der eingetragene Benutzer benötigt nicht nur Zugriff auf einen einzelnen fachlichen </a:t>
            </a:r>
            <a:r>
              <a:rPr lang="de-DE" dirty="0" err="1"/>
              <a:t>OData</a:t>
            </a:r>
            <a:r>
              <a:rPr lang="de-DE" dirty="0"/>
              <a:t>-Service. Er muss auch den systemweiten Servicekatalog lesen dürfen. Genau daran ist unser erster Versuch mit der ABAP-BTP-Instanz gescheitert: Der fachliche Service war erreichbar, die Auflistung des Katalogs wurde aber mit HTTP 403 abgewiesen.</a:t>
            </a:r>
          </a:p>
          <a:p>
            <a:endParaRPr lang="de-DE" dirty="0"/>
          </a:p>
          <a:p>
            <a:r>
              <a:rPr lang="de-DE" b="1" dirty="0"/>
              <a:t>DEMO</a:t>
            </a:r>
          </a:p>
          <a:p>
            <a:r>
              <a:rPr lang="de-DE" dirty="0"/>
              <a:t>Ich lege jetzt einen API Provider für mein SAP-CAL-System an.</a:t>
            </a:r>
          </a:p>
          <a:p>
            <a:endParaRPr lang="de-DE" dirty="0"/>
          </a:p>
          <a:p>
            <a:r>
              <a:rPr lang="de-DE" dirty="0"/>
              <a:t>Zunächst vergebe ich einen sprechenden Namen. Danach trage ich unter Connection ausschließlich den Hostnamen ein – also ohne </a:t>
            </a:r>
            <a:r>
              <a:rPr lang="de-DE" sz="1200" kern="1200" dirty="0">
                <a:solidFill>
                  <a:schemeClr val="tx1"/>
                </a:solidFill>
                <a:latin typeface="+mn-lt"/>
                <a:ea typeface="+mn-ea"/>
                <a:cs typeface="+mn-cs"/>
              </a:rPr>
              <a:t>https://</a:t>
            </a:r>
            <a:r>
              <a:rPr lang="de-DE" dirty="0"/>
              <a:t> und ohne zusätzlichen Servicepfad. Als Port verwende ich 50001 und aktiviere SSL.</a:t>
            </a:r>
          </a:p>
          <a:p>
            <a:endParaRPr lang="de-DE" dirty="0"/>
          </a:p>
          <a:p>
            <a:r>
              <a:rPr lang="de-DE" dirty="0"/>
              <a:t>Anschließend wechsle ich zu den Catalog Service Settings. Dort konfiguriere ich den Pfad zum </a:t>
            </a:r>
            <a:r>
              <a:rPr lang="de-DE" dirty="0" err="1"/>
              <a:t>OData</a:t>
            </a:r>
            <a:r>
              <a:rPr lang="de-DE" dirty="0"/>
              <a:t>-Katalog und hinterlege einen Benutzer, der diesen Katalog lesen darf.</a:t>
            </a:r>
          </a:p>
          <a:p>
            <a:endParaRPr lang="de-DE" dirty="0"/>
          </a:p>
          <a:p>
            <a:r>
              <a:rPr lang="de-DE" dirty="0"/>
              <a:t>Nach dem Speichern teste ich zunächst die grundsätzliche Verbindung. Anschließend kontrolliere ich, ob API Management tatsächlich auf den Servicekatalog zugreifen kann.</a:t>
            </a:r>
          </a:p>
          <a:p>
            <a:r>
              <a:rPr lang="de-DE" dirty="0"/>
              <a:t>Ein erfolgreicher Verbindungstest allein reicht nicht aus. Das System kann technisch erreichbar sein, während der Katalogaufruf wegen fehlender Berechtigungen trotzdem mit HTTP 403 scheitert.“</a:t>
            </a:r>
          </a:p>
          <a:p>
            <a:endParaRPr lang="de-DE" b="1" dirty="0"/>
          </a:p>
          <a:p>
            <a:r>
              <a:rPr lang="de-DE" b="1" dirty="0"/>
              <a:t>Hinweise für die Demo</a:t>
            </a:r>
          </a:p>
          <a:p>
            <a:r>
              <a:rPr lang="de-DE" dirty="0"/>
              <a:t>Vorbereiten:</a:t>
            </a:r>
          </a:p>
          <a:p>
            <a:pPr marL="171450" indent="-171450">
              <a:buFont typeface="Arial" panose="020B0604020202020204" pitchFamily="34" charset="0"/>
              <a:buChar char="•"/>
            </a:pPr>
            <a:r>
              <a:rPr lang="de-DE" dirty="0"/>
              <a:t>CAL-Instanz rechtzeitig starten </a:t>
            </a:r>
          </a:p>
          <a:p>
            <a:pPr marL="171450" indent="-171450">
              <a:buFont typeface="Arial" panose="020B0604020202020204" pitchFamily="34" charset="0"/>
              <a:buChar char="•"/>
            </a:pPr>
            <a:r>
              <a:rPr lang="de-DE" dirty="0"/>
              <a:t>öffentlichen Host prüfen </a:t>
            </a:r>
          </a:p>
          <a:p>
            <a:pPr marL="171450" indent="-171450">
              <a:buFont typeface="Arial" panose="020B0604020202020204" pitchFamily="34" charset="0"/>
              <a:buChar char="•"/>
            </a:pPr>
            <a:r>
              <a:rPr lang="de-DE" dirty="0"/>
              <a:t>Kennwort vor dem Workshop testen </a:t>
            </a:r>
          </a:p>
          <a:p>
            <a:pPr marL="171450" indent="-171450">
              <a:buFont typeface="Arial" panose="020B0604020202020204" pitchFamily="34" charset="0"/>
              <a:buChar char="•"/>
            </a:pPr>
            <a:r>
              <a:rPr lang="de-DE" dirty="0"/>
              <a:t>Katalog-URL einmal direkt testen </a:t>
            </a:r>
          </a:p>
          <a:p>
            <a:pPr marL="171450" indent="-171450">
              <a:buFont typeface="Arial" panose="020B0604020202020204" pitchFamily="34" charset="0"/>
              <a:buChar char="•"/>
            </a:pPr>
            <a:r>
              <a:rPr lang="de-DE" dirty="0"/>
              <a:t>mindestens einen geeigneten </a:t>
            </a:r>
            <a:r>
              <a:rPr lang="de-DE" dirty="0" err="1"/>
              <a:t>OData</a:t>
            </a:r>
            <a:r>
              <a:rPr lang="de-DE" dirty="0"/>
              <a:t>-Service auswählen </a:t>
            </a:r>
          </a:p>
          <a:p>
            <a:pPr marL="171450" indent="-171450">
              <a:buFont typeface="Arial" panose="020B0604020202020204" pitchFamily="34" charset="0"/>
              <a:buChar char="•"/>
            </a:pPr>
            <a:r>
              <a:rPr lang="de-DE" dirty="0"/>
              <a:t>keine Zugangsdaten auf der Folie oder im Browser-Passwortmanager zeigen</a:t>
            </a:r>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22</a:t>
            </a:fld>
            <a:endParaRPr lang="de-DE" dirty="0"/>
          </a:p>
        </p:txBody>
      </p:sp>
    </p:spTree>
    <p:extLst>
      <p:ext uri="{BB962C8B-B14F-4D97-AF65-F5344CB8AC3E}">
        <p14:creationId xmlns:p14="http://schemas.microsoft.com/office/powerpoint/2010/main" val="4085029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der Fehlersuche trenne ich drei Ebenen.</a:t>
            </a:r>
          </a:p>
          <a:p>
            <a:endParaRPr lang="de-DE" dirty="0"/>
          </a:p>
          <a:p>
            <a:r>
              <a:rPr lang="de-DE" dirty="0"/>
              <a:t>Erstens prüfe ich die Netzwerkverbindung: Ist der Host erreichbar und funktioniert TLS?</a:t>
            </a:r>
          </a:p>
          <a:p>
            <a:endParaRPr lang="de-DE" dirty="0"/>
          </a:p>
          <a:p>
            <a:r>
              <a:rPr lang="de-DE" dirty="0"/>
              <a:t>Zweitens prüfe ich die Authentifizierung: Erkennt das Backend den technischen Benutzer?</a:t>
            </a:r>
          </a:p>
          <a:p>
            <a:endParaRPr lang="de-DE" dirty="0"/>
          </a:p>
          <a:p>
            <a:r>
              <a:rPr lang="de-DE" dirty="0"/>
              <a:t>Drittens prüfe ich die Berechtigung für den Katalog. Ein HTTP 403 bedeutet häufig nicht, dass das gesamte Backend unzugänglich ist. Der Benutzer kann durchaus einen bestimmten </a:t>
            </a:r>
            <a:r>
              <a:rPr lang="de-DE" dirty="0" err="1"/>
              <a:t>OData</a:t>
            </a:r>
            <a:r>
              <a:rPr lang="de-DE" dirty="0"/>
              <a:t>-Service aufrufen, ohne den systemweiten Katalog lesen zu dürfen.</a:t>
            </a:r>
          </a:p>
          <a:p>
            <a:endParaRPr lang="de-DE" dirty="0"/>
          </a:p>
          <a:p>
            <a:r>
              <a:rPr lang="de-DE" dirty="0"/>
              <a:t>Diese Unterscheidung war bei unserer ABAP-BTP-Instanz entscheidend. Dort funktionierte der direkte Serviceaufruf mit Basic Authentication, während die Abfrage der Service Groups beziehungsweise des Katalogs verboten war.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23</a:t>
            </a:fld>
            <a:endParaRPr lang="de-DE" dirty="0"/>
          </a:p>
        </p:txBody>
      </p:sp>
    </p:spTree>
    <p:extLst>
      <p:ext uri="{BB962C8B-B14F-4D97-AF65-F5344CB8AC3E}">
        <p14:creationId xmlns:p14="http://schemas.microsoft.com/office/powerpoint/2010/main" val="3529548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API Provider ist vor allem dann attraktiv, wenn das Backend einen unterstützten und zugänglichen Servicekatalog bereitstellt.</a:t>
            </a:r>
          </a:p>
          <a:p>
            <a:endParaRPr lang="de-DE" dirty="0"/>
          </a:p>
          <a:p>
            <a:r>
              <a:rPr lang="de-DE" dirty="0"/>
              <a:t>Er zentralisiert die Verbindung und macht die Proxy-Erstellung komfortabler. Er löst aber noch keine Sicherheits- oder </a:t>
            </a:r>
            <a:r>
              <a:rPr lang="de-DE" dirty="0" err="1"/>
              <a:t>Governance</a:t>
            </a:r>
            <a:r>
              <a:rPr lang="de-DE" dirty="0"/>
              <a:t>-Aufgabe auf der Client-Seite.</a:t>
            </a:r>
          </a:p>
          <a:p>
            <a:endParaRPr lang="de-DE" dirty="0"/>
          </a:p>
          <a:p>
            <a:r>
              <a:rPr lang="de-DE" dirty="0"/>
              <a:t>Der Provider schützt die API nicht, begrenzt keine Aufrufe und stellt keine öffentliche URL bereit. Diese Aufgaben übernimmt erst der API Proxy zusammen mit seinen </a:t>
            </a:r>
            <a:r>
              <a:rPr lang="de-DE" dirty="0" err="1"/>
              <a:t>Policies</a:t>
            </a:r>
            <a:r>
              <a:rPr lang="de-DE" dirty="0"/>
              <a: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24</a:t>
            </a:fld>
            <a:endParaRPr lang="de-DE" dirty="0"/>
          </a:p>
        </p:txBody>
      </p:sp>
    </p:spTree>
    <p:extLst>
      <p:ext uri="{BB962C8B-B14F-4D97-AF65-F5344CB8AC3E}">
        <p14:creationId xmlns:p14="http://schemas.microsoft.com/office/powerpoint/2010/main" val="2093598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letzten Teil habe ich mit dem API Provider die Verbindung zu meinem SAP-CAL-System hergestellt. Über den Servicekatalog kann API Management nun die dort verfügbaren </a:t>
            </a:r>
            <a:r>
              <a:rPr lang="de-DE" dirty="0" err="1"/>
              <a:t>OData</a:t>
            </a:r>
            <a:r>
              <a:rPr lang="de-DE" dirty="0"/>
              <a:t>-Services ermitteln.</a:t>
            </a:r>
          </a:p>
          <a:p>
            <a:endParaRPr lang="de-DE" dirty="0"/>
          </a:p>
          <a:p>
            <a:r>
              <a:rPr lang="de-DE" dirty="0"/>
              <a:t>Jetzt wähle ich einen dieser Services aus und erstelle daraus einen API Proxy.</a:t>
            </a:r>
          </a:p>
          <a:p>
            <a:endParaRPr lang="de-DE" dirty="0"/>
          </a:p>
          <a:p>
            <a:r>
              <a:rPr lang="de-DE" dirty="0"/>
              <a:t>Der Konsument ruft anschließend nicht mehr direkt die URL meines SAP-Systems auf. Er verwendet eine URL der API-Management-</a:t>
            </a:r>
            <a:r>
              <a:rPr lang="de-DE" dirty="0" err="1"/>
              <a:t>Runtime</a:t>
            </a:r>
            <a:r>
              <a:rPr lang="de-DE" dirty="0"/>
              <a:t>. Der Proxy nimmt den Request entgegen und leitet ihn an den ursprünglichen Backend-Service weiter.</a:t>
            </a:r>
          </a:p>
          <a:p>
            <a:endParaRPr lang="de-DE" dirty="0"/>
          </a:p>
          <a:p>
            <a:r>
              <a:rPr lang="de-DE" dirty="0"/>
              <a:t>Damit entsteht eine kontrollierbare Schicht zwischen Konsument und Backend.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26</a:t>
            </a:fld>
            <a:endParaRPr lang="de-DE" dirty="0"/>
          </a:p>
        </p:txBody>
      </p:sp>
    </p:spTree>
    <p:extLst>
      <p:ext uri="{BB962C8B-B14F-4D97-AF65-F5344CB8AC3E}">
        <p14:creationId xmlns:p14="http://schemas.microsoft.com/office/powerpoint/2010/main" val="4105348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Proxy soll nicht nur dieselbe lange SAP-URL unter einem anderen Hostnamen bereitstellen.</a:t>
            </a:r>
          </a:p>
          <a:p>
            <a:endParaRPr lang="de-DE" dirty="0"/>
          </a:p>
          <a:p>
            <a:r>
              <a:rPr lang="de-DE" dirty="0"/>
              <a:t>Ich kann einen stabilen, fachlich verständlichen Einstiegspunkt definieren. Technische Bestandteile wie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sap</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opu</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odata</a:t>
            </a:r>
            <a:r>
              <a:rPr lang="de-DE" dirty="0"/>
              <a:t> oder der interne Servicename müssen nicht Bestandteil des externen API-Vertrags sein.</a:t>
            </a:r>
          </a:p>
          <a:p>
            <a:endParaRPr lang="de-DE" dirty="0"/>
          </a:p>
          <a:p>
            <a:r>
              <a:rPr lang="de-DE" dirty="0"/>
              <a:t>Wenn sich das Backend später ändert, kann ich den Target </a:t>
            </a:r>
            <a:r>
              <a:rPr lang="de-DE" dirty="0" err="1"/>
              <a:t>Endpoint</a:t>
            </a:r>
            <a:r>
              <a:rPr lang="de-DE" dirty="0"/>
              <a:t> anpassen. Solange der Proxy-Vertrag gleich bleibt, müssen die Konsumenten ihre Anwendungen nicht ändern.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27</a:t>
            </a:fld>
            <a:endParaRPr lang="de-DE" dirty="0"/>
          </a:p>
        </p:txBody>
      </p:sp>
    </p:spTree>
    <p:extLst>
      <p:ext uri="{BB962C8B-B14F-4D97-AF65-F5344CB8AC3E}">
        <p14:creationId xmlns:p14="http://schemas.microsoft.com/office/powerpoint/2010/main" val="2514173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Beim Anlegen des Proxys vergebe ich einen Base Path. Diese Entscheidung wirkt zunächst klein, sie wird aber Teil des API-Vertrags.</a:t>
            </a:r>
          </a:p>
          <a:p>
            <a:endParaRPr lang="de-DE" dirty="0"/>
          </a:p>
          <a:p>
            <a:r>
              <a:rPr lang="de-DE" dirty="0"/>
              <a:t>Ich verwende deshalb einen fachlichen Namen und nehme die Version in den Pfad auf. Technische Namen des Backend-Services möchte ich nicht nach außen tragen.</a:t>
            </a:r>
          </a:p>
          <a:p>
            <a:endParaRPr lang="de-DE" dirty="0"/>
          </a:p>
          <a:p>
            <a:r>
              <a:rPr lang="de-DE" dirty="0"/>
              <a:t>Der Base Path sollte außerdem nicht von einer konkreten Systemlandschaft abhängen. Begriffe wie Test, CAL oder S4DEV gehören nicht in eine dauerhafte öffentliche API-URL.</a:t>
            </a:r>
          </a:p>
          <a:p>
            <a:endParaRPr lang="de-DE" dirty="0"/>
          </a:p>
          <a:p>
            <a:r>
              <a:rPr lang="de-DE" b="1" dirty="0"/>
              <a:t>DEMO</a:t>
            </a:r>
          </a:p>
          <a:p>
            <a:r>
              <a:rPr lang="de-DE" dirty="0"/>
              <a:t>Ich erstelle jetzt einen neuen API Proxy. Als Quelle verwende ich nicht eine manuell eingegebene Target-URL, sondern den zuvor angelegten API Provider.</a:t>
            </a:r>
          </a:p>
          <a:p>
            <a:endParaRPr lang="de-DE" dirty="0"/>
          </a:p>
          <a:p>
            <a:r>
              <a:rPr lang="de-DE" dirty="0"/>
              <a:t>Nach Auswahl des Providers greift API Management auf dessen Servicekatalog zu. Ich kann nun die verfügbaren </a:t>
            </a:r>
            <a:r>
              <a:rPr lang="de-DE" dirty="0" err="1"/>
              <a:t>OData</a:t>
            </a:r>
            <a:r>
              <a:rPr lang="de-DE" dirty="0"/>
              <a:t>-Services durchsuchen.</a:t>
            </a:r>
          </a:p>
          <a:p>
            <a:endParaRPr lang="de-DE" dirty="0"/>
          </a:p>
          <a:p>
            <a:r>
              <a:rPr lang="de-DE" dirty="0"/>
              <a:t>Ich wähle den für unsere Demo vorgesehenen Service aus. API Management übernimmt daraufhin die technische Service-URL und lädt die zugehörigen Metadaten.</a:t>
            </a:r>
          </a:p>
          <a:p>
            <a:endParaRPr lang="de-DE" dirty="0"/>
          </a:p>
          <a:p>
            <a:r>
              <a:rPr lang="de-DE" dirty="0"/>
              <a:t>Genau an dieser Stelle zeigt sich der Vorteil des Providers: Ich muss die vollständige </a:t>
            </a:r>
            <a:r>
              <a:rPr lang="de-DE" dirty="0" err="1"/>
              <a:t>OData</a:t>
            </a:r>
            <a:r>
              <a:rPr lang="de-DE" dirty="0"/>
              <a:t>-URL nicht manuell zusammensetzen und erhalte bereits Informationen über die angebotenen Ressourcen.</a:t>
            </a:r>
          </a:p>
          <a:p>
            <a:endParaRPr lang="de-DE" b="1" dirty="0"/>
          </a:p>
          <a:p>
            <a:r>
              <a:rPr lang="de-DE" b="1" dirty="0"/>
              <a:t>Demo-Hinweis</a:t>
            </a:r>
          </a:p>
          <a:p>
            <a:r>
              <a:rPr lang="de-DE" dirty="0"/>
              <a:t>Einen eindeutigen Suchbegriff und den gewünschten Service vorab notieren. Der Katalog kann sehr umfangreich sein.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28</a:t>
            </a:fld>
            <a:endParaRPr lang="de-DE" dirty="0"/>
          </a:p>
        </p:txBody>
      </p:sp>
    </p:spTree>
    <p:extLst>
      <p:ext uri="{BB962C8B-B14F-4D97-AF65-F5344CB8AC3E}">
        <p14:creationId xmlns:p14="http://schemas.microsoft.com/office/powerpoint/2010/main" val="2282895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Auf Basis der </a:t>
            </a:r>
            <a:r>
              <a:rPr lang="de-DE" dirty="0" err="1"/>
              <a:t>OData</a:t>
            </a:r>
            <a:r>
              <a:rPr lang="de-DE" dirty="0"/>
              <a:t>-Metadaten erkennt API Management die vom Backend angebotenen Entity Sets und Operationen.</a:t>
            </a:r>
          </a:p>
          <a:p>
            <a:endParaRPr lang="de-DE" dirty="0"/>
          </a:p>
          <a:p>
            <a:r>
              <a:rPr lang="de-DE" dirty="0"/>
              <a:t>Ich sollte an dieser Stelle nicht automatisch alles veröffentlichen, nur weil es technisch vorhanden ist. Ein API Proxy kann bewusst eine eingeschränkte Fassade anbieten.</a:t>
            </a:r>
          </a:p>
          <a:p>
            <a:endParaRPr lang="de-DE" dirty="0"/>
          </a:p>
          <a:p>
            <a:r>
              <a:rPr lang="de-DE" dirty="0"/>
              <a:t>Für eine einfache Schulungsdemo belasse ich zunächst die ausgewählten Ressourcen. In einem realen Projekt würde ich prüfen, welche Entitäten und HTTP-Methoden die Konsumenten tatsächlich benötigen.</a:t>
            </a:r>
          </a:p>
          <a:p>
            <a:endParaRPr lang="de-DE" dirty="0"/>
          </a:p>
          <a:p>
            <a:r>
              <a:rPr lang="de-DE" dirty="0"/>
              <a:t>Je kleiner die veröffentlichte Angriffsfläche ist, desto leichter lassen sich Berechtigungen, Dokumentation und Betrieb beherrschen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29</a:t>
            </a:fld>
            <a:endParaRPr lang="de-DE" dirty="0"/>
          </a:p>
        </p:txBody>
      </p:sp>
    </p:spTree>
    <p:extLst>
      <p:ext uri="{BB962C8B-B14F-4D97-AF65-F5344CB8AC3E}">
        <p14:creationId xmlns:p14="http://schemas.microsoft.com/office/powerpoint/2010/main" val="19104411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a:p>
            <a:r>
              <a:rPr lang="de-DE" dirty="0"/>
              <a:t>Ein API Proxy besitzt zwei zentrale Verarbeitungsbereiche: den </a:t>
            </a:r>
            <a:r>
              <a:rPr lang="de-DE" dirty="0" err="1"/>
              <a:t>ProxyEndpoint</a:t>
            </a:r>
            <a:r>
              <a:rPr lang="de-DE" dirty="0"/>
              <a:t> und den </a:t>
            </a:r>
            <a:r>
              <a:rPr lang="de-DE" dirty="0" err="1"/>
              <a:t>TargetEndpoint</a:t>
            </a:r>
            <a:r>
              <a:rPr lang="de-DE" dirty="0"/>
              <a:t>.</a:t>
            </a:r>
          </a:p>
          <a:p>
            <a:endParaRPr lang="de-DE" dirty="0"/>
          </a:p>
          <a:p>
            <a:r>
              <a:rPr lang="de-DE" dirty="0"/>
              <a:t>Der </a:t>
            </a:r>
            <a:r>
              <a:rPr lang="de-DE" dirty="0" err="1"/>
              <a:t>ProxyEndpoint</a:t>
            </a:r>
            <a:r>
              <a:rPr lang="de-DE" dirty="0"/>
              <a:t> repräsentiert die Kommunikation mit dem API-Konsumenten. Der </a:t>
            </a:r>
            <a:r>
              <a:rPr lang="de-DE" dirty="0" err="1"/>
              <a:t>TargetEndpoint</a:t>
            </a:r>
            <a:r>
              <a:rPr lang="de-DE" dirty="0"/>
              <a:t> repräsentiert die Kommunikation mit dem Backend.</a:t>
            </a:r>
          </a:p>
          <a:p>
            <a:endParaRPr lang="de-DE" dirty="0"/>
          </a:p>
          <a:p>
            <a:r>
              <a:rPr lang="de-DE" dirty="0"/>
              <a:t>Innerhalb beider Endpoints gibt es einen </a:t>
            </a:r>
            <a:r>
              <a:rPr lang="de-DE" dirty="0" err="1"/>
              <a:t>PreFlow</a:t>
            </a:r>
            <a:r>
              <a:rPr lang="de-DE" dirty="0"/>
              <a:t>, optionale bedingte Flows und einen </a:t>
            </a:r>
            <a:r>
              <a:rPr lang="de-DE" dirty="0" err="1"/>
              <a:t>PostFlow</a:t>
            </a:r>
            <a:r>
              <a:rPr lang="de-DE" dirty="0"/>
              <a:t>. Diese Bereiche existieren sowohl für den Request als auch für die Response.</a:t>
            </a:r>
          </a:p>
          <a:p>
            <a:endParaRPr lang="de-DE" dirty="0"/>
          </a:p>
          <a:p>
            <a:r>
              <a:rPr lang="de-DE" dirty="0"/>
              <a:t>Auf dem Request-Weg durchläuft die Nachricht zuerst den </a:t>
            </a:r>
            <a:r>
              <a:rPr lang="de-DE" dirty="0" err="1"/>
              <a:t>ProxyEndpoint</a:t>
            </a:r>
            <a:r>
              <a:rPr lang="de-DE" dirty="0"/>
              <a:t> und anschließend den </a:t>
            </a:r>
            <a:r>
              <a:rPr lang="de-DE" dirty="0" err="1"/>
              <a:t>TargetEndpoint</a:t>
            </a:r>
            <a:r>
              <a:rPr lang="de-DE" dirty="0"/>
              <a:t>. Bei der Response ist die Richtung umgekehrt: Sie kommt vom Backend, durchläuft zunächst den </a:t>
            </a:r>
            <a:r>
              <a:rPr lang="de-DE" dirty="0" err="1"/>
              <a:t>TargetEndpoint</a:t>
            </a:r>
            <a:r>
              <a:rPr lang="de-DE" dirty="0"/>
              <a:t> und danach den </a:t>
            </a:r>
            <a:r>
              <a:rPr lang="de-DE" dirty="0" err="1"/>
              <a:t>ProxyEndpoint</a:t>
            </a:r>
            <a:r>
              <a:rPr lang="de-DE" dirty="0"/>
              <a:t>.</a:t>
            </a:r>
          </a:p>
          <a:p>
            <a:endParaRPr lang="de-DE" dirty="0"/>
          </a:p>
          <a:p>
            <a:r>
              <a:rPr lang="de-DE" dirty="0"/>
              <a:t>Der </a:t>
            </a:r>
            <a:r>
              <a:rPr lang="de-DE" dirty="0" err="1"/>
              <a:t>PostClientFlow</a:t>
            </a:r>
            <a:r>
              <a:rPr lang="de-DE" dirty="0"/>
              <a:t> ist ein Sonderfall. Er wird erst ausgeführt, nachdem die Response an den Client zurückgegeben wurde. Er eignet sich deshalb beispielsweise für </a:t>
            </a:r>
            <a:r>
              <a:rPr lang="de-DE" dirty="0" err="1"/>
              <a:t>Logging</a:t>
            </a:r>
            <a:r>
              <a:rPr lang="de-DE" dirty="0"/>
              <a:t>, das die Antwortzeit für den Konsumenten nicht verlängern soll.</a:t>
            </a:r>
          </a:p>
          <a:p>
            <a:endParaRPr lang="de-DE" dirty="0"/>
          </a:p>
          <a:p>
            <a:r>
              <a:rPr lang="de-DE" dirty="0"/>
              <a:t>Am Proxy </a:t>
            </a:r>
            <a:r>
              <a:rPr lang="de-DE" dirty="0" err="1"/>
              <a:t>Endpoint</a:t>
            </a:r>
            <a:r>
              <a:rPr lang="de-DE" dirty="0"/>
              <a:t> verarbeite ich später vor allem Anforderungen der Client-Seite, beispielsweise einen API Key oder eine </a:t>
            </a:r>
            <a:r>
              <a:rPr lang="de-DE" dirty="0" err="1"/>
              <a:t>Quota</a:t>
            </a:r>
            <a:r>
              <a:rPr lang="de-DE" dirty="0"/>
              <a:t>.</a:t>
            </a:r>
          </a:p>
          <a:p>
            <a:endParaRPr lang="de-DE" dirty="0"/>
          </a:p>
          <a:p>
            <a:r>
              <a:rPr lang="de-DE" dirty="0"/>
              <a:t>Am Target </a:t>
            </a:r>
            <a:r>
              <a:rPr lang="de-DE" dirty="0" err="1"/>
              <a:t>Endpoint</a:t>
            </a:r>
            <a:r>
              <a:rPr lang="de-DE" dirty="0"/>
              <a:t> behandle ich den Aufruf des </a:t>
            </a:r>
            <a:r>
              <a:rPr lang="de-DE" dirty="0" err="1"/>
              <a:t>Backends</a:t>
            </a:r>
            <a:r>
              <a:rPr lang="de-DE" dirty="0"/>
              <a:t>. Dort kann ich beispielsweise die technische Authentifizierung gegenüber dem SAP-System ergänzen.</a:t>
            </a:r>
          </a:p>
          <a:p>
            <a:endParaRPr lang="de-DE" dirty="0"/>
          </a:p>
          <a:p>
            <a:r>
              <a:rPr lang="de-DE" dirty="0"/>
              <a:t>Aktuell haben wir noch keine eigenen </a:t>
            </a:r>
            <a:r>
              <a:rPr lang="de-DE" dirty="0" err="1"/>
              <a:t>Policies</a:t>
            </a:r>
            <a:r>
              <a:rPr lang="de-DE" dirty="0"/>
              <a:t> konfiguriert. Der Proxy arbeitet daher zunächst weitgehend als Weiterleitung zwischen Client und Backend.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30</a:t>
            </a:fld>
            <a:endParaRPr lang="de-DE" dirty="0"/>
          </a:p>
        </p:txBody>
      </p:sp>
    </p:spTree>
    <p:extLst>
      <p:ext uri="{BB962C8B-B14F-4D97-AF65-F5344CB8AC3E}">
        <p14:creationId xmlns:p14="http://schemas.microsoft.com/office/powerpoint/2010/main" val="10743221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gespeicherter Proxy ist noch nicht automatisch aktiv. Beim Speichern entsteht zunächst ein </a:t>
            </a:r>
            <a:r>
              <a:rPr lang="de-DE" dirty="0" err="1"/>
              <a:t>Draft</a:t>
            </a:r>
            <a:r>
              <a:rPr lang="de-DE" dirty="0"/>
              <a:t>.</a:t>
            </a:r>
          </a:p>
          <a:p>
            <a:endParaRPr lang="de-DE" dirty="0"/>
          </a:p>
          <a:p>
            <a:r>
              <a:rPr lang="de-DE" dirty="0"/>
              <a:t>Erst durch das </a:t>
            </a:r>
            <a:r>
              <a:rPr lang="de-DE" dirty="0" err="1"/>
              <a:t>Deployment</a:t>
            </a:r>
            <a:r>
              <a:rPr lang="de-DE" dirty="0"/>
              <a:t> wird eine Revision auf die API-Management-</a:t>
            </a:r>
            <a:r>
              <a:rPr lang="de-DE" dirty="0" err="1"/>
              <a:t>Runtime</a:t>
            </a:r>
            <a:r>
              <a:rPr lang="de-DE" dirty="0"/>
              <a:t> übertragen. Danach kann ich die Proxy-URL aufrufen.</a:t>
            </a:r>
          </a:p>
          <a:p>
            <a:endParaRPr lang="de-DE" dirty="0"/>
          </a:p>
          <a:p>
            <a:r>
              <a:rPr lang="de-DE" dirty="0"/>
              <a:t>Das ist auch bei späteren Änderungen wichtig: Wenn ich eine Policy bearbeite, muss ich die neue Revision erneut deployen. Sonst teste ich möglicherweise weiterhin den alten Stand, obwohl der Editor bereits meine Änderungen zeigt.</a:t>
            </a:r>
          </a:p>
          <a:p>
            <a:endParaRPr lang="de-DE" dirty="0"/>
          </a:p>
          <a:p>
            <a:r>
              <a:rPr lang="de-DE" b="1" dirty="0"/>
              <a:t>DEMO</a:t>
            </a:r>
          </a:p>
          <a:p>
            <a:endParaRPr lang="de-DE" b="1" dirty="0"/>
          </a:p>
          <a:p>
            <a:r>
              <a:rPr lang="de-DE" dirty="0"/>
              <a:t>Ich kontrolliere noch einmal den Base Path und die vom Katalog übernommene Target-URL.</a:t>
            </a:r>
          </a:p>
          <a:p>
            <a:endParaRPr lang="de-DE" dirty="0"/>
          </a:p>
          <a:p>
            <a:r>
              <a:rPr lang="de-DE" dirty="0"/>
              <a:t>Danach speichere und deploye ich den Proxy. Das </a:t>
            </a:r>
            <a:r>
              <a:rPr lang="de-DE" dirty="0" err="1"/>
              <a:t>Deployment</a:t>
            </a:r>
            <a:r>
              <a:rPr lang="de-DE" dirty="0"/>
              <a:t> kann einen Moment dauern. Erst wenn der entsprechende Status angezeigt wird, teste ich die </a:t>
            </a:r>
            <a:r>
              <a:rPr lang="de-DE" dirty="0" err="1"/>
              <a:t>Runtime</a:t>
            </a:r>
            <a:r>
              <a:rPr lang="de-DE" dirty="0"/>
              <a:t>-URL.</a:t>
            </a:r>
          </a:p>
          <a:p>
            <a:endParaRPr lang="de-DE" dirty="0"/>
          </a:p>
          <a:p>
            <a:r>
              <a:rPr lang="de-DE" dirty="0"/>
              <a:t>Dabei achte ich darauf, wirklich die URL der API-Management-</a:t>
            </a:r>
            <a:r>
              <a:rPr lang="de-DE" dirty="0" err="1"/>
              <a:t>Runtime</a:t>
            </a:r>
            <a:r>
              <a:rPr lang="de-DE" dirty="0"/>
              <a:t> zu verwenden. Die URL der Integration Suite, die URL des API Portals und die URL des Developer Hubs sind dafür nicht geeignet.</a:t>
            </a:r>
          </a:p>
          <a:p>
            <a:endParaRPr lang="de-DE" b="1" dirty="0"/>
          </a:p>
          <a:p>
            <a:pPr marL="514350" indent="-514350">
              <a:buFont typeface="+mj-lt"/>
              <a:buAutoNum type="arabicPeriod"/>
            </a:pPr>
            <a:r>
              <a:rPr lang="de-DE" dirty="0"/>
              <a:t>Proxy-Konfiguration kontrollieren </a:t>
            </a:r>
          </a:p>
          <a:p>
            <a:pPr marL="514350" indent="-514350">
              <a:buFont typeface="+mj-lt"/>
              <a:buAutoNum type="arabicPeriod"/>
            </a:pPr>
            <a:r>
              <a:rPr lang="de-DE" dirty="0"/>
              <a:t>Target-URL prüfen </a:t>
            </a:r>
          </a:p>
          <a:p>
            <a:pPr marL="514350" indent="-514350">
              <a:buFont typeface="+mj-lt"/>
              <a:buAutoNum type="arabicPeriod"/>
            </a:pPr>
            <a:r>
              <a:rPr lang="de-DE" dirty="0"/>
              <a:t>Base Path prüfen </a:t>
            </a:r>
          </a:p>
          <a:p>
            <a:pPr marL="514350" indent="-514350">
              <a:buFont typeface="+mj-lt"/>
              <a:buAutoNum type="arabicPeriod"/>
            </a:pPr>
            <a:r>
              <a:rPr lang="de-DE" dirty="0"/>
              <a:t>speichern </a:t>
            </a:r>
          </a:p>
          <a:p>
            <a:pPr marL="514350" indent="-514350">
              <a:buFont typeface="+mj-lt"/>
              <a:buAutoNum type="arabicPeriod"/>
            </a:pPr>
            <a:r>
              <a:rPr lang="de-DE" dirty="0"/>
              <a:t>deployen </a:t>
            </a:r>
          </a:p>
          <a:p>
            <a:pPr marL="514350" indent="-514350">
              <a:buFont typeface="+mj-lt"/>
              <a:buAutoNum type="arabicPeriod"/>
            </a:pPr>
            <a:r>
              <a:rPr lang="de-DE" dirty="0" err="1"/>
              <a:t>Deployment</a:t>
            </a:r>
            <a:r>
              <a:rPr lang="de-DE" dirty="0"/>
              <a:t>-Status abwarten </a:t>
            </a:r>
          </a:p>
          <a:p>
            <a:pPr marL="514350" indent="-514350">
              <a:buFont typeface="+mj-lt"/>
              <a:buAutoNum type="arabicPeriod"/>
            </a:pPr>
            <a:r>
              <a:rPr lang="de-DE" dirty="0" err="1"/>
              <a:t>Runtime</a:t>
            </a:r>
            <a:r>
              <a:rPr lang="de-DE" dirty="0"/>
              <a:t>-URL ermitteln </a:t>
            </a:r>
          </a:p>
          <a:p>
            <a:pPr marL="514350" indent="-514350">
              <a:buFont typeface="+mj-lt"/>
              <a:buAutoNum type="arabicPeriod"/>
            </a:pPr>
            <a:r>
              <a:rPr lang="de-DE" dirty="0"/>
              <a:t>Proxy aufrufen</a:t>
            </a:r>
          </a:p>
          <a:p>
            <a:pPr marL="514350" indent="-514350">
              <a:buFont typeface="+mj-lt"/>
              <a:buAutoNum type="arabicPeriod"/>
            </a:pPr>
            <a:endParaRPr lang="de-DE" dirty="0"/>
          </a:p>
          <a:p>
            <a:r>
              <a:rPr lang="de-DE" dirty="0"/>
              <a:t>Beim ersten Aufruf kann ich jetzt eine scheinbar enttäuschende Antwort erhalten: HTTP 401 </a:t>
            </a:r>
            <a:r>
              <a:rPr lang="de-DE" dirty="0" err="1"/>
              <a:t>Unauthorized</a:t>
            </a:r>
            <a:r>
              <a:rPr lang="de-DE" dirty="0"/>
              <a:t>.</a:t>
            </a:r>
          </a:p>
          <a:p>
            <a:endParaRPr lang="de-DE" dirty="0"/>
          </a:p>
          <a:p>
            <a:r>
              <a:rPr lang="de-DE" dirty="0"/>
              <a:t>Das bedeutet in diesem Fall nicht, dass der Proxy nicht funktioniert. Im Gegenteil: Der Request wurde bis zum Backend weitergeleitet, und das Backend fordert seine Basic Authentication an.</a:t>
            </a:r>
          </a:p>
          <a:p>
            <a:endParaRPr lang="de-DE" dirty="0"/>
          </a:p>
          <a:p>
            <a:r>
              <a:rPr lang="de-DE" dirty="0"/>
              <a:t>Die Zugangsdaten aus den Catalog Service Settings wurden für das Einlesen des Servicekatalogs verwendet. Ich sollte nicht davon ausgehen, dass API Management diese automatisch für jeden </a:t>
            </a:r>
            <a:r>
              <a:rPr lang="de-DE" dirty="0" err="1"/>
              <a:t>Runtime</a:t>
            </a:r>
            <a:r>
              <a:rPr lang="de-DE" dirty="0"/>
              <a:t>-Aufruf des Proxys verwendet.</a:t>
            </a:r>
          </a:p>
          <a:p>
            <a:endParaRPr lang="de-DE" dirty="0"/>
          </a:p>
          <a:p>
            <a:r>
              <a:rPr lang="de-DE" dirty="0"/>
              <a:t>Damit müssen wir zwei verschiedene Authentifizierungsrichtungen unterscheiden.</a:t>
            </a:r>
          </a:p>
          <a:p>
            <a:pPr marL="514350" indent="-514350">
              <a:buFont typeface="+mj-lt"/>
              <a:buAutoNum type="arabicPeriod"/>
            </a:pPr>
            <a:endParaRPr lang="de-DE" dirty="0"/>
          </a:p>
          <a:p>
            <a:endParaRPr lang="de-DE" b="1"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31</a:t>
            </a:fld>
            <a:endParaRPr lang="de-DE" dirty="0"/>
          </a:p>
        </p:txBody>
      </p:sp>
    </p:spTree>
    <p:extLst>
      <p:ext uri="{BB962C8B-B14F-4D97-AF65-F5344CB8AC3E}">
        <p14:creationId xmlns:p14="http://schemas.microsoft.com/office/powerpoint/2010/main" val="10073688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einem API Proxy existieren zwei voneinander unabhängige Sicherheitsbeziehungen.</a:t>
            </a:r>
          </a:p>
          <a:p>
            <a:endParaRPr lang="de-DE" dirty="0"/>
          </a:p>
          <a:p>
            <a:r>
              <a:rPr lang="de-DE" dirty="0"/>
              <a:t>Auf der einen Seite authentifiziert sich der Konsument gegenüber API Management. Hier kann ich später beispielsweise einen API Key oder OAuth verwenden.</a:t>
            </a:r>
          </a:p>
          <a:p>
            <a:endParaRPr lang="de-DE" dirty="0"/>
          </a:p>
          <a:p>
            <a:r>
              <a:rPr lang="de-DE" dirty="0"/>
              <a:t>Auf der anderen Seite authentifiziert sich API Management gegenüber dem Backend. Unser SAP-System erwartet dort momentan Basic Authentication.</a:t>
            </a:r>
          </a:p>
          <a:p>
            <a:endParaRPr lang="de-DE" dirty="0"/>
          </a:p>
          <a:p>
            <a:r>
              <a:rPr lang="de-DE" dirty="0"/>
              <a:t>Diese Trennung ist zentral: Der Konsument soll das Kennwort des SAP-Kommunikationsbenutzers später gerade nicht kennen. API Management soll es beim Backend-Aufruf selbst ergänzen.</a:t>
            </a:r>
          </a:p>
          <a:p>
            <a:endParaRPr lang="de-DE" dirty="0"/>
          </a:p>
          <a:p>
            <a:r>
              <a:rPr lang="de-DE" b="1" dirty="0"/>
              <a:t>DEMO</a:t>
            </a:r>
          </a:p>
          <a:p>
            <a:r>
              <a:rPr lang="de-DE" dirty="0"/>
              <a:t>Für einen ersten technischen Funktionstest trage ich die Zugangsdaten des Backend-Kommunikationsbenutzers in Postman ein.</a:t>
            </a:r>
          </a:p>
          <a:p>
            <a:endParaRPr lang="de-DE" dirty="0"/>
          </a:p>
          <a:p>
            <a:r>
              <a:rPr lang="de-DE" dirty="0"/>
              <a:t>Der </a:t>
            </a:r>
            <a:r>
              <a:rPr lang="de-DE" dirty="0" err="1"/>
              <a:t>Authorization</a:t>
            </a:r>
            <a:r>
              <a:rPr lang="de-DE" dirty="0"/>
              <a:t>-Header wird vom Proxy zunächst an das Backend weitergereicht. Wenn ich daraufhin HTTP 200 erhalte, habe ich mehrere Dinge gleichzeitig nachgewiesen: Der Proxy ist erreichbar, die Target-URL stimmt und das Backend akzeptiert den Benutzer.</a:t>
            </a:r>
          </a:p>
          <a:p>
            <a:endParaRPr lang="de-DE" dirty="0"/>
          </a:p>
          <a:p>
            <a:r>
              <a:rPr lang="de-DE" dirty="0"/>
              <a:t>Das ist jedoch noch keine geeignete Zielarchitektur. Der API-Konsument müsste dabei das Backend-Kennwort kennen. Im nächsten Teil verlagere ich diese Authentifizierung deshalb in den </a:t>
            </a:r>
            <a:r>
              <a:rPr lang="de-DE" dirty="0" err="1"/>
              <a:t>TargetEndpoint</a:t>
            </a:r>
            <a:r>
              <a:rPr lang="de-DE" dirty="0"/>
              <a:t> des Proxys.</a:t>
            </a:r>
          </a:p>
          <a:p>
            <a:endParaRPr lang="de-DE" b="1"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32</a:t>
            </a:fld>
            <a:endParaRPr lang="de-DE" dirty="0"/>
          </a:p>
        </p:txBody>
      </p:sp>
    </p:spTree>
    <p:extLst>
      <p:ext uri="{BB962C8B-B14F-4D97-AF65-F5344CB8AC3E}">
        <p14:creationId xmlns:p14="http://schemas.microsoft.com/office/powerpoint/2010/main" val="11245202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die Tests stehen mir mehrere Werkzeuge zur Verfügung.</a:t>
            </a:r>
          </a:p>
          <a:p>
            <a:endParaRPr lang="de-DE" dirty="0"/>
          </a:p>
          <a:p>
            <a:r>
              <a:rPr lang="de-DE" dirty="0"/>
              <a:t>Die integrierte Test Console ist bequem, um bekannte Ressourcen direkt aufzurufen. Für eine systematische Fehlersuche bevorzuge ich Postman, weil ich dort Authentifizierung, Header und Request Body explizit kontrollieren kann.</a:t>
            </a:r>
          </a:p>
          <a:p>
            <a:endParaRPr lang="de-DE" dirty="0"/>
          </a:p>
          <a:p>
            <a:r>
              <a:rPr lang="de-DE" dirty="0"/>
              <a:t>Ein Browser eignet sich für einen schnellen GET-Test. Wenn das Backend aber Basic Authentication verlangt, zeigt der Browser einen Anmeldedialog an. Dieser Dialog stammt nicht zwingend von API Management – er kann über den Proxy vom Backend ausgelöst worden sein.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33</a:t>
            </a:fld>
            <a:endParaRPr lang="de-DE" dirty="0"/>
          </a:p>
        </p:txBody>
      </p:sp>
    </p:spTree>
    <p:extLst>
      <p:ext uri="{BB962C8B-B14F-4D97-AF65-F5344CB8AC3E}">
        <p14:creationId xmlns:p14="http://schemas.microsoft.com/office/powerpoint/2010/main" val="29389115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HTTP-Antwort liefert bereits einen wichtigen Hinweis auf die Fehlerursache.</a:t>
            </a:r>
          </a:p>
          <a:p>
            <a:endParaRPr lang="de-DE" dirty="0"/>
          </a:p>
          <a:p>
            <a:r>
              <a:rPr lang="de-DE" dirty="0"/>
              <a:t>Ein 404 betrifft häufig die Proxy-URL oder den Ressourcenpfad. Bei einem 401 mit Basic Challenge hat der Request wahrscheinlich das SAP-Backend erreicht, aber dort fehlen gültige Zugangsdaten.</a:t>
            </a:r>
          </a:p>
          <a:p>
            <a:endParaRPr lang="de-DE" dirty="0"/>
          </a:p>
          <a:p>
            <a:r>
              <a:rPr lang="de-DE" dirty="0"/>
              <a:t>Ein 403 bedeutet meist, dass die Authentifizierung erfolgt ist, der Benutzer aber nicht über die erforderliche Berechtigung verfügt.</a:t>
            </a:r>
          </a:p>
          <a:p>
            <a:endParaRPr lang="de-DE" dirty="0"/>
          </a:p>
          <a:p>
            <a:r>
              <a:rPr lang="de-DE" dirty="0"/>
              <a:t>Bei Änderungen prüfe ich außerdem immer, ob die aktuelle Revision wirklich deployt wurde. Der Editor kann bereits einen neuen </a:t>
            </a:r>
            <a:r>
              <a:rPr lang="de-DE" dirty="0" err="1"/>
              <a:t>Draft</a:t>
            </a:r>
            <a:r>
              <a:rPr lang="de-DE" dirty="0"/>
              <a:t> zeigen, während die </a:t>
            </a:r>
            <a:r>
              <a:rPr lang="de-DE" dirty="0" err="1"/>
              <a:t>Runtime</a:t>
            </a:r>
            <a:r>
              <a:rPr lang="de-DE" dirty="0"/>
              <a:t> weiterhin eine ältere Version ausführt.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34</a:t>
            </a:fld>
            <a:endParaRPr lang="de-DE" dirty="0"/>
          </a:p>
        </p:txBody>
      </p:sp>
    </p:spTree>
    <p:extLst>
      <p:ext uri="{BB962C8B-B14F-4D97-AF65-F5344CB8AC3E}">
        <p14:creationId xmlns:p14="http://schemas.microsoft.com/office/powerpoint/2010/main" val="3565399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API Proxy stellt bereits eine eigene URL vor dem Backend bereit. Bisher arbeitet er aber weitgehend als reine Weiterleitung.</a:t>
            </a:r>
          </a:p>
          <a:p>
            <a:endParaRPr lang="de-DE" dirty="0"/>
          </a:p>
          <a:p>
            <a:r>
              <a:rPr lang="de-DE" dirty="0"/>
              <a:t>Seinen eigentlichen Mehrwert erhält API Management durch </a:t>
            </a:r>
            <a:r>
              <a:rPr lang="de-DE" dirty="0" err="1"/>
              <a:t>Policies</a:t>
            </a:r>
            <a:r>
              <a:rPr lang="de-DE" dirty="0"/>
              <a:t>. Eine Policy ist ein vorkonfigurierter Verarbeitungsschritt, der an einer bestimmten Stelle des Proxy-Flows ausgeführt wird.</a:t>
            </a:r>
          </a:p>
          <a:p>
            <a:endParaRPr lang="de-DE" dirty="0"/>
          </a:p>
          <a:p>
            <a:r>
              <a:rPr lang="de-DE" dirty="0"/>
              <a:t>Damit kann ich einen Request prüfen, verändern, begrenzen oder protokollieren, ohne dafür eine vollständige Anwendung oder einen </a:t>
            </a:r>
            <a:r>
              <a:rPr lang="de-DE" dirty="0" err="1"/>
              <a:t>iFlow</a:t>
            </a:r>
            <a:r>
              <a:rPr lang="de-DE" dirty="0"/>
              <a:t> entwickeln zu müssen.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36</a:t>
            </a:fld>
            <a:endParaRPr lang="de-DE" dirty="0"/>
          </a:p>
        </p:txBody>
      </p:sp>
    </p:spTree>
    <p:extLst>
      <p:ext uri="{BB962C8B-B14F-4D97-AF65-F5344CB8AC3E}">
        <p14:creationId xmlns:p14="http://schemas.microsoft.com/office/powerpoint/2010/main" val="38699506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SAP stellt verschiedene fertige Policy-Typen bereit.</a:t>
            </a:r>
          </a:p>
          <a:p>
            <a:endParaRPr lang="de-DE" dirty="0"/>
          </a:p>
          <a:p>
            <a:r>
              <a:rPr lang="de-DE" dirty="0"/>
              <a:t>Security </a:t>
            </a:r>
            <a:r>
              <a:rPr lang="de-DE" dirty="0" err="1"/>
              <a:t>Policies</a:t>
            </a:r>
            <a:r>
              <a:rPr lang="de-DE" dirty="0"/>
              <a:t> schützen den Zugriff. Traffic-Management-</a:t>
            </a:r>
            <a:r>
              <a:rPr lang="de-DE" dirty="0" err="1"/>
              <a:t>Policies</a:t>
            </a:r>
            <a:r>
              <a:rPr lang="de-DE" dirty="0"/>
              <a:t> begrenzen oder glätten die Last. Mediation </a:t>
            </a:r>
            <a:r>
              <a:rPr lang="de-DE" dirty="0" err="1"/>
              <a:t>Policies</a:t>
            </a:r>
            <a:r>
              <a:rPr lang="de-DE" dirty="0"/>
              <a:t> verändern Nachrichten oder Header. Threat-</a:t>
            </a:r>
            <a:r>
              <a:rPr lang="de-DE" dirty="0" err="1"/>
              <a:t>Protection</a:t>
            </a:r>
            <a:r>
              <a:rPr lang="de-DE" dirty="0"/>
              <a:t>-</a:t>
            </a:r>
            <a:r>
              <a:rPr lang="de-DE" dirty="0" err="1"/>
              <a:t>Policies</a:t>
            </a:r>
            <a:r>
              <a:rPr lang="de-DE" dirty="0"/>
              <a:t> prüfen eingehende Inhalte auf problematische Strukturen.</a:t>
            </a:r>
          </a:p>
          <a:p>
            <a:endParaRPr lang="de-DE" dirty="0"/>
          </a:p>
          <a:p>
            <a:r>
              <a:rPr lang="de-DE" dirty="0"/>
              <a:t>Wenn die Standardbausteine nicht ausreichen, kann ich auch Skripte oder Service </a:t>
            </a:r>
            <a:r>
              <a:rPr lang="de-DE" dirty="0" err="1"/>
              <a:t>Callouts</a:t>
            </a:r>
            <a:r>
              <a:rPr lang="de-DE" dirty="0"/>
              <a:t> verwenden. Einen API Proxy sollte ich trotzdem möglichst übersichtlich halten. Umfangreiche Orchestrierung und komplexe Transformationen gehören meist besser in einen </a:t>
            </a:r>
            <a:r>
              <a:rPr lang="de-DE" dirty="0" err="1"/>
              <a:t>iFlow</a:t>
            </a:r>
            <a:r>
              <a:rPr lang="de-DE" dirty="0"/>
              <a:t> oder eine Backend-Anwendung.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37</a:t>
            </a:fld>
            <a:endParaRPr lang="de-DE" dirty="0"/>
          </a:p>
        </p:txBody>
      </p:sp>
    </p:spTree>
    <p:extLst>
      <p:ext uri="{BB962C8B-B14F-4D97-AF65-F5344CB8AC3E}">
        <p14:creationId xmlns:p14="http://schemas.microsoft.com/office/powerpoint/2010/main" val="25552939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Policy ist kein eigenständiges Programm. Sie wird erst wirksam, wenn ich sie an einen Flow des API Proxys anhänge.</a:t>
            </a:r>
          </a:p>
          <a:p>
            <a:endParaRPr lang="de-DE" dirty="0"/>
          </a:p>
          <a:p>
            <a:r>
              <a:rPr lang="de-DE" dirty="0"/>
              <a:t>Der Policy-Typ legt die grundsätzliche Funktion fest. Die XML-Konfiguration enthält die Parameter. Die Position bestimmt, wann die Policy ausgeführt wird. Über eine </a:t>
            </a:r>
            <a:r>
              <a:rPr lang="de-DE" dirty="0" err="1"/>
              <a:t>Condition</a:t>
            </a:r>
            <a:r>
              <a:rPr lang="de-DE" dirty="0"/>
              <a:t> kann ich die Ausführung zusätzlich einschränken.</a:t>
            </a:r>
          </a:p>
          <a:p>
            <a:endParaRPr lang="de-DE" dirty="0"/>
          </a:p>
          <a:p>
            <a:r>
              <a:rPr lang="de-DE" dirty="0"/>
              <a:t>Zwei identische </a:t>
            </a:r>
            <a:r>
              <a:rPr lang="de-DE" dirty="0" err="1"/>
              <a:t>Policies</a:t>
            </a:r>
            <a:r>
              <a:rPr lang="de-DE" dirty="0"/>
              <a:t> können deshalb unterschiedliche Auswirkungen haben, wenn sie an unterschiedlichen Stellen im Flow angebracht sind.</a:t>
            </a:r>
          </a:p>
          <a:p>
            <a:endParaRPr lang="de-DE" dirty="0"/>
          </a:p>
          <a:p>
            <a:r>
              <a:rPr lang="de-DE" dirty="0"/>
              <a:t>Die Position einer Policy folgt der jeweiligen Verantwortung.</a:t>
            </a:r>
          </a:p>
          <a:p>
            <a:endParaRPr lang="de-DE" dirty="0"/>
          </a:p>
          <a:p>
            <a:r>
              <a:rPr lang="de-DE" dirty="0"/>
              <a:t>Alles, was den API-Konsumenten betrifft, bringe ich normalerweise im </a:t>
            </a:r>
            <a:r>
              <a:rPr lang="de-DE" dirty="0" err="1"/>
              <a:t>ProxyEndpoint</a:t>
            </a:r>
            <a:r>
              <a:rPr lang="de-DE" dirty="0"/>
              <a:t> unter. Dazu gehören beispielsweise API-Key- oder OAuth-Prüfungen.</a:t>
            </a:r>
          </a:p>
          <a:p>
            <a:endParaRPr lang="de-DE" dirty="0"/>
          </a:p>
          <a:p>
            <a:r>
              <a:rPr lang="de-DE" dirty="0"/>
              <a:t>Alles, was für den Aufruf des </a:t>
            </a:r>
            <a:r>
              <a:rPr lang="de-DE" dirty="0" err="1"/>
              <a:t>Backends</a:t>
            </a:r>
            <a:r>
              <a:rPr lang="de-DE" dirty="0"/>
              <a:t> erforderlich ist, gehört in den </a:t>
            </a:r>
            <a:r>
              <a:rPr lang="de-DE" dirty="0" err="1"/>
              <a:t>TargetEndpoint</a:t>
            </a:r>
            <a:r>
              <a:rPr lang="de-DE" dirty="0"/>
              <a:t>. Unser technischer ABAP-Benutzer ist ein gutes Beispiel: Diese Zugangsdaten sollen ausschließlich beim ausgehenden Backend-Aufruf ergänzt werden.</a:t>
            </a:r>
          </a:p>
          <a:p>
            <a:endParaRPr lang="de-DE" dirty="0"/>
          </a:p>
          <a:p>
            <a:endParaRPr lang="de-DE" dirty="0"/>
          </a:p>
          <a:p>
            <a:endParaRPr lang="de-DE" dirty="0"/>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38</a:t>
            </a:fld>
            <a:endParaRPr lang="de-DE" dirty="0"/>
          </a:p>
        </p:txBody>
      </p:sp>
    </p:spTree>
    <p:extLst>
      <p:ext uri="{BB962C8B-B14F-4D97-AF65-F5344CB8AC3E}">
        <p14:creationId xmlns:p14="http://schemas.microsoft.com/office/powerpoint/2010/main" val="2145727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Policy Editor stellt Request und Response als zwei Pfade dar. Leider sind diese Pfade nicht besonders deutlich beschriftet.</a:t>
            </a:r>
          </a:p>
          <a:p>
            <a:endParaRPr lang="de-DE" dirty="0"/>
          </a:p>
          <a:p>
            <a:r>
              <a:rPr lang="de-DE" dirty="0"/>
              <a:t>Der obere Pfad verarbeitet den Request. Der untere Pfad verarbeitet die Response in umgekehrter Richtung.</a:t>
            </a:r>
          </a:p>
          <a:p>
            <a:endParaRPr lang="de-DE" dirty="0"/>
          </a:p>
          <a:p>
            <a:r>
              <a:rPr lang="de-DE" dirty="0"/>
              <a:t>Unsere Backend-</a:t>
            </a:r>
            <a:r>
              <a:rPr lang="de-DE" dirty="0" err="1"/>
              <a:t>Policies</a:t>
            </a:r>
            <a:r>
              <a:rPr lang="de-DE" dirty="0"/>
              <a:t> gehören in den oberen Pfad des </a:t>
            </a:r>
            <a:r>
              <a:rPr lang="de-DE" dirty="0" err="1"/>
              <a:t>TargetEndpoint</a:t>
            </a:r>
            <a:r>
              <a:rPr lang="de-DE" dirty="0"/>
              <a:t> </a:t>
            </a:r>
            <a:r>
              <a:rPr lang="de-DE" dirty="0" err="1"/>
              <a:t>PreFlow</a:t>
            </a:r>
            <a:r>
              <a:rPr lang="de-DE" dirty="0"/>
              <a:t>. Sie werden damit bei jedem Request ausgeführt, bevor API Management das Backend aufruft</a:t>
            </a:r>
          </a:p>
          <a:p>
            <a:endParaRPr lang="de-DE" dirty="0"/>
          </a:p>
          <a:p>
            <a:r>
              <a:rPr lang="de-DE" dirty="0"/>
              <a:t>Die Reihenfolge ist nicht nur optisch relevant. Eine Policy kann Variablen erzeugen, die von der folgenden Policy benötigt werden.</a:t>
            </a:r>
          </a:p>
          <a:p>
            <a:endParaRPr lang="de-DE" dirty="0"/>
          </a:p>
          <a:p>
            <a:r>
              <a:rPr lang="de-DE" dirty="0"/>
              <a:t>In unserem Beispiel muss ich zuerst Benutzername und Kennwort aus der Key Value </a:t>
            </a:r>
            <a:r>
              <a:rPr lang="de-DE" dirty="0" err="1"/>
              <a:t>Map</a:t>
            </a:r>
            <a:r>
              <a:rPr lang="de-DE" dirty="0"/>
              <a:t> lesen. Erst danach kann die Basic-Authentication-Policy daraus einen </a:t>
            </a:r>
            <a:r>
              <a:rPr lang="de-DE" dirty="0" err="1"/>
              <a:t>Authorization</a:t>
            </a:r>
            <a:r>
              <a:rPr lang="de-DE" dirty="0"/>
              <a:t>-Header erzeugen.</a:t>
            </a:r>
          </a:p>
          <a:p>
            <a:endParaRPr lang="de-DE" dirty="0"/>
          </a:p>
          <a:p>
            <a:r>
              <a:rPr lang="de-DE" dirty="0"/>
              <a:t>Neue </a:t>
            </a:r>
            <a:r>
              <a:rPr lang="de-DE" dirty="0" err="1"/>
              <a:t>Policies</a:t>
            </a:r>
            <a:r>
              <a:rPr lang="de-DE" dirty="0"/>
              <a:t> werden zunächst am Ende des Flow-Segments angefügt. Die Reihenfolge ändere ich über die kleinen Pfeile zwischen den Policy-Symbolen. Drag-and-drop funktioniert in dieser Oberfläche nicht.</a:t>
            </a:r>
          </a:p>
          <a:p>
            <a:endParaRPr lang="de-DE" dirty="0"/>
          </a:p>
          <a:p>
            <a:r>
              <a:rPr lang="de-DE" b="1" dirty="0"/>
              <a:t>DEMO</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39</a:t>
            </a:fld>
            <a:endParaRPr lang="de-DE" dirty="0"/>
          </a:p>
        </p:txBody>
      </p:sp>
    </p:spTree>
    <p:extLst>
      <p:ext uri="{BB962C8B-B14F-4D97-AF65-F5344CB8AC3E}">
        <p14:creationId xmlns:p14="http://schemas.microsoft.com/office/powerpoint/2010/main" val="3073370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Technisch könnte ich den vollständigen </a:t>
            </a:r>
            <a:r>
              <a:rPr lang="de-DE" dirty="0" err="1"/>
              <a:t>Authorization</a:t>
            </a:r>
            <a:r>
              <a:rPr lang="de-DE" dirty="0"/>
              <a:t>-Header direkt in eine </a:t>
            </a:r>
            <a:r>
              <a:rPr lang="de-DE" dirty="0" err="1"/>
              <a:t>Assign</a:t>
            </a:r>
            <a:r>
              <a:rPr lang="de-DE" dirty="0"/>
              <a:t>-Message-Policy schreiben. Das funktioniert, wäre aber eine schlechte Lösung.</a:t>
            </a:r>
          </a:p>
          <a:p>
            <a:endParaRPr lang="de-DE" dirty="0"/>
          </a:p>
          <a:p>
            <a:r>
              <a:rPr lang="de-DE" dirty="0"/>
              <a:t>Basic Authentication verwendet Base64. Base64 ist keine Verschlüsselung und lässt sich unmittelbar zurückwandeln. Ein solcher Wert darf deshalb nicht im Policy-Quelltext, in einer Präsentation oder in einem Screenshot stehen</a:t>
            </a:r>
          </a:p>
          <a:p>
            <a:endParaRPr lang="de-DE" dirty="0"/>
          </a:p>
          <a:p>
            <a:r>
              <a:rPr lang="de-DE" dirty="0"/>
              <a:t>Ich speichere Benutzername und Kennwort stattdessen in einer verschlüsselten Key Value </a:t>
            </a:r>
            <a:r>
              <a:rPr lang="de-DE" dirty="0" err="1"/>
              <a:t>Map</a:t>
            </a:r>
            <a:r>
              <a:rPr lang="de-DE" dirty="0"/>
              <a: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40</a:t>
            </a:fld>
            <a:endParaRPr lang="de-DE" dirty="0"/>
          </a:p>
        </p:txBody>
      </p:sp>
    </p:spTree>
    <p:extLst>
      <p:ext uri="{BB962C8B-B14F-4D97-AF65-F5344CB8AC3E}">
        <p14:creationId xmlns:p14="http://schemas.microsoft.com/office/powerpoint/2010/main" val="1283836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Key Value </a:t>
            </a:r>
            <a:r>
              <a:rPr lang="de-DE" dirty="0" err="1"/>
              <a:t>Map</a:t>
            </a:r>
            <a:r>
              <a:rPr lang="de-DE" dirty="0"/>
              <a:t> speichert Schlüssel-Wert-Paare, die zur Laufzeit von </a:t>
            </a:r>
            <a:r>
              <a:rPr lang="de-DE" dirty="0" err="1"/>
              <a:t>Policies</a:t>
            </a:r>
            <a:r>
              <a:rPr lang="de-DE" dirty="0"/>
              <a:t> gelesen werden können.</a:t>
            </a:r>
          </a:p>
          <a:p>
            <a:endParaRPr lang="de-DE" dirty="0"/>
          </a:p>
          <a:p>
            <a:r>
              <a:rPr lang="de-DE" dirty="0"/>
              <a:t>Ich lege eine </a:t>
            </a:r>
            <a:r>
              <a:rPr lang="de-DE" dirty="0" err="1"/>
              <a:t>Map</a:t>
            </a:r>
            <a:r>
              <a:rPr lang="de-DE" dirty="0"/>
              <a:t> mit dem Namen </a:t>
            </a:r>
            <a:r>
              <a:rPr lang="de-DE" sz="1200" kern="1200" dirty="0" err="1">
                <a:solidFill>
                  <a:schemeClr val="tx1"/>
                </a:solidFill>
                <a:latin typeface="+mn-lt"/>
                <a:ea typeface="+mn-ea"/>
                <a:cs typeface="+mn-cs"/>
              </a:rPr>
              <a:t>ABAPCredentials</a:t>
            </a:r>
            <a:r>
              <a:rPr lang="de-DE" dirty="0"/>
              <a:t> an. Darin speichere ich Benutzername und Kennwort als zwei getrennte Einträge.</a:t>
            </a:r>
          </a:p>
          <a:p>
            <a:endParaRPr lang="de-DE" dirty="0"/>
          </a:p>
          <a:p>
            <a:r>
              <a:rPr lang="de-DE" dirty="0"/>
              <a:t>Für Zugangsdaten aktiviere ich die Verschlüsselung. Verschlüsselte Werte muss die Policy in Variablen einlesen, deren Name mit </a:t>
            </a:r>
            <a:r>
              <a:rPr lang="de-DE" sz="1200" kern="1200" dirty="0">
                <a:solidFill>
                  <a:schemeClr val="tx1"/>
                </a:solidFill>
                <a:latin typeface="+mn-lt"/>
                <a:ea typeface="+mn-ea"/>
                <a:cs typeface="+mn-cs"/>
              </a:rPr>
              <a:t>private.</a:t>
            </a:r>
            <a:r>
              <a:rPr lang="de-DE" dirty="0"/>
              <a:t> beginnt. Dadurch werden die Werte im </a:t>
            </a:r>
            <a:r>
              <a:rPr lang="de-DE" dirty="0" err="1"/>
              <a:t>Debug</a:t>
            </a:r>
            <a:r>
              <a:rPr lang="de-DE" dirty="0"/>
              <a:t>-Trace nicht offengelegt.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41</a:t>
            </a:fld>
            <a:endParaRPr lang="de-DE" dirty="0"/>
          </a:p>
        </p:txBody>
      </p:sp>
    </p:spTree>
    <p:extLst>
      <p:ext uri="{BB962C8B-B14F-4D97-AF65-F5344CB8AC3E}">
        <p14:creationId xmlns:p14="http://schemas.microsoft.com/office/powerpoint/2010/main" val="31637901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erste Policy liest die beiden Einträge aus der Key Value </a:t>
            </a:r>
            <a:r>
              <a:rPr lang="de-DE" dirty="0" err="1"/>
              <a:t>Map</a:t>
            </a:r>
            <a:r>
              <a:rPr lang="de-DE" dirty="0"/>
              <a:t>.</a:t>
            </a:r>
          </a:p>
          <a:p>
            <a:endParaRPr lang="de-DE" dirty="0"/>
          </a:p>
          <a:p>
            <a:r>
              <a:rPr lang="de-DE" dirty="0"/>
              <a:t>Der Wert von </a:t>
            </a:r>
            <a:r>
              <a:rPr lang="de-DE" sz="1200" kern="1200" dirty="0" err="1">
                <a:solidFill>
                  <a:schemeClr val="tx1"/>
                </a:solidFill>
                <a:latin typeface="+mn-lt"/>
                <a:ea typeface="+mn-ea"/>
                <a:cs typeface="+mn-cs"/>
              </a:rPr>
              <a:t>mapIdentifier</a:t>
            </a:r>
            <a:r>
              <a:rPr lang="de-DE" dirty="0"/>
              <a:t> muss exakt dem Namen der </a:t>
            </a:r>
            <a:r>
              <a:rPr lang="de-DE" dirty="0" err="1"/>
              <a:t>Map</a:t>
            </a:r>
            <a:r>
              <a:rPr lang="de-DE" dirty="0"/>
              <a:t> entsprechen. Auch die Schlüssel </a:t>
            </a:r>
            <a:r>
              <a:rPr lang="de-DE" sz="1200" kern="1200" dirty="0">
                <a:solidFill>
                  <a:schemeClr val="tx1"/>
                </a:solidFill>
                <a:latin typeface="+mn-lt"/>
                <a:ea typeface="+mn-ea"/>
                <a:cs typeface="+mn-cs"/>
              </a:rPr>
              <a:t>Username</a:t>
            </a:r>
            <a:r>
              <a:rPr lang="de-DE" dirty="0"/>
              <a:t> und </a:t>
            </a:r>
            <a:r>
              <a:rPr lang="de-DE" sz="1200" kern="1200" dirty="0">
                <a:solidFill>
                  <a:schemeClr val="tx1"/>
                </a:solidFill>
                <a:latin typeface="+mn-lt"/>
                <a:ea typeface="+mn-ea"/>
                <a:cs typeface="+mn-cs"/>
              </a:rPr>
              <a:t>Password</a:t>
            </a:r>
            <a:r>
              <a:rPr lang="de-DE" dirty="0"/>
              <a:t> sind </a:t>
            </a:r>
            <a:r>
              <a:rPr lang="de-DE" dirty="0" err="1"/>
              <a:t>case</a:t>
            </a:r>
            <a:r>
              <a:rPr lang="de-DE" dirty="0"/>
              <a:t>-sensitive.</a:t>
            </a:r>
          </a:p>
          <a:p>
            <a:endParaRPr lang="de-DE" dirty="0"/>
          </a:p>
          <a:p>
            <a:r>
              <a:rPr lang="de-DE" dirty="0"/>
              <a:t>Die gelesenen Werte speichere ich in zwei privaten Flow-Variablen. Sie stehen damit nachfolgenden </a:t>
            </a:r>
            <a:r>
              <a:rPr lang="de-DE" dirty="0" err="1"/>
              <a:t>Policies</a:t>
            </a:r>
            <a:r>
              <a:rPr lang="de-DE" dirty="0"/>
              <a:t> zur Verfügung, erscheinen aber nicht im Klartext im Trace.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42</a:t>
            </a:fld>
            <a:endParaRPr lang="de-DE" dirty="0"/>
          </a:p>
        </p:txBody>
      </p:sp>
    </p:spTree>
    <p:extLst>
      <p:ext uri="{BB962C8B-B14F-4D97-AF65-F5344CB8AC3E}">
        <p14:creationId xmlns:p14="http://schemas.microsoft.com/office/powerpoint/2010/main" val="20337132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zweite Policy liest Benutzername und Kennwort aus den beiden privaten Variablen.</a:t>
            </a:r>
          </a:p>
          <a:p>
            <a:endParaRPr lang="de-DE" dirty="0"/>
          </a:p>
          <a:p>
            <a:r>
              <a:rPr lang="de-DE" dirty="0"/>
              <a:t>Mit der Operation </a:t>
            </a:r>
            <a:r>
              <a:rPr lang="de-DE" sz="1200" kern="1200" dirty="0" err="1">
                <a:solidFill>
                  <a:schemeClr val="tx1"/>
                </a:solidFill>
                <a:latin typeface="+mn-lt"/>
                <a:ea typeface="+mn-ea"/>
                <a:cs typeface="+mn-cs"/>
              </a:rPr>
              <a:t>Encode</a:t>
            </a:r>
            <a:r>
              <a:rPr lang="de-DE" dirty="0"/>
              <a:t> kombiniert sie beide Werte im Format Benutzername, Doppelpunkt, Kennwort und codiert das Ergebnis als Base64. Anschließend schreibt sie den vollständigen Wert in den </a:t>
            </a:r>
            <a:r>
              <a:rPr lang="de-DE" dirty="0" err="1"/>
              <a:t>Authorization</a:t>
            </a:r>
            <a:r>
              <a:rPr lang="de-DE" dirty="0"/>
              <a:t>-Header des Requests.</a:t>
            </a:r>
          </a:p>
          <a:p>
            <a:endParaRPr lang="de-DE" dirty="0"/>
          </a:p>
          <a:p>
            <a:r>
              <a:rPr lang="de-DE" dirty="0"/>
              <a:t>Die Policy prüft keine eingehende Basic Authentication. Sie erzeugt hier vielmehr die Authentifizierung für den ausgehenden Backend-Aufruf.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43</a:t>
            </a:fld>
            <a:endParaRPr lang="de-DE" dirty="0"/>
          </a:p>
        </p:txBody>
      </p:sp>
    </p:spTree>
    <p:extLst>
      <p:ext uri="{BB962C8B-B14F-4D97-AF65-F5344CB8AC3E}">
        <p14:creationId xmlns:p14="http://schemas.microsoft.com/office/powerpoint/2010/main" val="13694615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Zusätzlich ist in unserem konkreten Szenario eine Anpassung des Headers erforderlich.</a:t>
            </a:r>
          </a:p>
          <a:p>
            <a:endParaRPr lang="de-DE" dirty="0"/>
          </a:p>
          <a:p>
            <a:r>
              <a:rPr lang="de-DE" dirty="0"/>
              <a:t>Der API-Aufruf lieferte zunächst den Fehler </a:t>
            </a:r>
            <a:r>
              <a:rPr lang="de-DE" sz="1200" kern="1200" dirty="0" err="1">
                <a:solidFill>
                  <a:schemeClr val="tx1"/>
                </a:solidFill>
                <a:latin typeface="+mn-lt"/>
                <a:ea typeface="+mn-ea"/>
                <a:cs typeface="+mn-cs"/>
              </a:rPr>
              <a:t>Unsupported</a:t>
            </a:r>
            <a:r>
              <a:rPr lang="de-DE" sz="1200" kern="1200" dirty="0">
                <a:solidFill>
                  <a:schemeClr val="tx1"/>
                </a:solidFill>
                <a:latin typeface="+mn-lt"/>
                <a:ea typeface="+mn-ea"/>
                <a:cs typeface="+mn-cs"/>
              </a:rPr>
              <a:t> Encoding br</a:t>
            </a:r>
            <a:r>
              <a:rPr lang="de-DE" dirty="0"/>
              <a:t>. Der Client hatte mitgeteilt, dass er </a:t>
            </a:r>
            <a:r>
              <a:rPr lang="de-DE" dirty="0" err="1"/>
              <a:t>Brotli</a:t>
            </a:r>
            <a:r>
              <a:rPr lang="de-DE" dirty="0"/>
              <a:t>-komprimierte Antworten akzeptiert. Diese Codierung konnte innerhalb der Verarbeitungskette jedoch nicht korrekt behandelt werden.</a:t>
            </a:r>
          </a:p>
          <a:p>
            <a:endParaRPr lang="de-DE" dirty="0"/>
          </a:p>
          <a:p>
            <a:r>
              <a:rPr lang="de-DE" dirty="0"/>
              <a:t>Mit einer </a:t>
            </a:r>
            <a:r>
              <a:rPr lang="de-DE" dirty="0" err="1"/>
              <a:t>Assign</a:t>
            </a:r>
            <a:r>
              <a:rPr lang="de-DE" dirty="0"/>
              <a:t>-Message-Policy setze ich </a:t>
            </a:r>
            <a:r>
              <a:rPr lang="de-DE" sz="1200" kern="1200" dirty="0" err="1">
                <a:solidFill>
                  <a:schemeClr val="tx1"/>
                </a:solidFill>
                <a:latin typeface="+mn-lt"/>
                <a:ea typeface="+mn-ea"/>
                <a:cs typeface="+mn-cs"/>
              </a:rPr>
              <a:t>Accept</a:t>
            </a:r>
            <a:r>
              <a:rPr lang="de-DE" sz="1200" kern="1200" dirty="0">
                <a:solidFill>
                  <a:schemeClr val="tx1"/>
                </a:solidFill>
                <a:latin typeface="+mn-lt"/>
                <a:ea typeface="+mn-ea"/>
                <a:cs typeface="+mn-cs"/>
              </a:rPr>
              <a:t>-Encoding</a:t>
            </a:r>
            <a:r>
              <a:rPr lang="de-DE" dirty="0"/>
              <a:t> deshalb auf </a:t>
            </a:r>
            <a:r>
              <a:rPr lang="de-DE" sz="1200" kern="1200" dirty="0" err="1">
                <a:solidFill>
                  <a:schemeClr val="tx1"/>
                </a:solidFill>
                <a:latin typeface="+mn-lt"/>
                <a:ea typeface="+mn-ea"/>
                <a:cs typeface="+mn-cs"/>
              </a:rPr>
              <a:t>identity</a:t>
            </a:r>
            <a:r>
              <a:rPr lang="de-DE" dirty="0"/>
              <a:t>. Das Backend liefert die Antwort damit unkomprimiert zurück.</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44</a:t>
            </a:fld>
            <a:endParaRPr lang="de-DE" dirty="0"/>
          </a:p>
        </p:txBody>
      </p:sp>
    </p:spTree>
    <p:extLst>
      <p:ext uri="{BB962C8B-B14F-4D97-AF65-F5344CB8AC3E}">
        <p14:creationId xmlns:p14="http://schemas.microsoft.com/office/powerpoint/2010/main" val="4277955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Alle drei </a:t>
            </a:r>
            <a:r>
              <a:rPr lang="de-DE" dirty="0" err="1"/>
              <a:t>Policies</a:t>
            </a:r>
            <a:r>
              <a:rPr lang="de-DE" dirty="0"/>
              <a:t> liegen im Request-Pfad des </a:t>
            </a:r>
            <a:r>
              <a:rPr lang="de-DE" dirty="0" err="1"/>
              <a:t>TargetEndpoint</a:t>
            </a:r>
            <a:r>
              <a:rPr lang="de-DE" dirty="0"/>
              <a:t> </a:t>
            </a:r>
            <a:r>
              <a:rPr lang="de-DE" dirty="0" err="1"/>
              <a:t>PreFlow</a:t>
            </a:r>
            <a:r>
              <a:rPr lang="de-DE" dirty="0"/>
              <a:t>.</a:t>
            </a:r>
          </a:p>
          <a:p>
            <a:endParaRPr lang="de-DE" dirty="0"/>
          </a:p>
          <a:p>
            <a:r>
              <a:rPr lang="de-DE" dirty="0"/>
              <a:t>Zuerst lese ich die Zugangsdaten. Danach erzeuge ich den </a:t>
            </a:r>
            <a:r>
              <a:rPr lang="de-DE" dirty="0" err="1"/>
              <a:t>Authorization</a:t>
            </a:r>
            <a:r>
              <a:rPr lang="de-DE" dirty="0"/>
              <a:t>-Header. Zum Schluss passe ich den </a:t>
            </a:r>
            <a:r>
              <a:rPr lang="de-DE" dirty="0" err="1"/>
              <a:t>Accept</a:t>
            </a:r>
            <a:r>
              <a:rPr lang="de-DE" dirty="0"/>
              <a:t>-Encoding-Header an.</a:t>
            </a:r>
          </a:p>
          <a:p>
            <a:endParaRPr lang="de-DE" dirty="0"/>
          </a:p>
          <a:p>
            <a:r>
              <a:rPr lang="de-DE" dirty="0"/>
              <a:t>Diese Kette wird bei jedem Request ausgeführt, unabhängig davon, welche Ressource oder HTTP-Methode der Konsument verwendet.</a:t>
            </a:r>
          </a:p>
          <a:p>
            <a:endParaRPr lang="de-DE" dirty="0"/>
          </a:p>
          <a:p>
            <a:r>
              <a:rPr lang="de-DE" b="1" dirty="0"/>
              <a:t>DEMO</a:t>
            </a:r>
          </a:p>
          <a:p>
            <a:r>
              <a:rPr lang="de-DE" dirty="0"/>
              <a:t>Momentan funktioniert unser Proxy nur, wenn ich in Postman Benutzername und Kennwort des ABAP-Kommunikationsbenutzers eintrage.</a:t>
            </a:r>
          </a:p>
          <a:p>
            <a:endParaRPr lang="de-DE" dirty="0"/>
          </a:p>
          <a:p>
            <a:r>
              <a:rPr lang="de-DE" dirty="0"/>
              <a:t>Damit ist zwar die technische Verbindung nachgewiesen, aber der Konsument kennt interne Backend-Zugangsdaten. Genau das möchte ich durch API Management vermeiden.</a:t>
            </a:r>
          </a:p>
          <a:p>
            <a:endParaRPr lang="de-DE" dirty="0"/>
          </a:p>
          <a:p>
            <a:r>
              <a:rPr lang="de-DE" dirty="0"/>
              <a:t>Das Ziel der Demo ist deshalb ein Aufruf mit </a:t>
            </a:r>
            <a:r>
              <a:rPr lang="de-DE" sz="1200" kern="1200" dirty="0">
                <a:solidFill>
                  <a:schemeClr val="tx1"/>
                </a:solidFill>
                <a:latin typeface="+mn-lt"/>
                <a:ea typeface="+mn-ea"/>
                <a:cs typeface="+mn-cs"/>
              </a:rPr>
              <a:t>No Auth</a:t>
            </a:r>
            <a:r>
              <a:rPr lang="de-DE" dirty="0"/>
              <a:t> in Postman. Der Proxy soll die Zugangsdaten intern ergänzen, bevor er den Request an das Backend sendet.</a:t>
            </a:r>
          </a:p>
          <a:p>
            <a:endParaRPr lang="de-DE" dirty="0"/>
          </a:p>
          <a:p>
            <a:r>
              <a:rPr lang="de-DE" dirty="0"/>
              <a:t>Ich setze die Konfiguration jetzt im System um.</a:t>
            </a:r>
          </a:p>
          <a:p>
            <a:endParaRPr lang="de-DE" dirty="0"/>
          </a:p>
          <a:p>
            <a:r>
              <a:rPr lang="de-DE" dirty="0"/>
              <a:t>Zunächst lege ich die verschlüsselte Key Value </a:t>
            </a:r>
            <a:r>
              <a:rPr lang="de-DE" dirty="0" err="1"/>
              <a:t>Map</a:t>
            </a:r>
            <a:r>
              <a:rPr lang="de-DE" dirty="0"/>
              <a:t> an. Danach öffne ich den Policy Editor des Proxys und wähle den </a:t>
            </a:r>
            <a:r>
              <a:rPr lang="de-DE" dirty="0" err="1"/>
              <a:t>TargetEndpoint</a:t>
            </a:r>
            <a:r>
              <a:rPr lang="de-DE" dirty="0"/>
              <a:t> </a:t>
            </a:r>
            <a:r>
              <a:rPr lang="de-DE" dirty="0" err="1"/>
              <a:t>PreFlow</a:t>
            </a:r>
            <a:r>
              <a:rPr lang="de-DE" dirty="0"/>
              <a:t>.</a:t>
            </a:r>
          </a:p>
          <a:p>
            <a:endParaRPr lang="de-DE" dirty="0"/>
          </a:p>
          <a:p>
            <a:r>
              <a:rPr lang="de-DE" dirty="0"/>
              <a:t>Ich füge die drei </a:t>
            </a:r>
            <a:r>
              <a:rPr lang="de-DE" dirty="0" err="1"/>
              <a:t>Policies</a:t>
            </a:r>
            <a:r>
              <a:rPr lang="de-DE" dirty="0"/>
              <a:t> hinzu und kontrolliere deren Reihenfolge. Anschließend speichere und deploye ich die aktuelle Revision.</a:t>
            </a:r>
          </a:p>
          <a:p>
            <a:endParaRPr lang="de-DE" dirty="0"/>
          </a:p>
          <a:p>
            <a:r>
              <a:rPr lang="de-DE" dirty="0"/>
              <a:t>Zum Abschluss entferne ich in Postman die Basic Authentication und stelle den Request auf </a:t>
            </a:r>
            <a:r>
              <a:rPr lang="de-DE" sz="1200" kern="1200" dirty="0">
                <a:solidFill>
                  <a:schemeClr val="tx1"/>
                </a:solidFill>
                <a:latin typeface="+mn-lt"/>
                <a:ea typeface="+mn-ea"/>
                <a:cs typeface="+mn-cs"/>
              </a:rPr>
              <a:t>No Auth</a:t>
            </a:r>
            <a:r>
              <a:rPr lang="de-DE" dirty="0"/>
              <a:t>. Wenn der Proxy nun weiterhin HTTP 200 liefert, übernimmt er die technische Backend-Authentifizierung erfolgreich.</a:t>
            </a:r>
          </a:p>
          <a:p>
            <a:endParaRPr lang="de-DE" dirty="0"/>
          </a:p>
          <a:p>
            <a:pPr marL="514350" indent="-514350">
              <a:buFont typeface="+mj-lt"/>
              <a:buAutoNum type="arabicPeriod"/>
            </a:pPr>
            <a:r>
              <a:rPr lang="de-DE" dirty="0"/>
              <a:t>verschlüsselte KVM anlegen </a:t>
            </a:r>
          </a:p>
          <a:p>
            <a:pPr marL="514350" indent="-514350">
              <a:buFont typeface="+mj-lt"/>
              <a:buAutoNum type="arabicPeriod"/>
            </a:pPr>
            <a:r>
              <a:rPr lang="de-DE" dirty="0"/>
              <a:t>Username und Password eintragen </a:t>
            </a:r>
          </a:p>
          <a:p>
            <a:pPr marL="514350" indent="-514350">
              <a:buFont typeface="+mj-lt"/>
              <a:buAutoNum type="arabicPeriod"/>
            </a:pPr>
            <a:r>
              <a:rPr lang="de-DE" dirty="0"/>
              <a:t>Proxy im Policy Editor öffnen </a:t>
            </a:r>
          </a:p>
          <a:p>
            <a:pPr marL="514350" indent="-514350">
              <a:buFont typeface="+mj-lt"/>
              <a:buAutoNum type="arabicPeriod"/>
            </a:pPr>
            <a:r>
              <a:rPr lang="de-DE" dirty="0" err="1"/>
              <a:t>TargetEndpoint</a:t>
            </a:r>
            <a:r>
              <a:rPr lang="de-DE" dirty="0"/>
              <a:t> → </a:t>
            </a:r>
            <a:r>
              <a:rPr lang="de-DE" dirty="0" err="1"/>
              <a:t>PreFlow</a:t>
            </a:r>
            <a:r>
              <a:rPr lang="de-DE" dirty="0"/>
              <a:t> auswählen </a:t>
            </a:r>
          </a:p>
          <a:p>
            <a:pPr marL="514350" indent="-514350">
              <a:buFont typeface="+mj-lt"/>
              <a:buAutoNum type="arabicPeriod"/>
            </a:pPr>
            <a:r>
              <a:rPr lang="de-DE" dirty="0"/>
              <a:t>KVM-Policy erstellen </a:t>
            </a:r>
          </a:p>
          <a:p>
            <a:pPr marL="514350" indent="-514350">
              <a:buFont typeface="+mj-lt"/>
              <a:buAutoNum type="arabicPeriod"/>
            </a:pPr>
            <a:r>
              <a:rPr lang="de-DE" dirty="0"/>
              <a:t>Basic-Authentication-Policy erstellen </a:t>
            </a:r>
          </a:p>
          <a:p>
            <a:pPr marL="514350" indent="-514350">
              <a:buFont typeface="+mj-lt"/>
              <a:buAutoNum type="arabicPeriod"/>
            </a:pPr>
            <a:r>
              <a:rPr lang="de-DE" dirty="0" err="1"/>
              <a:t>Assign</a:t>
            </a:r>
            <a:r>
              <a:rPr lang="de-DE" dirty="0"/>
              <a:t>-Message-Policy erstellen </a:t>
            </a:r>
          </a:p>
          <a:p>
            <a:pPr marL="514350" indent="-514350">
              <a:buFont typeface="+mj-lt"/>
              <a:buAutoNum type="arabicPeriod"/>
            </a:pPr>
            <a:r>
              <a:rPr lang="de-DE" dirty="0"/>
              <a:t>Reihenfolge mit Pfeilen korrigieren </a:t>
            </a:r>
          </a:p>
          <a:p>
            <a:pPr marL="514350" indent="-514350">
              <a:buFont typeface="+mj-lt"/>
              <a:buAutoNum type="arabicPeriod"/>
            </a:pPr>
            <a:r>
              <a:rPr lang="de-DE" dirty="0"/>
              <a:t>speichern und deployen </a:t>
            </a:r>
          </a:p>
          <a:p>
            <a:pPr marL="514350" indent="-514350">
              <a:buFont typeface="+mj-lt"/>
              <a:buAutoNum type="arabicPeriod"/>
            </a:pPr>
            <a:r>
              <a:rPr lang="de-DE" dirty="0"/>
              <a:t>Postman auf No Auth stellen</a:t>
            </a:r>
          </a:p>
          <a:p>
            <a:pPr marL="514350" indent="-514350">
              <a:buFont typeface="+mj-lt"/>
              <a:buAutoNum type="arabicPeriod"/>
            </a:pPr>
            <a:endParaRPr lang="de-DE" dirty="0"/>
          </a:p>
          <a:p>
            <a:pPr marL="514350" indent="-514350">
              <a:buFont typeface="+mj-lt"/>
              <a:buAutoNum type="arabicPeriod"/>
            </a:pPr>
            <a:endParaRPr lang="de-DE" dirty="0"/>
          </a:p>
          <a:p>
            <a:endParaRPr lang="de-DE" dirty="0"/>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45</a:t>
            </a:fld>
            <a:endParaRPr lang="de-DE" dirty="0"/>
          </a:p>
        </p:txBody>
      </p:sp>
    </p:spTree>
    <p:extLst>
      <p:ext uri="{BB962C8B-B14F-4D97-AF65-F5344CB8AC3E}">
        <p14:creationId xmlns:p14="http://schemas.microsoft.com/office/powerpoint/2010/main" val="11551357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SAP bezeichnet die Funktion als Debugger. Technisch handelt es sich eher um einen aufgezeichneten Trace.</a:t>
            </a:r>
          </a:p>
          <a:p>
            <a:endParaRPr lang="de-DE" dirty="0"/>
          </a:p>
          <a:p>
            <a:r>
              <a:rPr lang="de-DE" dirty="0"/>
              <a:t>Ich starte eine Session, sende einen vollständigen Request und untersuche anschließend die einzelnen Verarbeitungsschritte. Breakpoints oder einen Einzelschrittmodus gibt es nicht.</a:t>
            </a:r>
          </a:p>
          <a:p>
            <a:endParaRPr lang="de-DE" dirty="0"/>
          </a:p>
          <a:p>
            <a:r>
              <a:rPr lang="de-DE" dirty="0"/>
              <a:t>Private Variablen aus einer verschlüsselten KVM bleiben absichtlich verborgen. Ich kann deshalb nicht das Kennwort kontrollieren, sondern nur prüfen, ob die jeweilige Policy ausgeführt wurde und ob der Gesamtaufruf erfolgreich war.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46</a:t>
            </a:fld>
            <a:endParaRPr lang="de-DE" dirty="0"/>
          </a:p>
        </p:txBody>
      </p:sp>
    </p:spTree>
    <p:extLst>
      <p:ext uri="{BB962C8B-B14F-4D97-AF65-F5344CB8AC3E}">
        <p14:creationId xmlns:p14="http://schemas.microsoft.com/office/powerpoint/2010/main" val="38800568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der Fehlersuche ändere ich möglichst immer nur einen Bestandteil.</a:t>
            </a:r>
          </a:p>
          <a:p>
            <a:endParaRPr lang="de-DE" dirty="0"/>
          </a:p>
          <a:p>
            <a:r>
              <a:rPr lang="de-DE" dirty="0"/>
              <a:t>Zuerst teste ich den Backend-Service direkt. Danach teste ich den Proxy mit durchgereichten Zugangsdaten. Erst wenn diese Grundlage funktioniert, ergänze ich die </a:t>
            </a:r>
            <a:r>
              <a:rPr lang="de-DE" dirty="0" err="1"/>
              <a:t>Policies</a:t>
            </a:r>
            <a:r>
              <a:rPr lang="de-DE" dirty="0"/>
              <a:t>.</a:t>
            </a:r>
          </a:p>
          <a:p>
            <a:endParaRPr lang="de-DE" dirty="0"/>
          </a:p>
          <a:p>
            <a:r>
              <a:rPr lang="de-DE" dirty="0"/>
              <a:t>Ein 401 muss nicht bedeuten, dass die Policy falsch ist. In unserem Fall war zwischenzeitlich auch der Kommunikationsbenutzer gesperrt. Deshalb ist es wichtig, technische Verbindung, Zugangsdaten, Berechtigungen und Policy-Verarbeitung getrennt zu prüfen.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47</a:t>
            </a:fld>
            <a:endParaRPr lang="de-DE" dirty="0"/>
          </a:p>
        </p:txBody>
      </p:sp>
    </p:spTree>
    <p:extLst>
      <p:ext uri="{BB962C8B-B14F-4D97-AF65-F5344CB8AC3E}">
        <p14:creationId xmlns:p14="http://schemas.microsoft.com/office/powerpoint/2010/main" val="42250793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Basic Authentication ist nur in Verbindung mit HTTPS vertretbar. Der </a:t>
            </a:r>
            <a:r>
              <a:rPr lang="de-DE" dirty="0" err="1"/>
              <a:t>Authorization</a:t>
            </a:r>
            <a:r>
              <a:rPr lang="de-DE" dirty="0"/>
              <a:t>-Header enthält die Zugangsdaten lediglich Base64-codiert.</a:t>
            </a:r>
          </a:p>
          <a:p>
            <a:endParaRPr lang="de-DE" dirty="0"/>
          </a:p>
          <a:p>
            <a:r>
              <a:rPr lang="de-DE" dirty="0"/>
              <a:t>Ich speichere deshalb weder das Kennwort noch den fertigen Header im Policy-Quelltext. Für die Demo verwende ich eine verschlüsselte KVM und private Variablen.</a:t>
            </a:r>
          </a:p>
          <a:p>
            <a:endParaRPr lang="de-DE" dirty="0"/>
          </a:p>
          <a:p>
            <a:r>
              <a:rPr lang="de-DE" dirty="0"/>
              <a:t>Der technische Benutzer erhält außerdem nur die Berechtigungen, die für die vorgesehene API erforderlich sind.“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48</a:t>
            </a:fld>
            <a:endParaRPr lang="de-DE" dirty="0"/>
          </a:p>
        </p:txBody>
      </p:sp>
    </p:spTree>
    <p:extLst>
      <p:ext uri="{BB962C8B-B14F-4D97-AF65-F5344CB8AC3E}">
        <p14:creationId xmlns:p14="http://schemas.microsoft.com/office/powerpoint/2010/main" val="25009093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Lesende GET-Requests funktionieren mit unserer Backend-Authentifizierung bereits. Bei schreibenden </a:t>
            </a:r>
            <a:r>
              <a:rPr lang="de-DE" dirty="0" err="1"/>
              <a:t>OData</a:t>
            </a:r>
            <a:r>
              <a:rPr lang="de-DE" dirty="0"/>
              <a:t>-Aufrufen kommt jedoch ein weiterer Sicherheitsmechanismus hinzu: der CSRF-Schutz.</a:t>
            </a:r>
          </a:p>
          <a:p>
            <a:endParaRPr lang="de-DE" dirty="0"/>
          </a:p>
          <a:p>
            <a:r>
              <a:rPr lang="de-DE" dirty="0"/>
              <a:t>Das SAP Gateway erwartet für verändernde Requests einen gültigen CSRF-Token. Dieser Token wird zunächst mit einem separaten GET-Request angefordert. Dafür sende ich den Header </a:t>
            </a:r>
            <a:r>
              <a:rPr lang="de-DE" sz="1200" kern="1200" dirty="0">
                <a:solidFill>
                  <a:schemeClr val="tx1"/>
                </a:solidFill>
                <a:latin typeface="+mn-lt"/>
                <a:ea typeface="+mn-ea"/>
                <a:cs typeface="+mn-cs"/>
              </a:rPr>
              <a:t>X-CSRF-Token</a:t>
            </a:r>
            <a:r>
              <a:rPr lang="de-DE" dirty="0"/>
              <a:t> mit dem Wert </a:t>
            </a:r>
            <a:r>
              <a:rPr lang="de-DE" sz="1200" kern="1200" dirty="0">
                <a:solidFill>
                  <a:schemeClr val="tx1"/>
                </a:solidFill>
                <a:latin typeface="+mn-lt"/>
                <a:ea typeface="+mn-ea"/>
                <a:cs typeface="+mn-cs"/>
              </a:rPr>
              <a:t>Fetch</a:t>
            </a:r>
            <a:r>
              <a:rPr lang="de-DE" dirty="0"/>
              <a:t>.</a:t>
            </a:r>
          </a:p>
          <a:p>
            <a:endParaRPr lang="de-DE" dirty="0"/>
          </a:p>
          <a:p>
            <a:r>
              <a:rPr lang="de-DE" dirty="0"/>
              <a:t>Das Backend liefert den Token in der Response zurück. Der Proxy übernimmt ihn anschließend in den eigentlichen schreibenden Request.</a:t>
            </a:r>
          </a:p>
          <a:p>
            <a:endParaRPr lang="de-DE" dirty="0"/>
          </a:p>
          <a:p>
            <a:r>
              <a:rPr lang="de-DE" dirty="0"/>
              <a:t>Je nach Backend ist der Token außerdem an eine Sitzung gebunden. Dann muss ich zusätzlich die vom Fetch-Request empfangenen Cookies an den schreibenden Request weitergeben.</a:t>
            </a:r>
          </a:p>
          <a:p>
            <a:endParaRPr lang="de-DE" dirty="0"/>
          </a:p>
          <a:p>
            <a:r>
              <a:rPr lang="de-DE" dirty="0"/>
              <a:t>Nicht jede Policy muss bei jedem Request ausgeführt werden.</a:t>
            </a:r>
          </a:p>
          <a:p>
            <a:endParaRPr lang="de-DE" dirty="0"/>
          </a:p>
          <a:p>
            <a:r>
              <a:rPr lang="de-DE" dirty="0"/>
              <a:t>Über eine </a:t>
            </a:r>
            <a:r>
              <a:rPr lang="de-DE" dirty="0" err="1"/>
              <a:t>Condition</a:t>
            </a:r>
            <a:r>
              <a:rPr lang="de-DE" dirty="0"/>
              <a:t> kann ich die Ausführung beispielsweise auf eine HTTP-Methode, einen Ressourcenpfad oder einen Fehlerstatus beschränken.</a:t>
            </a:r>
          </a:p>
          <a:p>
            <a:endParaRPr lang="de-DE" dirty="0"/>
          </a:p>
          <a:p>
            <a:r>
              <a:rPr lang="de-DE" b="1" dirty="0"/>
              <a:t>DEMO</a:t>
            </a:r>
          </a:p>
          <a:p>
            <a:r>
              <a:rPr lang="de-DE" dirty="0"/>
              <a:t>Mein GET-Request funktioniert bereits. Wenn ich jetzt einen Business Partner anlegen möchte, lehnt das SAP Gateway den POST jedoch trotz gültiger Anmeldung ab.</a:t>
            </a:r>
          </a:p>
          <a:p>
            <a:endParaRPr lang="de-DE" dirty="0"/>
          </a:p>
          <a:p>
            <a:r>
              <a:rPr lang="de-DE" dirty="0"/>
              <a:t>Der Grund ist nicht eine fehlende fachliche Berechtigung, sondern der fehlende CSRF-Token.</a:t>
            </a:r>
          </a:p>
          <a:p>
            <a:pPr marL="514350" indent="-514350">
              <a:buFont typeface="+mj-lt"/>
              <a:buAutoNum type="arabicPeriod"/>
            </a:pPr>
            <a:endParaRPr lang="de-DE" sz="1100" dirty="0">
              <a:latin typeface="Courier New" panose="02070309020205020404" pitchFamily="49" charset="0"/>
              <a:cs typeface="Courier New" panose="02070309020205020404" pitchFamily="49" charset="0"/>
            </a:endParaRPr>
          </a:p>
          <a:p>
            <a:pPr marL="514350" indent="-514350">
              <a:buFont typeface="+mj-lt"/>
              <a:buAutoNum type="arabicPeriod"/>
            </a:pPr>
            <a:r>
              <a:rPr lang="de-DE" sz="1100" dirty="0">
                <a:latin typeface="Courier New" panose="02070309020205020404" pitchFamily="49" charset="0"/>
                <a:cs typeface="Courier New" panose="02070309020205020404" pitchFamily="49" charset="0"/>
              </a:rPr>
              <a:t>GET</a:t>
            </a:r>
            <a:r>
              <a:rPr lang="de-DE" sz="1100" dirty="0"/>
              <a:t> </a:t>
            </a:r>
            <a:r>
              <a:rPr lang="de-DE" sz="1100" dirty="0">
                <a:latin typeface="Courier New" panose="02070309020205020404" pitchFamily="49" charset="0"/>
                <a:cs typeface="Courier New" panose="02070309020205020404" pitchFamily="49" charset="0"/>
              </a:rPr>
              <a:t>/</a:t>
            </a:r>
            <a:r>
              <a:rPr lang="de-DE" sz="1100" dirty="0" err="1">
                <a:latin typeface="Courier New" panose="02070309020205020404" pitchFamily="49" charset="0"/>
                <a:cs typeface="Courier New" panose="02070309020205020404" pitchFamily="49" charset="0"/>
              </a:rPr>
              <a:t>BusinessPartnerSet</a:t>
            </a:r>
            <a:r>
              <a:rPr lang="de-DE" dirty="0"/>
              <a:t> ausführen </a:t>
            </a:r>
            <a:r>
              <a:rPr lang="de-DE" sz="1100" dirty="0">
                <a:latin typeface="Courier New" panose="02070309020205020404" pitchFamily="49" charset="0"/>
                <a:cs typeface="Courier New" panose="02070309020205020404" pitchFamily="49" charset="0"/>
              </a:rPr>
              <a:t>→ HTTP 200</a:t>
            </a:r>
            <a:r>
              <a:rPr lang="de-DE" sz="1100" dirty="0"/>
              <a:t> </a:t>
            </a:r>
          </a:p>
          <a:p>
            <a:pPr marL="514350" indent="-514350">
              <a:buFont typeface="+mj-lt"/>
              <a:buAutoNum type="arabicPeriod"/>
            </a:pPr>
            <a:r>
              <a:rPr lang="de-DE" sz="1100" dirty="0">
                <a:latin typeface="Courier New" panose="02070309020205020404" pitchFamily="49" charset="0"/>
                <a:cs typeface="Courier New" panose="02070309020205020404" pitchFamily="49" charset="0"/>
              </a:rPr>
              <a:t>POST /</a:t>
            </a:r>
            <a:r>
              <a:rPr lang="de-DE" sz="1100" dirty="0" err="1">
                <a:latin typeface="Courier New" panose="02070309020205020404" pitchFamily="49" charset="0"/>
                <a:cs typeface="Courier New" panose="02070309020205020404" pitchFamily="49" charset="0"/>
              </a:rPr>
              <a:t>BusinessPartnerSet</a:t>
            </a:r>
            <a:r>
              <a:rPr lang="de-DE" dirty="0"/>
              <a:t> ohne CSRF-</a:t>
            </a:r>
            <a:r>
              <a:rPr lang="de-DE" dirty="0" err="1"/>
              <a:t>Policies</a:t>
            </a:r>
            <a:r>
              <a:rPr lang="de-DE" dirty="0"/>
              <a:t> </a:t>
            </a:r>
            <a:r>
              <a:rPr lang="de-DE" sz="1100" dirty="0">
                <a:latin typeface="Courier New" panose="02070309020205020404" pitchFamily="49" charset="0"/>
                <a:cs typeface="Courier New" panose="02070309020205020404" pitchFamily="49" charset="0"/>
              </a:rPr>
              <a:t>→ HTTP 403</a:t>
            </a:r>
            <a:endParaRPr lang="de-DE" dirty="0">
              <a:latin typeface="Courier New" panose="02070309020205020404" pitchFamily="49" charset="0"/>
              <a:cs typeface="Courier New" panose="02070309020205020404" pitchFamily="49" charset="0"/>
            </a:endParaRPr>
          </a:p>
          <a:p>
            <a:pPr marL="514350" indent="-514350">
              <a:buFont typeface="+mj-lt"/>
              <a:buAutoNum type="arabicPeriod"/>
            </a:pPr>
            <a:r>
              <a:rPr lang="de-DE" dirty="0"/>
              <a:t>Fehlermeldung des SAP Gateways zeigen </a:t>
            </a:r>
          </a:p>
          <a:p>
            <a:pPr marL="514350" indent="-514350">
              <a:buFont typeface="+mj-lt"/>
              <a:buAutoNum type="arabicPeriod"/>
            </a:pPr>
            <a:r>
              <a:rPr lang="de-DE" dirty="0"/>
              <a:t>beide </a:t>
            </a:r>
            <a:r>
              <a:rPr lang="de-DE" dirty="0" err="1"/>
              <a:t>Conditional</a:t>
            </a:r>
            <a:r>
              <a:rPr lang="de-DE" dirty="0"/>
              <a:t> </a:t>
            </a:r>
            <a:r>
              <a:rPr lang="de-DE" dirty="0" err="1"/>
              <a:t>Policies</a:t>
            </a:r>
            <a:r>
              <a:rPr lang="de-DE" dirty="0"/>
              <a:t> aktivieren neu deployen </a:t>
            </a:r>
          </a:p>
          <a:p>
            <a:pPr marL="514350" indent="-514350">
              <a:buFont typeface="+mj-lt"/>
              <a:buAutoNum type="arabicPeriod"/>
            </a:pPr>
            <a:r>
              <a:rPr lang="de-DE" dirty="0"/>
              <a:t>denselben </a:t>
            </a:r>
            <a:r>
              <a:rPr lang="de-DE" dirty="0">
                <a:latin typeface="Courier New" panose="02070309020205020404" pitchFamily="49" charset="0"/>
                <a:cs typeface="Courier New" panose="02070309020205020404" pitchFamily="49" charset="0"/>
              </a:rPr>
              <a:t>POST</a:t>
            </a:r>
            <a:r>
              <a:rPr lang="de-DE" dirty="0"/>
              <a:t> erneut ausführen → Datensatz wird angelegt</a:t>
            </a:r>
          </a:p>
          <a:p>
            <a:pPr marL="514350" indent="-514350">
              <a:buFont typeface="+mj-lt"/>
              <a:buAutoNum type="arabicPeriod"/>
            </a:pPr>
            <a:r>
              <a:rPr lang="de-DE" dirty="0"/>
              <a:t> anschließend den neuen Business Partner per </a:t>
            </a:r>
            <a:r>
              <a:rPr lang="de-DE" sz="1100" dirty="0">
                <a:latin typeface="Courier New" panose="02070309020205020404" pitchFamily="49" charset="0"/>
                <a:cs typeface="Courier New" panose="02070309020205020404" pitchFamily="49" charset="0"/>
              </a:rPr>
              <a:t>GET</a:t>
            </a:r>
            <a:r>
              <a:rPr lang="de-DE" dirty="0"/>
              <a:t> anzeigen</a:t>
            </a:r>
          </a:p>
          <a:p>
            <a:endParaRPr lang="de-DE" dirty="0"/>
          </a:p>
          <a:p>
            <a:endParaRPr lang="de-DE" dirty="0"/>
          </a:p>
          <a:p>
            <a:r>
              <a:rPr lang="de-DE" dirty="0"/>
              <a:t>Nach Aktivierung der beiden </a:t>
            </a:r>
            <a:r>
              <a:rPr lang="de-DE" dirty="0" err="1"/>
              <a:t>Policies</a:t>
            </a:r>
            <a:r>
              <a:rPr lang="de-DE" dirty="0"/>
              <a:t> führt API Management den erforderlichen Token-Abruf automatisch aus. Der API-Konsument sendet weiterhin nur seinen eigentlichen POST-Request. Die technische CSRF-Kommunikation mit dem SAP-System bleibt vollständig im Proxy verborgen.</a:t>
            </a:r>
          </a:p>
          <a:p>
            <a:endParaRPr lang="de-DE" dirty="0"/>
          </a:p>
          <a:p>
            <a:r>
              <a:rPr lang="de-DE" dirty="0"/>
              <a:t>Das ist ein ausgezeichnetes Beispiel für den Mehrwert eines API Proxys: Der Konsument muss weder die Backend-Zugangsdaten noch den SAP-spezifischen CSRF-Handshake selbst beherrschen. SAP dokumentiert dieses Muster ebenfalls als Kombination aus Service </a:t>
            </a:r>
            <a:r>
              <a:rPr lang="de-DE" dirty="0" err="1"/>
              <a:t>Callout</a:t>
            </a:r>
            <a:r>
              <a:rPr lang="de-DE" dirty="0"/>
              <a:t> und </a:t>
            </a:r>
            <a:r>
              <a:rPr lang="de-DE" dirty="0" err="1"/>
              <a:t>Assign</a:t>
            </a:r>
            <a:r>
              <a:rPr lang="de-DE" dirty="0"/>
              <a:t> Message. </a:t>
            </a:r>
            <a:r>
              <a:rPr lang="de-DE" dirty="0">
                <a:hlinkClick r:id="rId3"/>
              </a:rPr>
              <a:t>SAP: CSRF Token Handling in API Management</a:t>
            </a:r>
            <a:endParaRPr lang="de-DE" dirty="0"/>
          </a:p>
          <a:p>
            <a:endParaRPr lang="de-DE" dirty="0"/>
          </a:p>
          <a:p>
            <a:endParaRPr lang="de-DE" dirty="0"/>
          </a:p>
          <a:p>
            <a:endParaRPr lang="de-DE" b="1"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49</a:t>
            </a:fld>
            <a:endParaRPr lang="de-DE" dirty="0"/>
          </a:p>
        </p:txBody>
      </p:sp>
    </p:spTree>
    <p:extLst>
      <p:ext uri="{BB962C8B-B14F-4D97-AF65-F5344CB8AC3E}">
        <p14:creationId xmlns:p14="http://schemas.microsoft.com/office/powerpoint/2010/main" val="8900205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API Key ist ein Schlüssel, den eine konsumierende Anwendung bei jedem Request mitsendet.</a:t>
            </a:r>
          </a:p>
          <a:p>
            <a:endParaRPr lang="de-DE" dirty="0"/>
          </a:p>
          <a:p>
            <a:r>
              <a:rPr lang="de-DE" dirty="0"/>
              <a:t>API Management verwendet ihn, um die Anwendung zu identifizieren und zu prüfen, ob sie Zugriff auf die angeforderte API besitzt.</a:t>
            </a:r>
          </a:p>
          <a:p>
            <a:endParaRPr lang="de-DE" dirty="0"/>
          </a:p>
          <a:p>
            <a:r>
              <a:rPr lang="de-DE" dirty="0"/>
              <a:t>Der Key repräsentiert in der Regel keine Person. Er identifiziert eine technische Anwendung, beispielsweise ein Webportal, eine mobile App oder einen Integrationsprozess.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51</a:t>
            </a:fld>
            <a:endParaRPr lang="de-DE" dirty="0"/>
          </a:p>
        </p:txBody>
      </p:sp>
    </p:spTree>
    <p:extLst>
      <p:ext uri="{BB962C8B-B14F-4D97-AF65-F5344CB8AC3E}">
        <p14:creationId xmlns:p14="http://schemas.microsoft.com/office/powerpoint/2010/main" val="30865328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API Key ist ein einfacher Einstieg in die Absicherung einer API. Er darf aber nicht mit einer Benutzeranmeldung verwechselt werden.</a:t>
            </a:r>
          </a:p>
          <a:p>
            <a:endParaRPr lang="de-DE" dirty="0"/>
          </a:p>
          <a:p>
            <a:r>
              <a:rPr lang="de-DE" dirty="0"/>
              <a:t>Der Key sagt mir, welche Anwendung aufruft. Er sagt mir normalerweise nicht, welcher Benutzer innerhalb dieser Anwendung handelt.</a:t>
            </a:r>
          </a:p>
          <a:p>
            <a:endParaRPr lang="de-DE" dirty="0"/>
          </a:p>
          <a:p>
            <a:r>
              <a:rPr lang="de-DE" dirty="0"/>
              <a:t>Außerdem wird der Schlüssel mit jedem Request übertragen. Deshalb verwende ich ihn ausschließlich über HTTPS und behandle ihn wie ein Geheimnis.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52</a:t>
            </a:fld>
            <a:endParaRPr lang="de-DE" dirty="0"/>
          </a:p>
        </p:txBody>
      </p:sp>
    </p:spTree>
    <p:extLst>
      <p:ext uri="{BB962C8B-B14F-4D97-AF65-F5344CB8AC3E}">
        <p14:creationId xmlns:p14="http://schemas.microsoft.com/office/powerpoint/2010/main" val="27893096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vollständiger Aufruf verwendet jetzt zwei unterschiedliche Sicherheitsverfahren.</a:t>
            </a:r>
          </a:p>
          <a:p>
            <a:endParaRPr lang="de-DE" dirty="0"/>
          </a:p>
          <a:p>
            <a:r>
              <a:rPr lang="de-DE" dirty="0"/>
              <a:t>Der API Key schützt die Verbindung zwischen Client und API Management. Er identifiziert die konsumierende Anwendung.</a:t>
            </a:r>
          </a:p>
          <a:p>
            <a:endParaRPr lang="de-DE" dirty="0"/>
          </a:p>
          <a:p>
            <a:r>
              <a:rPr lang="de-DE" dirty="0"/>
              <a:t>Für den Aufruf des SAP-</a:t>
            </a:r>
            <a:r>
              <a:rPr lang="de-DE" dirty="0" err="1"/>
              <a:t>Backends</a:t>
            </a:r>
            <a:r>
              <a:rPr lang="de-DE" dirty="0"/>
              <a:t> verwendet der Proxy weiterhin Basic Authentication mit dem Kommunikationsbenutzer aus der KVM.</a:t>
            </a:r>
          </a:p>
          <a:p>
            <a:endParaRPr lang="de-DE" dirty="0"/>
          </a:p>
          <a:p>
            <a:r>
              <a:rPr lang="de-DE" dirty="0"/>
              <a:t>Diese beiden Identitäten haben nichts miteinander zu tun und sollten nicht vermischt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53</a:t>
            </a:fld>
            <a:endParaRPr lang="de-DE" dirty="0"/>
          </a:p>
        </p:txBody>
      </p:sp>
    </p:spTree>
    <p:extLst>
      <p:ext uri="{BB962C8B-B14F-4D97-AF65-F5344CB8AC3E}">
        <p14:creationId xmlns:p14="http://schemas.microsoft.com/office/powerpoint/2010/main" val="38715774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API Key wird nicht einfach direkt im Proxy eingetragen.</a:t>
            </a:r>
          </a:p>
          <a:p>
            <a:r>
              <a:rPr lang="de-DE" dirty="0"/>
              <a:t>Zunächst ordne ich den API Proxy einem API </a:t>
            </a:r>
            <a:r>
              <a:rPr lang="de-DE" dirty="0" err="1"/>
              <a:t>Product</a:t>
            </a:r>
            <a:r>
              <a:rPr lang="de-DE" dirty="0"/>
              <a:t> zu. Ein Entwickler registriert anschließend eine Anwendung und abonniert damit das </a:t>
            </a:r>
            <a:r>
              <a:rPr lang="de-DE" dirty="0" err="1"/>
              <a:t>Product</a:t>
            </a:r>
            <a:r>
              <a:rPr lang="de-DE" dirty="0"/>
              <a:t>.</a:t>
            </a:r>
          </a:p>
          <a:p>
            <a:endParaRPr lang="de-DE" dirty="0"/>
          </a:p>
          <a:p>
            <a:r>
              <a:rPr lang="de-DE" dirty="0"/>
              <a:t>Aus dieser Beziehung entstehen die Zugangsdaten der Anwendung. Der API Key kann dann von der </a:t>
            </a:r>
            <a:r>
              <a:rPr lang="de-DE" dirty="0" err="1"/>
              <a:t>Verify</a:t>
            </a:r>
            <a:r>
              <a:rPr lang="de-DE" dirty="0"/>
              <a:t>-API-Key-Policy geprüft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54</a:t>
            </a:fld>
            <a:endParaRPr lang="de-DE" dirty="0"/>
          </a:p>
        </p:txBody>
      </p:sp>
    </p:spTree>
    <p:extLst>
      <p:ext uri="{BB962C8B-B14F-4D97-AF65-F5344CB8AC3E}">
        <p14:creationId xmlns:p14="http://schemas.microsoft.com/office/powerpoint/2010/main" val="30305243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a:t>
            </a:r>
            <a:r>
              <a:rPr lang="de-DE" dirty="0" err="1"/>
              <a:t>Product</a:t>
            </a:r>
            <a:r>
              <a:rPr lang="de-DE" dirty="0"/>
              <a:t> ist die </a:t>
            </a:r>
            <a:r>
              <a:rPr lang="de-DE" dirty="0" err="1"/>
              <a:t>veröffentlichbare</a:t>
            </a:r>
            <a:r>
              <a:rPr lang="de-DE" dirty="0"/>
              <a:t> und </a:t>
            </a:r>
            <a:r>
              <a:rPr lang="de-DE" dirty="0" err="1"/>
              <a:t>abonnierbare</a:t>
            </a:r>
            <a:r>
              <a:rPr lang="de-DE" dirty="0"/>
              <a:t> Einheit des API Managements.</a:t>
            </a:r>
          </a:p>
          <a:p>
            <a:endParaRPr lang="de-DE" dirty="0"/>
          </a:p>
          <a:p>
            <a:r>
              <a:rPr lang="de-DE" dirty="0"/>
              <a:t>Ich kann eine einzelne API oder mehrere fachlich zusammengehörige APIs in einem </a:t>
            </a:r>
            <a:r>
              <a:rPr lang="de-DE" dirty="0" err="1"/>
              <a:t>Product</a:t>
            </a:r>
            <a:r>
              <a:rPr lang="de-DE" dirty="0"/>
              <a:t> bündeln.</a:t>
            </a:r>
          </a:p>
          <a:p>
            <a:endParaRPr lang="de-DE" dirty="0"/>
          </a:p>
          <a:p>
            <a:r>
              <a:rPr lang="de-DE" dirty="0"/>
              <a:t>Konsumenten abonnieren nicht unmittelbar einen technischen Proxy. Sie abonnieren ein </a:t>
            </a:r>
            <a:r>
              <a:rPr lang="de-DE" dirty="0" err="1"/>
              <a:t>Product</a:t>
            </a:r>
            <a:r>
              <a:rPr lang="de-DE" dirty="0"/>
              <a:t> und erhalten dadurch Zugriff auf die darin enthaltenen APIs.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55</a:t>
            </a:fld>
            <a:endParaRPr lang="de-DE" dirty="0"/>
          </a:p>
        </p:txBody>
      </p:sp>
    </p:spTree>
    <p:extLst>
      <p:ext uri="{BB962C8B-B14F-4D97-AF65-F5344CB8AC3E}">
        <p14:creationId xmlns:p14="http://schemas.microsoft.com/office/powerpoint/2010/main" val="33055670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Hier begegnen uns wieder zwei verschiedene Oberflächen.</a:t>
            </a:r>
          </a:p>
          <a:p>
            <a:endParaRPr lang="de-DE" dirty="0"/>
          </a:p>
          <a:p>
            <a:r>
              <a:rPr lang="de-DE" dirty="0"/>
              <a:t>Als API-Anbieter arbeite ich in der Integration Suite unter </a:t>
            </a:r>
            <a:r>
              <a:rPr lang="de-DE" dirty="0" err="1"/>
              <a:t>Engage</a:t>
            </a:r>
            <a:r>
              <a:rPr lang="de-DE" dirty="0"/>
              <a:t>. Dort erstelle und veröffentliche ich das </a:t>
            </a:r>
            <a:r>
              <a:rPr lang="de-DE" dirty="0" err="1"/>
              <a:t>Product</a:t>
            </a:r>
            <a:r>
              <a:rPr lang="de-DE" dirty="0"/>
              <a:t>.</a:t>
            </a:r>
          </a:p>
          <a:p>
            <a:endParaRPr lang="de-DE" dirty="0"/>
          </a:p>
          <a:p>
            <a:r>
              <a:rPr lang="de-DE" dirty="0"/>
              <a:t>Der API-Konsument arbeitet dagegen im Developer Hub. Dort entdeckt er das </a:t>
            </a:r>
            <a:r>
              <a:rPr lang="de-DE" dirty="0" err="1"/>
              <a:t>Product</a:t>
            </a:r>
            <a:r>
              <a:rPr lang="de-DE" dirty="0"/>
              <a:t>, registriert seine Anwendung und beantragt beziehungsweise erstellt eine </a:t>
            </a:r>
            <a:r>
              <a:rPr lang="de-DE" dirty="0" err="1"/>
              <a:t>Subscription</a:t>
            </a:r>
            <a:r>
              <a:rPr lang="de-DE" dirty="0"/>
              <a:t>.</a:t>
            </a:r>
          </a:p>
          <a:p>
            <a:endParaRPr lang="de-DE" dirty="0"/>
          </a:p>
          <a:p>
            <a:r>
              <a:rPr lang="de-DE" b="1" dirty="0"/>
              <a:t>DEMO</a:t>
            </a:r>
          </a:p>
          <a:p>
            <a:r>
              <a:rPr lang="de-DE" dirty="0"/>
              <a:t>Ich wechsle jetzt in den Bereich </a:t>
            </a:r>
            <a:r>
              <a:rPr lang="de-DE" dirty="0" err="1"/>
              <a:t>Engage</a:t>
            </a:r>
            <a:r>
              <a:rPr lang="de-DE" dirty="0"/>
              <a:t> und erstelle ein API </a:t>
            </a:r>
            <a:r>
              <a:rPr lang="de-DE" dirty="0" err="1"/>
              <a:t>Product</a:t>
            </a:r>
            <a:r>
              <a:rPr lang="de-DE" dirty="0"/>
              <a:t>.</a:t>
            </a:r>
          </a:p>
          <a:p>
            <a:endParaRPr lang="de-DE" dirty="0"/>
          </a:p>
          <a:p>
            <a:r>
              <a:rPr lang="de-DE" dirty="0"/>
              <a:t>Ich vergebe einen fachlich verständlichen Namen und füge unseren API Proxy hinzu. Anschließend speichere und veröffentliche ich das </a:t>
            </a:r>
            <a:r>
              <a:rPr lang="de-DE" dirty="0" err="1"/>
              <a:t>Product</a:t>
            </a:r>
            <a:r>
              <a:rPr lang="de-DE" dirty="0"/>
              <a:t>.</a:t>
            </a:r>
          </a:p>
          <a:p>
            <a:endParaRPr lang="de-DE" dirty="0"/>
          </a:p>
          <a:p>
            <a:r>
              <a:rPr lang="de-DE" dirty="0"/>
              <a:t>Das </a:t>
            </a:r>
            <a:r>
              <a:rPr lang="de-DE" dirty="0" err="1"/>
              <a:t>Deployment</a:t>
            </a:r>
            <a:r>
              <a:rPr lang="de-DE" dirty="0"/>
              <a:t> des Proxys und die Veröffentlichung des Products sind zwei getrennte Vorgänge: Das </a:t>
            </a:r>
            <a:r>
              <a:rPr lang="de-DE" dirty="0" err="1"/>
              <a:t>Deployment</a:t>
            </a:r>
            <a:r>
              <a:rPr lang="de-DE" dirty="0"/>
              <a:t> aktiviert die </a:t>
            </a:r>
            <a:r>
              <a:rPr lang="de-DE" dirty="0" err="1"/>
              <a:t>Runtime</a:t>
            </a:r>
            <a:r>
              <a:rPr lang="de-DE" dirty="0"/>
              <a:t>-URL. Die Veröffentlichung macht das Angebot für Konsumenten im Developer Hub sichtbar.</a:t>
            </a:r>
          </a:p>
          <a:p>
            <a:endParaRPr lang="de-DE" b="1" dirty="0"/>
          </a:p>
          <a:p>
            <a:pPr marL="514350" indent="-514350">
              <a:buFont typeface="+mj-lt"/>
              <a:buAutoNum type="arabicPeriod"/>
            </a:pPr>
            <a:r>
              <a:rPr lang="de-DE" dirty="0" err="1"/>
              <a:t>Engage</a:t>
            </a:r>
            <a:r>
              <a:rPr lang="de-DE" dirty="0"/>
              <a:t> öffnen </a:t>
            </a:r>
          </a:p>
          <a:p>
            <a:pPr marL="514350" indent="-514350">
              <a:buFont typeface="+mj-lt"/>
              <a:buAutoNum type="arabicPeriod"/>
            </a:pPr>
            <a:r>
              <a:rPr lang="de-DE" dirty="0"/>
              <a:t>neues </a:t>
            </a:r>
            <a:r>
              <a:rPr lang="de-DE" dirty="0" err="1"/>
              <a:t>Product</a:t>
            </a:r>
            <a:r>
              <a:rPr lang="de-DE" dirty="0"/>
              <a:t> erstellen </a:t>
            </a:r>
          </a:p>
          <a:p>
            <a:pPr marL="514350" indent="-514350">
              <a:buFont typeface="+mj-lt"/>
              <a:buAutoNum type="arabicPeriod"/>
            </a:pPr>
            <a:r>
              <a:rPr lang="de-DE" dirty="0"/>
              <a:t>Name und Beschreibung eingeben </a:t>
            </a:r>
          </a:p>
          <a:p>
            <a:pPr marL="514350" indent="-514350">
              <a:buFont typeface="+mj-lt"/>
              <a:buAutoNum type="arabicPeriod"/>
            </a:pPr>
            <a:r>
              <a:rPr lang="de-DE" dirty="0"/>
              <a:t>API Proxy hinzufügen </a:t>
            </a:r>
          </a:p>
          <a:p>
            <a:pPr marL="514350" indent="-514350">
              <a:buFont typeface="+mj-lt"/>
              <a:buAutoNum type="arabicPeriod"/>
            </a:pPr>
            <a:r>
              <a:rPr lang="de-DE" dirty="0"/>
              <a:t>Sichtbarkeit festlegen </a:t>
            </a:r>
          </a:p>
          <a:p>
            <a:pPr marL="514350" indent="-514350">
              <a:buFont typeface="+mj-lt"/>
              <a:buAutoNum type="arabicPeriod"/>
            </a:pPr>
            <a:r>
              <a:rPr lang="de-DE" dirty="0"/>
              <a:t>speichern </a:t>
            </a:r>
          </a:p>
          <a:p>
            <a:pPr marL="514350" indent="-514350">
              <a:buFont typeface="+mj-lt"/>
              <a:buAutoNum type="arabicPeriod"/>
            </a:pPr>
            <a:r>
              <a:rPr lang="de-DE" dirty="0"/>
              <a:t>veröffentlichen </a:t>
            </a:r>
          </a:p>
          <a:p>
            <a:endParaRPr lang="de-DE" dirty="0"/>
          </a:p>
          <a:p>
            <a:pPr marL="0" indent="0">
              <a:buNone/>
            </a:pPr>
            <a:r>
              <a:rPr lang="de-DE" b="1" dirty="0"/>
              <a:t>Beispiel</a:t>
            </a:r>
          </a:p>
          <a:p>
            <a:pPr marL="0" indent="0">
              <a:buNone/>
            </a:pPr>
            <a:r>
              <a:rPr lang="de-DE" sz="1200" dirty="0">
                <a:latin typeface="Courier New" panose="02070309020205020404" pitchFamily="49" charset="0"/>
                <a:cs typeface="Courier New" panose="02070309020205020404" pitchFamily="49" charset="0"/>
              </a:rPr>
              <a:t>Name:</a:t>
            </a:r>
            <a:br>
              <a:rPr lang="de-DE" sz="1200" dirty="0">
                <a:latin typeface="Courier New" panose="02070309020205020404" pitchFamily="49" charset="0"/>
                <a:cs typeface="Courier New" panose="02070309020205020404" pitchFamily="49" charset="0"/>
              </a:rPr>
            </a:br>
            <a:r>
              <a:rPr lang="de-DE" sz="1200" dirty="0" err="1">
                <a:latin typeface="Courier New" panose="02070309020205020404" pitchFamily="49" charset="0"/>
                <a:cs typeface="Courier New" panose="02070309020205020404" pitchFamily="49" charset="0"/>
              </a:rPr>
              <a:t>SalesAPIProduct</a:t>
            </a:r>
            <a:endParaRPr lang="de-DE" sz="1200" dirty="0">
              <a:latin typeface="Courier New" panose="02070309020205020404" pitchFamily="49" charset="0"/>
              <a:cs typeface="Courier New" panose="02070309020205020404" pitchFamily="49" charset="0"/>
            </a:endParaRPr>
          </a:p>
          <a:p>
            <a:pPr marL="0" indent="0">
              <a:buNone/>
            </a:pPr>
            <a:r>
              <a:rPr lang="de-DE" sz="1200" dirty="0">
                <a:latin typeface="Courier New" panose="02070309020205020404" pitchFamily="49" charset="0"/>
                <a:cs typeface="Courier New" panose="02070309020205020404" pitchFamily="49" charset="0"/>
              </a:rPr>
              <a:t>Beschreibung: </a:t>
            </a:r>
            <a:br>
              <a:rPr lang="de-DE" sz="1200" dirty="0">
                <a:latin typeface="Courier New" panose="02070309020205020404" pitchFamily="49" charset="0"/>
                <a:cs typeface="Courier New" panose="02070309020205020404" pitchFamily="49" charset="0"/>
              </a:rPr>
            </a:br>
            <a:r>
              <a:rPr lang="de-DE" sz="1200" dirty="0">
                <a:latin typeface="Courier New" panose="02070309020205020404" pitchFamily="49" charset="0"/>
                <a:cs typeface="Courier New" panose="02070309020205020404" pitchFamily="49" charset="0"/>
              </a:rPr>
              <a:t>APIs für den Verkaufsdaten</a:t>
            </a:r>
          </a:p>
          <a:p>
            <a:pPr marL="0" indent="0">
              <a:buNone/>
            </a:pPr>
            <a:r>
              <a:rPr lang="de-DE" sz="1200" dirty="0">
                <a:latin typeface="Courier New" panose="02070309020205020404" pitchFamily="49" charset="0"/>
                <a:cs typeface="Courier New" panose="02070309020205020404" pitchFamily="49" charset="0"/>
              </a:rPr>
              <a:t>API:</a:t>
            </a:r>
            <a:br>
              <a:rPr lang="de-DE" sz="1200" dirty="0">
                <a:latin typeface="Courier New" panose="02070309020205020404" pitchFamily="49" charset="0"/>
                <a:cs typeface="Courier New" panose="02070309020205020404" pitchFamily="49" charset="0"/>
              </a:rPr>
            </a:br>
            <a:r>
              <a:rPr lang="de-DE" sz="1200" dirty="0" err="1">
                <a:latin typeface="Courier New" panose="02070309020205020404" pitchFamily="49" charset="0"/>
                <a:cs typeface="Courier New" panose="02070309020205020404" pitchFamily="49" charset="0"/>
              </a:rPr>
              <a:t>SalesOrderAPI</a:t>
            </a:r>
            <a:endParaRPr lang="de-DE" sz="1200" dirty="0">
              <a:latin typeface="Courier New" panose="02070309020205020404" pitchFamily="49" charset="0"/>
              <a:cs typeface="Courier New" panose="02070309020205020404" pitchFamily="49" charset="0"/>
            </a:endParaRPr>
          </a:p>
          <a:p>
            <a:endParaRPr lang="de-DE" dirty="0"/>
          </a:p>
          <a:p>
            <a:endParaRPr lang="de-DE" b="1" dirty="0"/>
          </a:p>
        </p:txBody>
      </p:sp>
      <p:sp>
        <p:nvSpPr>
          <p:cNvPr id="4" name="Foliennummernplatzhalter 3"/>
          <p:cNvSpPr>
            <a:spLocks noGrp="1"/>
          </p:cNvSpPr>
          <p:nvPr>
            <p:ph type="sldNum" sz="quarter" idx="5"/>
          </p:nvPr>
        </p:nvSpPr>
        <p:spPr/>
        <p:txBody>
          <a:bodyPr/>
          <a:lstStyle/>
          <a:p>
            <a:fld id="{E9475E6B-8EF9-407D-AAC9-FC0EA114427C}" type="slidenum">
              <a:rPr lang="de-DE" smtClean="0"/>
              <a:t>56</a:t>
            </a:fld>
            <a:endParaRPr lang="de-DE" dirty="0"/>
          </a:p>
        </p:txBody>
      </p:sp>
    </p:spTree>
    <p:extLst>
      <p:ext uri="{BB962C8B-B14F-4D97-AF65-F5344CB8AC3E}">
        <p14:creationId xmlns:p14="http://schemas.microsoft.com/office/powerpoint/2010/main" val="40918000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Developer Hub lege ich eine </a:t>
            </a:r>
            <a:r>
              <a:rPr lang="de-DE" dirty="0" err="1"/>
              <a:t>Application</a:t>
            </a:r>
            <a:r>
              <a:rPr lang="de-DE" dirty="0"/>
              <a:t> an. Sie repräsentiert den technischen Konsumenten unserer API.</a:t>
            </a:r>
          </a:p>
          <a:p>
            <a:endParaRPr lang="de-DE" dirty="0"/>
          </a:p>
          <a:p>
            <a:r>
              <a:rPr lang="de-DE" dirty="0"/>
              <a:t>Danach abonniere ich mit dieser </a:t>
            </a:r>
            <a:r>
              <a:rPr lang="de-DE" dirty="0" err="1"/>
              <a:t>Application</a:t>
            </a:r>
            <a:r>
              <a:rPr lang="de-DE" dirty="0"/>
              <a:t> das zuvor veröffentlichte </a:t>
            </a:r>
            <a:r>
              <a:rPr lang="de-DE" dirty="0" err="1"/>
              <a:t>Product</a:t>
            </a:r>
            <a:r>
              <a:rPr lang="de-DE" dirty="0"/>
              <a:t>.</a:t>
            </a:r>
          </a:p>
          <a:p>
            <a:endParaRPr lang="de-DE" dirty="0"/>
          </a:p>
          <a:p>
            <a:r>
              <a:rPr lang="de-DE" dirty="0"/>
              <a:t>Die </a:t>
            </a:r>
            <a:r>
              <a:rPr lang="de-DE" dirty="0" err="1"/>
              <a:t>Subscription</a:t>
            </a:r>
            <a:r>
              <a:rPr lang="de-DE" dirty="0"/>
              <a:t> stellt die Verbindung zwischen Anwendung und </a:t>
            </a:r>
            <a:r>
              <a:rPr lang="de-DE" dirty="0" err="1"/>
              <a:t>Product</a:t>
            </a:r>
            <a:r>
              <a:rPr lang="de-DE" dirty="0"/>
              <a:t> her. Auf dieser Grundlage erzeugt beziehungsweise verwaltet API Management die Zugangsdaten.</a:t>
            </a:r>
          </a:p>
          <a:p>
            <a:endParaRPr lang="de-DE" dirty="0"/>
          </a:p>
          <a:p>
            <a:r>
              <a:rPr lang="de-DE" b="1" dirty="0"/>
              <a:t>DEMO</a:t>
            </a:r>
          </a:p>
          <a:p>
            <a:r>
              <a:rPr lang="de-DE" dirty="0"/>
              <a:t>Ich wechsle jetzt in die Rolle des API-Konsumenten und öffne den Developer Hub.</a:t>
            </a:r>
          </a:p>
          <a:p>
            <a:endParaRPr lang="de-DE" dirty="0"/>
          </a:p>
          <a:p>
            <a:r>
              <a:rPr lang="de-DE" dirty="0"/>
              <a:t>Dort suche ich nach dem veröffentlichten </a:t>
            </a:r>
            <a:r>
              <a:rPr lang="de-DE" dirty="0" err="1"/>
              <a:t>Product</a:t>
            </a:r>
            <a:r>
              <a:rPr lang="de-DE" dirty="0"/>
              <a:t> und erstelle eine Anwendung. Anschließend verbinde ich die Anwendung über eine </a:t>
            </a:r>
            <a:r>
              <a:rPr lang="de-DE" dirty="0" err="1"/>
              <a:t>Subscription</a:t>
            </a:r>
            <a:r>
              <a:rPr lang="de-DE" dirty="0"/>
              <a:t> mit dem </a:t>
            </a:r>
            <a:r>
              <a:rPr lang="de-DE" dirty="0" err="1"/>
              <a:t>Product</a:t>
            </a:r>
            <a:r>
              <a:rPr lang="de-DE" dirty="0"/>
              <a:t>.</a:t>
            </a:r>
          </a:p>
          <a:p>
            <a:endParaRPr lang="de-DE" dirty="0"/>
          </a:p>
          <a:p>
            <a:r>
              <a:rPr lang="de-DE" dirty="0"/>
              <a:t>Je nach Konfiguration wird die </a:t>
            </a:r>
            <a:r>
              <a:rPr lang="de-DE" dirty="0" err="1"/>
              <a:t>Subscription</a:t>
            </a:r>
            <a:r>
              <a:rPr lang="de-DE" dirty="0"/>
              <a:t> unmittelbar aktiviert oder muss zunächst genehmigt werden. Danach stehen die Zugangsdaten der Anwendung zur Verfügung.</a:t>
            </a:r>
          </a:p>
          <a:p>
            <a:endParaRPr lang="de-DE" dirty="0"/>
          </a:p>
          <a:p>
            <a:endParaRPr lang="de-DE" b="1" dirty="0"/>
          </a:p>
          <a:p>
            <a:pPr marL="514350" indent="-514350">
              <a:buFont typeface="+mj-lt"/>
              <a:buAutoNum type="arabicPeriod"/>
            </a:pPr>
            <a:r>
              <a:rPr lang="de-DE" dirty="0"/>
              <a:t>Developer Hub öffnen </a:t>
            </a:r>
          </a:p>
          <a:p>
            <a:pPr marL="514350" indent="-514350">
              <a:buFont typeface="+mj-lt"/>
              <a:buAutoNum type="arabicPeriod"/>
            </a:pPr>
            <a:r>
              <a:rPr lang="de-DE" dirty="0" err="1"/>
              <a:t>Product</a:t>
            </a:r>
            <a:r>
              <a:rPr lang="de-DE" dirty="0"/>
              <a:t> suchen </a:t>
            </a:r>
          </a:p>
          <a:p>
            <a:pPr marL="514350" indent="-514350">
              <a:buFont typeface="+mj-lt"/>
              <a:buAutoNum type="arabicPeriod"/>
            </a:pPr>
            <a:r>
              <a:rPr lang="de-DE" dirty="0"/>
              <a:t>neue </a:t>
            </a:r>
            <a:r>
              <a:rPr lang="de-DE" dirty="0" err="1"/>
              <a:t>Application</a:t>
            </a:r>
            <a:r>
              <a:rPr lang="de-DE" dirty="0"/>
              <a:t> erstellen </a:t>
            </a:r>
          </a:p>
          <a:p>
            <a:pPr marL="514350" indent="-514350">
              <a:buFont typeface="+mj-lt"/>
              <a:buAutoNum type="arabicPeriod"/>
            </a:pPr>
            <a:r>
              <a:rPr lang="de-DE" dirty="0" err="1"/>
              <a:t>Product</a:t>
            </a:r>
            <a:r>
              <a:rPr lang="de-DE" dirty="0"/>
              <a:t> abonnieren </a:t>
            </a:r>
          </a:p>
          <a:p>
            <a:pPr marL="514350" indent="-514350">
              <a:buFont typeface="+mj-lt"/>
              <a:buAutoNum type="arabicPeriod"/>
            </a:pPr>
            <a:r>
              <a:rPr lang="de-DE" dirty="0"/>
              <a:t>gegebenenfalls Genehmigung abwarten </a:t>
            </a:r>
          </a:p>
          <a:p>
            <a:pPr marL="514350" indent="-514350">
              <a:buFont typeface="+mj-lt"/>
              <a:buAutoNum type="arabicPeriod"/>
            </a:pPr>
            <a:r>
              <a:rPr lang="de-DE" dirty="0"/>
              <a:t>Zugangsdaten anzeigen </a:t>
            </a:r>
          </a:p>
          <a:p>
            <a:pPr marL="514350" indent="-514350">
              <a:buFont typeface="+mj-lt"/>
              <a:buAutoNum type="arabicPeriod"/>
            </a:pPr>
            <a:r>
              <a:rPr lang="de-DE" dirty="0"/>
              <a:t>API Key sicher übernehmen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57</a:t>
            </a:fld>
            <a:endParaRPr lang="de-DE" dirty="0"/>
          </a:p>
        </p:txBody>
      </p:sp>
    </p:spTree>
    <p:extLst>
      <p:ext uri="{BB962C8B-B14F-4D97-AF65-F5344CB8AC3E}">
        <p14:creationId xmlns:p14="http://schemas.microsoft.com/office/powerpoint/2010/main" val="3012534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API Key schützt die Client-Seite. Deshalb bringe ich die Policy im Request-Pfad des </a:t>
            </a:r>
            <a:r>
              <a:rPr lang="de-DE" dirty="0" err="1"/>
              <a:t>ProxyEndpoint</a:t>
            </a:r>
            <a:r>
              <a:rPr lang="de-DE" dirty="0"/>
              <a:t> </a:t>
            </a:r>
            <a:r>
              <a:rPr lang="de-DE" dirty="0" err="1"/>
              <a:t>PreFlow</a:t>
            </a:r>
            <a:r>
              <a:rPr lang="de-DE" dirty="0"/>
              <a:t> an.</a:t>
            </a:r>
          </a:p>
          <a:p>
            <a:endParaRPr lang="de-DE" dirty="0"/>
          </a:p>
          <a:p>
            <a:r>
              <a:rPr lang="de-DE" dirty="0"/>
              <a:t>Die Policy liest den Schlüssel aus einem HTTP-Header mit dem Namen </a:t>
            </a:r>
            <a:r>
              <a:rPr lang="de-DE" sz="1200" kern="1200" dirty="0" err="1">
                <a:solidFill>
                  <a:schemeClr val="tx1"/>
                </a:solidFill>
                <a:latin typeface="+mn-lt"/>
                <a:ea typeface="+mn-ea"/>
                <a:cs typeface="+mn-cs"/>
              </a:rPr>
              <a:t>APIKey</a:t>
            </a:r>
            <a:r>
              <a:rPr lang="de-DE" dirty="0"/>
              <a:t>.</a:t>
            </a:r>
          </a:p>
          <a:p>
            <a:endParaRPr lang="de-DE" dirty="0"/>
          </a:p>
          <a:p>
            <a:r>
              <a:rPr lang="de-DE" dirty="0"/>
              <a:t>Anschließend prüft API Management, ob der Schlüssel gültig ist und zu einer Anwendung mit einer passenden Product-</a:t>
            </a:r>
            <a:r>
              <a:rPr lang="de-DE" dirty="0" err="1"/>
              <a:t>Subscription</a:t>
            </a:r>
            <a:r>
              <a:rPr lang="de-DE" dirty="0"/>
              <a:t> gehört. Schlägt die Prüfung fehl, wird der Request abgelehnt, bevor das Backend aufgerufen wird.</a:t>
            </a:r>
          </a:p>
          <a:p>
            <a:endParaRPr lang="de-DE" dirty="0"/>
          </a:p>
          <a:p>
            <a:r>
              <a:rPr lang="de-DE" dirty="0"/>
              <a:t>Die Policy kann den API Key aus verschiedenen Bestandteilen des Requests lesen.</a:t>
            </a:r>
          </a:p>
          <a:p>
            <a:endParaRPr lang="de-DE" dirty="0"/>
          </a:p>
          <a:p>
            <a:r>
              <a:rPr lang="de-DE" dirty="0"/>
              <a:t>Technisch könnte ich ihn als Query-Parameter übertragen. Dabei kann der Schlüssel jedoch leichter in Browser-Historien, Server-Logs oder Monitoring-Systemen erscheinen.</a:t>
            </a:r>
          </a:p>
          <a:p>
            <a:endParaRPr lang="de-DE" dirty="0"/>
          </a:p>
          <a:p>
            <a:r>
              <a:rPr lang="de-DE" dirty="0"/>
              <a:t>Ich verwende deshalb einen HTTP-Header. Der Headername und die Referenz in der Policy müssen zusammenpassen.</a:t>
            </a:r>
          </a:p>
          <a:p>
            <a:endParaRPr lang="de-DE" dirty="0"/>
          </a:p>
          <a:p>
            <a:r>
              <a:rPr lang="de-DE" b="1" dirty="0"/>
              <a:t>DEMO</a:t>
            </a:r>
          </a:p>
          <a:p>
            <a:r>
              <a:rPr lang="de-DE" dirty="0"/>
              <a:t>Ich öffne wieder den Policy Editor. Dieses Mal arbeite ich nicht im </a:t>
            </a:r>
            <a:r>
              <a:rPr lang="de-DE" dirty="0" err="1"/>
              <a:t>TargetEndpoint</a:t>
            </a:r>
            <a:r>
              <a:rPr lang="de-DE" dirty="0"/>
              <a:t>, sondern im </a:t>
            </a:r>
            <a:r>
              <a:rPr lang="de-DE" dirty="0" err="1"/>
              <a:t>ProxyEndpoint</a:t>
            </a:r>
            <a:r>
              <a:rPr lang="de-DE" dirty="0"/>
              <a:t>.</a:t>
            </a:r>
          </a:p>
          <a:p>
            <a:endParaRPr lang="de-DE" dirty="0"/>
          </a:p>
          <a:p>
            <a:r>
              <a:rPr lang="de-DE" dirty="0"/>
              <a:t>Die </a:t>
            </a:r>
            <a:r>
              <a:rPr lang="de-DE" dirty="0" err="1"/>
              <a:t>Verify</a:t>
            </a:r>
            <a:r>
              <a:rPr lang="de-DE" dirty="0"/>
              <a:t>-API-Key-Policy soll möglichst früh ausgeführt werden. Ein Request ohne gültigen Schlüssel soll gar nicht erst die Backend-Verarbeitung erreichen.</a:t>
            </a:r>
          </a:p>
          <a:p>
            <a:endParaRPr lang="de-DE" dirty="0"/>
          </a:p>
          <a:p>
            <a:r>
              <a:rPr lang="de-DE" dirty="0"/>
              <a:t>Nach der Konfiguration speichere und deploye ich die neue Revision.</a:t>
            </a:r>
          </a:p>
          <a:p>
            <a:endParaRPr lang="de-DE" dirty="0"/>
          </a:p>
          <a:p>
            <a:pPr marL="514350" indent="-514350">
              <a:buFont typeface="+mj-lt"/>
              <a:buAutoNum type="arabicPeriod"/>
            </a:pPr>
            <a:r>
              <a:rPr lang="de-DE" dirty="0"/>
              <a:t>API Proxy öffnen </a:t>
            </a:r>
          </a:p>
          <a:p>
            <a:pPr marL="514350" indent="-514350">
              <a:buFont typeface="+mj-lt"/>
              <a:buAutoNum type="arabicPeriod"/>
            </a:pPr>
            <a:r>
              <a:rPr lang="de-DE" dirty="0"/>
              <a:t>Policy Editor starten </a:t>
            </a:r>
          </a:p>
          <a:p>
            <a:pPr marL="514350" indent="-514350">
              <a:buFont typeface="+mj-lt"/>
              <a:buAutoNum type="arabicPeriod"/>
            </a:pPr>
            <a:r>
              <a:rPr lang="de-DE" dirty="0" err="1"/>
              <a:t>ProxyEndpoint</a:t>
            </a:r>
            <a:r>
              <a:rPr lang="de-DE" dirty="0"/>
              <a:t> → </a:t>
            </a:r>
            <a:r>
              <a:rPr lang="de-DE" dirty="0" err="1"/>
              <a:t>PreFlow</a:t>
            </a:r>
            <a:r>
              <a:rPr lang="de-DE" dirty="0"/>
              <a:t> auswählen </a:t>
            </a:r>
          </a:p>
          <a:p>
            <a:pPr marL="514350" indent="-514350">
              <a:buFont typeface="+mj-lt"/>
              <a:buAutoNum type="arabicPeriod"/>
            </a:pPr>
            <a:r>
              <a:rPr lang="de-DE" dirty="0" err="1"/>
              <a:t>Verify</a:t>
            </a:r>
            <a:r>
              <a:rPr lang="de-DE" dirty="0"/>
              <a:t> API Key hinzufügen </a:t>
            </a:r>
          </a:p>
          <a:p>
            <a:pPr marL="514350" indent="-514350">
              <a:buFont typeface="+mj-lt"/>
              <a:buAutoNum type="arabicPeriod"/>
            </a:pPr>
            <a:r>
              <a:rPr lang="de-DE" dirty="0"/>
              <a:t>Request-Stream verwenden </a:t>
            </a:r>
          </a:p>
          <a:p>
            <a:pPr marL="514350" indent="-514350">
              <a:buFont typeface="+mj-lt"/>
              <a:buAutoNum type="arabicPeriod"/>
            </a:pPr>
            <a:r>
              <a:rPr lang="de-DE" dirty="0"/>
              <a:t>Headerreferenz konfigurieren </a:t>
            </a:r>
          </a:p>
          <a:p>
            <a:pPr marL="514350" indent="-514350">
              <a:buFont typeface="+mj-lt"/>
              <a:buAutoNum type="arabicPeriod"/>
            </a:pPr>
            <a:r>
              <a:rPr lang="de-DE" dirty="0"/>
              <a:t>Policy an den Anfang setzen </a:t>
            </a:r>
          </a:p>
          <a:p>
            <a:pPr marL="514350" indent="-514350">
              <a:buFont typeface="+mj-lt"/>
              <a:buAutoNum type="arabicPeriod"/>
            </a:pPr>
            <a:r>
              <a:rPr lang="de-DE" dirty="0"/>
              <a:t>speichern und deployen</a:t>
            </a:r>
          </a:p>
          <a:p>
            <a:endParaRPr lang="de-DE" dirty="0"/>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58</a:t>
            </a:fld>
            <a:endParaRPr lang="de-DE" dirty="0"/>
          </a:p>
        </p:txBody>
      </p:sp>
    </p:spTree>
    <p:extLst>
      <p:ext uri="{BB962C8B-B14F-4D97-AF65-F5344CB8AC3E}">
        <p14:creationId xmlns:p14="http://schemas.microsoft.com/office/powerpoint/2010/main" val="2921695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Verify</a:t>
            </a:r>
            <a:r>
              <a:rPr lang="de-DE" dirty="0"/>
              <a:t> API Key ist mehr als eine Prüfung auf einen nicht leeren Header.</a:t>
            </a:r>
          </a:p>
          <a:p>
            <a:endParaRPr lang="de-DE" dirty="0"/>
          </a:p>
          <a:p>
            <a:r>
              <a:rPr lang="de-DE" dirty="0"/>
              <a:t>API Management löst den Schlüssel zu einer registrierten </a:t>
            </a:r>
            <a:r>
              <a:rPr lang="de-DE" dirty="0" err="1"/>
              <a:t>Application</a:t>
            </a:r>
            <a:r>
              <a:rPr lang="de-DE" dirty="0"/>
              <a:t> auf. Anschließend wird geprüft, ob diese </a:t>
            </a:r>
            <a:r>
              <a:rPr lang="de-DE" dirty="0" err="1"/>
              <a:t>Application</a:t>
            </a:r>
            <a:r>
              <a:rPr lang="de-DE" dirty="0"/>
              <a:t> Zugriff auf ein </a:t>
            </a:r>
            <a:r>
              <a:rPr lang="de-DE" dirty="0" err="1"/>
              <a:t>Product</a:t>
            </a:r>
            <a:r>
              <a:rPr lang="de-DE" dirty="0"/>
              <a:t> besitzt, das den aufgerufenen API Proxy enthält.</a:t>
            </a:r>
          </a:p>
          <a:p>
            <a:endParaRPr lang="de-DE" dirty="0"/>
          </a:p>
          <a:p>
            <a:r>
              <a:rPr lang="de-DE" dirty="0"/>
              <a:t>Dadurch kann ein gültiger Key für </a:t>
            </a:r>
            <a:r>
              <a:rPr lang="de-DE" dirty="0" err="1"/>
              <a:t>Product</a:t>
            </a:r>
            <a:r>
              <a:rPr lang="de-DE" dirty="0"/>
              <a:t> A trotzdem beim Zugriff auf eine API aus </a:t>
            </a:r>
            <a:r>
              <a:rPr lang="de-DE" dirty="0" err="1"/>
              <a:t>Product</a:t>
            </a:r>
            <a:r>
              <a:rPr lang="de-DE" dirty="0"/>
              <a:t> B abgelehnt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59</a:t>
            </a:fld>
            <a:endParaRPr lang="de-DE" dirty="0"/>
          </a:p>
        </p:txBody>
      </p:sp>
    </p:spTree>
    <p:extLst>
      <p:ext uri="{BB962C8B-B14F-4D97-AF65-F5344CB8AC3E}">
        <p14:creationId xmlns:p14="http://schemas.microsoft.com/office/powerpoint/2010/main" val="2405533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Auch hier trenne ich Client- und Backend-Fehler.</a:t>
            </a:r>
          </a:p>
          <a:p>
            <a:endParaRPr lang="de-DE" dirty="0"/>
          </a:p>
          <a:p>
            <a:r>
              <a:rPr lang="de-DE" dirty="0"/>
              <a:t>Wenn die </a:t>
            </a:r>
            <a:r>
              <a:rPr lang="de-DE" dirty="0" err="1"/>
              <a:t>Verify</a:t>
            </a:r>
            <a:r>
              <a:rPr lang="de-DE" dirty="0"/>
              <a:t>-API-Key-Policy den Request ablehnt, liegt das Problem auf der Client-Seite: Header, Key, </a:t>
            </a:r>
            <a:r>
              <a:rPr lang="de-DE" dirty="0" err="1"/>
              <a:t>Application</a:t>
            </a:r>
            <a:r>
              <a:rPr lang="de-DE" dirty="0"/>
              <a:t> oder </a:t>
            </a:r>
            <a:r>
              <a:rPr lang="de-DE" dirty="0" err="1"/>
              <a:t>Subscription</a:t>
            </a:r>
            <a:r>
              <a:rPr lang="de-DE" dirty="0"/>
              <a:t>.</a:t>
            </a:r>
          </a:p>
          <a:p>
            <a:endParaRPr lang="de-DE" dirty="0"/>
          </a:p>
          <a:p>
            <a:r>
              <a:rPr lang="de-DE" dirty="0"/>
              <a:t>Erreicht der Request das Backend und erhält dort einen 401, war die API-Key-Prüfung bereits erfolgreich. Dann muss ich wieder die technische Backend-Authentifizierung untersuchen.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60</a:t>
            </a:fld>
            <a:endParaRPr lang="de-DE" dirty="0"/>
          </a:p>
        </p:txBody>
      </p:sp>
    </p:spTree>
    <p:extLst>
      <p:ext uri="{BB962C8B-B14F-4D97-AF65-F5344CB8AC3E}">
        <p14:creationId xmlns:p14="http://schemas.microsoft.com/office/powerpoint/2010/main" val="9246882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Auch ein API Key ist ein Geheimnis.</a:t>
            </a:r>
          </a:p>
          <a:p>
            <a:endParaRPr lang="de-DE" dirty="0"/>
          </a:p>
          <a:p>
            <a:r>
              <a:rPr lang="de-DE" dirty="0"/>
              <a:t>Jede Anwendung sollte eigene Zugangsdaten erhalten. Wenn mehrere Konsumenten denselben Key verwenden, kann ich ihre Aufrufe weder sauber unterscheiden noch einen einzelnen Konsumenten sperren.</a:t>
            </a:r>
          </a:p>
          <a:p>
            <a:endParaRPr lang="de-DE" dirty="0"/>
          </a:p>
          <a:p>
            <a:r>
              <a:rPr lang="de-DE" dirty="0"/>
              <a:t>Ein kompromittierter Schlüssel muss widerrufen beziehungsweise erneuert werden können, ohne andere Anwendungen zu beeinflussen.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61</a:t>
            </a:fld>
            <a:endParaRPr lang="de-DE" dirty="0"/>
          </a:p>
        </p:txBody>
      </p:sp>
    </p:spTree>
    <p:extLst>
      <p:ext uri="{BB962C8B-B14F-4D97-AF65-F5344CB8AC3E}">
        <p14:creationId xmlns:p14="http://schemas.microsoft.com/office/powerpoint/2010/main" val="36243695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API Key ist bewusst unser erster Mechanismus für die Client-Absicherung.</a:t>
            </a:r>
          </a:p>
          <a:p>
            <a:endParaRPr lang="de-DE" dirty="0"/>
          </a:p>
          <a:p>
            <a:r>
              <a:rPr lang="de-DE" dirty="0"/>
              <a:t>Für höhere Sicherheitsanforderungen würde ich häufig OAuth 2.0 bevorzugen. Dort arbeitet die Anwendung mit kurzlebigen Access Tokens und definierten Scopes.</a:t>
            </a:r>
          </a:p>
          <a:p>
            <a:endParaRPr lang="de-DE" dirty="0"/>
          </a:p>
          <a:p>
            <a:r>
              <a:rPr lang="de-DE" dirty="0"/>
              <a:t>Die grundlegende Trennung bleibt aber gleich: Die Client-Authentifizierung am Proxy ist unabhängig von der technischen Authentifizierung des Proxys gegenüber dem Backend.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62</a:t>
            </a:fld>
            <a:endParaRPr lang="de-DE" dirty="0"/>
          </a:p>
        </p:txBody>
      </p:sp>
    </p:spTree>
    <p:extLst>
      <p:ext uri="{BB962C8B-B14F-4D97-AF65-F5344CB8AC3E}">
        <p14:creationId xmlns:p14="http://schemas.microsoft.com/office/powerpoint/2010/main" val="37445160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API ist inzwischen auf beiden Seiten abgesichert.</a:t>
            </a:r>
          </a:p>
          <a:p>
            <a:endParaRPr lang="de-DE" dirty="0"/>
          </a:p>
          <a:p>
            <a:r>
              <a:rPr lang="de-DE" dirty="0"/>
              <a:t>Der Client identifiziert sich mit einem API Key gegenüber API Management. Der Proxy verwendet davon unabhängig einen technischen Benutzer für das SAP-Backend.</a:t>
            </a:r>
          </a:p>
          <a:p>
            <a:endParaRPr lang="de-DE" dirty="0"/>
          </a:p>
          <a:p>
            <a:r>
              <a:rPr lang="de-DE" dirty="0"/>
              <a:t>Ein gültiger API Key sagt aber noch nichts darüber aus, wie häufig die Anwendung unsere API aufrufen darf. Ein fehlerhafter Client könnte innerhalb kurzer Zeit Tausende gültige Requests erzeugen.</a:t>
            </a:r>
          </a:p>
          <a:p>
            <a:endParaRPr lang="de-DE" dirty="0"/>
          </a:p>
          <a:p>
            <a:r>
              <a:rPr lang="de-DE" dirty="0"/>
              <a:t>Deshalb ergänzen wir nun </a:t>
            </a:r>
            <a:r>
              <a:rPr lang="de-DE" dirty="0" err="1"/>
              <a:t>Policies</a:t>
            </a:r>
            <a:r>
              <a:rPr lang="de-DE" dirty="0"/>
              <a:t> für das Traffic Management.</a:t>
            </a:r>
          </a:p>
          <a:p>
            <a:endParaRPr lang="de-DE" dirty="0"/>
          </a:p>
          <a:p>
            <a:r>
              <a:rPr lang="de-DE" dirty="0"/>
              <a:t>Diese drei </a:t>
            </a:r>
            <a:r>
              <a:rPr lang="de-DE" dirty="0" err="1"/>
              <a:t>Policies</a:t>
            </a:r>
            <a:r>
              <a:rPr lang="de-DE" dirty="0"/>
              <a:t> erfüllen unterschiedliche Aufgaben.</a:t>
            </a:r>
          </a:p>
          <a:p>
            <a:endParaRPr lang="de-DE" dirty="0"/>
          </a:p>
          <a:p>
            <a:r>
              <a:rPr lang="de-DE" dirty="0" err="1"/>
              <a:t>Verify</a:t>
            </a:r>
            <a:r>
              <a:rPr lang="de-DE" dirty="0"/>
              <a:t> API Key kontrolliert, ob die Anwendung grundsätzlich zugreifen darf.</a:t>
            </a:r>
          </a:p>
          <a:p>
            <a:endParaRPr lang="de-DE" dirty="0"/>
          </a:p>
          <a:p>
            <a:r>
              <a:rPr lang="de-DE" dirty="0" err="1"/>
              <a:t>Quota</a:t>
            </a:r>
            <a:r>
              <a:rPr lang="de-DE" dirty="0"/>
              <a:t> beschränkt die Gesamtzahl der Requests innerhalb eines Zeitraums, beispielsweise 10.000 Requests pro Monat.</a:t>
            </a:r>
          </a:p>
          <a:p>
            <a:endParaRPr lang="de-DE" dirty="0"/>
          </a:p>
          <a:p>
            <a:r>
              <a:rPr lang="de-DE" dirty="0"/>
              <a:t>Spike Arrest glättet dagegen die Aufrufrate. Die Policy schützt vor einer großen Zahl von Requests, die innerhalb sehr kurzer Zeit eintreffen.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64</a:t>
            </a:fld>
            <a:endParaRPr lang="de-DE" dirty="0"/>
          </a:p>
        </p:txBody>
      </p:sp>
    </p:spTree>
    <p:extLst>
      <p:ext uri="{BB962C8B-B14F-4D97-AF65-F5344CB8AC3E}">
        <p14:creationId xmlns:p14="http://schemas.microsoft.com/office/powerpoint/2010/main" val="26547656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a:t>
            </a:r>
            <a:r>
              <a:rPr lang="de-DE" dirty="0" err="1"/>
              <a:t>Quota</a:t>
            </a:r>
            <a:r>
              <a:rPr lang="de-DE" dirty="0"/>
              <a:t> definiert ein Nutzungskontingent.</a:t>
            </a:r>
          </a:p>
          <a:p>
            <a:endParaRPr lang="de-DE" dirty="0"/>
          </a:p>
          <a:p>
            <a:r>
              <a:rPr lang="de-DE" dirty="0"/>
              <a:t>Eine Anwendung darf beispielsweise 10.000 Requests pro Tag senden. Wann diese Requests innerhalb des Tages eintreffen, spielt für die </a:t>
            </a:r>
            <a:r>
              <a:rPr lang="de-DE" dirty="0" err="1"/>
              <a:t>Quota</a:t>
            </a:r>
            <a:r>
              <a:rPr lang="de-DE" dirty="0"/>
              <a:t> zunächst keine Rolle.</a:t>
            </a:r>
          </a:p>
          <a:p>
            <a:endParaRPr lang="de-DE" dirty="0"/>
          </a:p>
          <a:p>
            <a:r>
              <a:rPr lang="de-DE" dirty="0"/>
              <a:t>Die Anwendung könnte theoretisch ihr gesamtes Tageskontingent innerhalb weniger Minuten verbrauchen. Genau deshalb ersetzt eine </a:t>
            </a:r>
            <a:r>
              <a:rPr lang="de-DE" dirty="0" err="1"/>
              <a:t>Quota</a:t>
            </a:r>
            <a:r>
              <a:rPr lang="de-DE" dirty="0"/>
              <a:t> keinen Spike Arrest.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65</a:t>
            </a:fld>
            <a:endParaRPr lang="de-DE" dirty="0"/>
          </a:p>
        </p:txBody>
      </p:sp>
    </p:spTree>
    <p:extLst>
      <p:ext uri="{BB962C8B-B14F-4D97-AF65-F5344CB8AC3E}">
        <p14:creationId xmlns:p14="http://schemas.microsoft.com/office/powerpoint/2010/main" val="24961045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Spike Arrest begrenzt nicht das langfristige Kontingent, sondern die Geschwindigkeit der Requests.</a:t>
            </a:r>
          </a:p>
          <a:p>
            <a:endParaRPr lang="de-DE" dirty="0"/>
          </a:p>
          <a:p>
            <a:r>
              <a:rPr lang="de-DE" dirty="0"/>
              <a:t>Wichtig ist dabei: Eine Rate von 60 Requests pro Minute bedeutet nicht unbedingt, dass 60 Requests gleichzeitig am Anfang der Minute erlaubt sind. Die Policy verteilt beziehungsweise glättet diese Rate über den Zeitraum.</a:t>
            </a:r>
          </a:p>
          <a:p>
            <a:endParaRPr lang="de-DE" dirty="0"/>
          </a:p>
          <a:p>
            <a:r>
              <a:rPr lang="de-DE" dirty="0"/>
              <a:t>Bei 60 Requests pro Minute ergibt sich näherungsweise ein Request pro Sekunde.</a:t>
            </a:r>
          </a:p>
          <a:p>
            <a:endParaRPr lang="de-DE" dirty="0"/>
          </a:p>
          <a:p>
            <a:r>
              <a:rPr lang="de-DE" dirty="0"/>
              <a:t>Die beiden </a:t>
            </a:r>
            <a:r>
              <a:rPr lang="de-DE" dirty="0" err="1"/>
              <a:t>Policies</a:t>
            </a:r>
            <a:r>
              <a:rPr lang="de-DE" dirty="0"/>
              <a:t> ergänzen sich.</a:t>
            </a:r>
          </a:p>
          <a:p>
            <a:endParaRPr lang="de-DE" dirty="0"/>
          </a:p>
          <a:p>
            <a:r>
              <a:rPr lang="de-DE" dirty="0" err="1"/>
              <a:t>Quota</a:t>
            </a:r>
            <a:r>
              <a:rPr lang="de-DE" dirty="0"/>
              <a:t> verhindert, dass eine Anwendung insgesamt mehr als vereinbart verbraucht. Spike Arrest schützt das System vor plötzlichen Lastspitzen.</a:t>
            </a:r>
          </a:p>
          <a:p>
            <a:endParaRPr lang="de-DE" dirty="0"/>
          </a:p>
          <a:p>
            <a:r>
              <a:rPr lang="de-DE" dirty="0"/>
              <a:t>In einer produktiven API können deshalb beide </a:t>
            </a:r>
            <a:r>
              <a:rPr lang="de-DE" dirty="0" err="1"/>
              <a:t>Policies</a:t>
            </a:r>
            <a:r>
              <a:rPr lang="de-DE" dirty="0"/>
              <a:t> gleichzeitig sinnvoll sein.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66</a:t>
            </a:fld>
            <a:endParaRPr lang="de-DE" dirty="0"/>
          </a:p>
        </p:txBody>
      </p:sp>
    </p:spTree>
    <p:extLst>
      <p:ext uri="{BB962C8B-B14F-4D97-AF65-F5344CB8AC3E}">
        <p14:creationId xmlns:p14="http://schemas.microsoft.com/office/powerpoint/2010/main" val="42528900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Traffic Management betrifft die Beziehung zwischen dem Client und unserem API Proxy. Deshalb platziere ich die </a:t>
            </a:r>
            <a:r>
              <a:rPr lang="de-DE" dirty="0" err="1"/>
              <a:t>Policies</a:t>
            </a:r>
            <a:r>
              <a:rPr lang="de-DE" dirty="0"/>
              <a:t> im Request-</a:t>
            </a:r>
            <a:r>
              <a:rPr lang="de-DE" dirty="0" err="1"/>
              <a:t>PreFlow</a:t>
            </a:r>
            <a:r>
              <a:rPr lang="de-DE" dirty="0"/>
              <a:t> des </a:t>
            </a:r>
            <a:r>
              <a:rPr lang="de-DE" dirty="0" err="1"/>
              <a:t>ProxyEndpoint</a:t>
            </a:r>
            <a:r>
              <a:rPr lang="de-DE" dirty="0"/>
              <a:t>.</a:t>
            </a:r>
          </a:p>
          <a:p>
            <a:endParaRPr lang="de-DE" dirty="0"/>
          </a:p>
          <a:p>
            <a:r>
              <a:rPr lang="de-DE" dirty="0"/>
              <a:t>Die Prüfung erfolgt dadurch, bevor das Backend aufgerufen wird.</a:t>
            </a:r>
          </a:p>
          <a:p>
            <a:endParaRPr lang="de-DE" dirty="0"/>
          </a:p>
          <a:p>
            <a:r>
              <a:rPr lang="de-DE" dirty="0"/>
              <a:t>Die Backend-Authentifizierung und die SAP-spezifische CSRF-Verarbeitung bleiben dagegen im </a:t>
            </a:r>
            <a:r>
              <a:rPr lang="de-DE" dirty="0" err="1"/>
              <a:t>TargetEndpoint</a:t>
            </a:r>
            <a:r>
              <a:rPr lang="de-DE" dirty="0"/>
              <a:t>.</a:t>
            </a:r>
          </a:p>
          <a:p>
            <a:endParaRPr lang="de-DE" dirty="0"/>
          </a:p>
          <a:p>
            <a:r>
              <a:rPr lang="de-DE" dirty="0"/>
              <a:t>Ich prüfe zunächst den API Key. Dadurch steht anschließend die Identität der konsumierenden </a:t>
            </a:r>
            <a:r>
              <a:rPr lang="de-DE" dirty="0" err="1"/>
              <a:t>Application</a:t>
            </a:r>
            <a:r>
              <a:rPr lang="de-DE" dirty="0"/>
              <a:t> als Flow-Variable zur Verfügung.</a:t>
            </a:r>
          </a:p>
          <a:p>
            <a:endParaRPr lang="de-DE" dirty="0"/>
          </a:p>
          <a:p>
            <a:r>
              <a:rPr lang="de-DE" dirty="0"/>
              <a:t>Diese Identität benötigen wir insbesondere für eine anwendungsabhängige </a:t>
            </a:r>
            <a:r>
              <a:rPr lang="de-DE" dirty="0" err="1"/>
              <a:t>Quota</a:t>
            </a:r>
            <a:r>
              <a:rPr lang="de-DE" dirty="0"/>
              <a:t>.</a:t>
            </a:r>
          </a:p>
          <a:p>
            <a:endParaRPr lang="de-DE" dirty="0"/>
          </a:p>
          <a:p>
            <a:r>
              <a:rPr lang="de-DE" dirty="0"/>
              <a:t>Danach folgt Spike Arrest für den kurzfristigen Schutz und anschließend die </a:t>
            </a:r>
            <a:r>
              <a:rPr lang="de-DE" dirty="0" err="1"/>
              <a:t>Quota</a:t>
            </a:r>
            <a:r>
              <a:rPr lang="de-DE" dirty="0"/>
              <a:t>-Prüfung. Erst wenn alle </a:t>
            </a:r>
            <a:r>
              <a:rPr lang="de-DE" dirty="0" err="1"/>
              <a:t>Policies</a:t>
            </a:r>
            <a:r>
              <a:rPr lang="de-DE" dirty="0"/>
              <a:t> erfolgreich waren, wird das Backend aufgerufen.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67</a:t>
            </a:fld>
            <a:endParaRPr lang="de-DE" dirty="0"/>
          </a:p>
        </p:txBody>
      </p:sp>
    </p:spTree>
    <p:extLst>
      <p:ext uri="{BB962C8B-B14F-4D97-AF65-F5344CB8AC3E}">
        <p14:creationId xmlns:p14="http://schemas.microsoft.com/office/powerpoint/2010/main" val="9957202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Ohne eine zusätzliche Kennung verwendet die Policy einen gemeinsamen Zähler. Dann können die Requests einer Anwendung das Kontingent aller anderen Anwendungen aufbrauchen.</a:t>
            </a:r>
          </a:p>
          <a:p>
            <a:endParaRPr lang="de-DE" dirty="0"/>
          </a:p>
          <a:p>
            <a:r>
              <a:rPr lang="de-DE" dirty="0"/>
              <a:t>Nach der </a:t>
            </a:r>
            <a:r>
              <a:rPr lang="de-DE" dirty="0" err="1"/>
              <a:t>Verify</a:t>
            </a:r>
            <a:r>
              <a:rPr lang="de-DE" dirty="0"/>
              <a:t>-API-Key-Policy kennen wir jedoch die Client ID der </a:t>
            </a:r>
            <a:r>
              <a:rPr lang="de-DE" dirty="0" err="1"/>
              <a:t>Application</a:t>
            </a:r>
            <a:r>
              <a:rPr lang="de-DE" dirty="0"/>
              <a:t>. Diese verwende ich als Identifier für die </a:t>
            </a:r>
            <a:r>
              <a:rPr lang="de-DE" dirty="0" err="1"/>
              <a:t>Quota</a:t>
            </a:r>
            <a:r>
              <a:rPr lang="de-DE" dirty="0"/>
              <a:t>.</a:t>
            </a:r>
          </a:p>
          <a:p>
            <a:endParaRPr lang="de-DE" dirty="0"/>
          </a:p>
          <a:p>
            <a:r>
              <a:rPr lang="de-DE" dirty="0"/>
              <a:t>Dadurch erhält jede registrierte </a:t>
            </a:r>
            <a:r>
              <a:rPr lang="de-DE" dirty="0" err="1"/>
              <a:t>Application</a:t>
            </a:r>
            <a:r>
              <a:rPr lang="de-DE" dirty="0"/>
              <a:t> einen eigenen Zähler.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68</a:t>
            </a:fld>
            <a:endParaRPr lang="de-DE" dirty="0"/>
          </a:p>
        </p:txBody>
      </p:sp>
    </p:spTree>
    <p:extLst>
      <p:ext uri="{BB962C8B-B14F-4D97-AF65-F5344CB8AC3E}">
        <p14:creationId xmlns:p14="http://schemas.microsoft.com/office/powerpoint/2010/main" val="273818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Policies</a:t>
            </a:r>
            <a:r>
              <a:rPr lang="de-DE" dirty="0"/>
              <a:t> können Werte in sogenannten Flow-Variablen bereitstellen.</a:t>
            </a:r>
          </a:p>
          <a:p>
            <a:endParaRPr lang="de-DE" dirty="0"/>
          </a:p>
          <a:p>
            <a:r>
              <a:rPr lang="de-DE" dirty="0"/>
              <a:t>Die </a:t>
            </a:r>
            <a:r>
              <a:rPr lang="de-DE" dirty="0" err="1"/>
              <a:t>Verify</a:t>
            </a:r>
            <a:r>
              <a:rPr lang="de-DE" dirty="0"/>
              <a:t>-API-Key-Policy liefert unter anderem die Client ID der erkannten </a:t>
            </a:r>
            <a:r>
              <a:rPr lang="de-DE" dirty="0" err="1"/>
              <a:t>Application</a:t>
            </a:r>
            <a:r>
              <a:rPr lang="de-DE" dirty="0"/>
              <a:t>. Der genaue Variablenname enthält den Namen unserer Policy.</a:t>
            </a:r>
          </a:p>
          <a:p>
            <a:endParaRPr lang="de-DE" dirty="0"/>
          </a:p>
          <a:p>
            <a:r>
              <a:rPr lang="de-DE" dirty="0"/>
              <a:t>Wenn meine Policy </a:t>
            </a:r>
            <a:r>
              <a:rPr lang="de-DE" sz="1200" kern="1200" dirty="0" err="1">
                <a:solidFill>
                  <a:schemeClr val="tx1"/>
                </a:solidFill>
                <a:latin typeface="+mn-lt"/>
                <a:ea typeface="+mn-ea"/>
                <a:cs typeface="+mn-cs"/>
              </a:rPr>
              <a:t>Verify</a:t>
            </a:r>
            <a:r>
              <a:rPr lang="de-DE" sz="1200" kern="1200" dirty="0">
                <a:solidFill>
                  <a:schemeClr val="tx1"/>
                </a:solidFill>
                <a:latin typeface="+mn-lt"/>
                <a:ea typeface="+mn-ea"/>
                <a:cs typeface="+mn-cs"/>
              </a:rPr>
              <a:t>-API-Key</a:t>
            </a:r>
            <a:r>
              <a:rPr lang="de-DE" dirty="0"/>
              <a:t> heißt, lautet die Referenz </a:t>
            </a:r>
            <a:r>
              <a:rPr lang="de-DE" sz="1200" kern="1200" dirty="0" err="1">
                <a:solidFill>
                  <a:schemeClr val="tx1"/>
                </a:solidFill>
                <a:latin typeface="+mn-lt"/>
                <a:ea typeface="+mn-ea"/>
                <a:cs typeface="+mn-cs"/>
              </a:rPr>
              <a:t>verifyapikey.Verify</a:t>
            </a:r>
            <a:r>
              <a:rPr lang="de-DE" sz="1200" kern="1200" dirty="0">
                <a:solidFill>
                  <a:schemeClr val="tx1"/>
                </a:solidFill>
                <a:latin typeface="+mn-lt"/>
                <a:ea typeface="+mn-ea"/>
                <a:cs typeface="+mn-cs"/>
              </a:rPr>
              <a:t>-API-</a:t>
            </a:r>
            <a:r>
              <a:rPr lang="de-DE" sz="1200" kern="1200" dirty="0" err="1">
                <a:solidFill>
                  <a:schemeClr val="tx1"/>
                </a:solidFill>
                <a:latin typeface="+mn-lt"/>
                <a:ea typeface="+mn-ea"/>
                <a:cs typeface="+mn-cs"/>
              </a:rPr>
              <a:t>Key.client_id</a:t>
            </a:r>
            <a:r>
              <a:rPr lang="de-DE" dirty="0"/>
              <a:t>. Schon eine Abweichung im Policy-Namen führt dazu, dass die </a:t>
            </a:r>
            <a:r>
              <a:rPr lang="de-DE" dirty="0" err="1"/>
              <a:t>Quota</a:t>
            </a:r>
            <a:r>
              <a:rPr lang="de-DE" dirty="0"/>
              <a:t> nicht wie erwartet nach </a:t>
            </a:r>
            <a:r>
              <a:rPr lang="de-DE" dirty="0" err="1"/>
              <a:t>Application</a:t>
            </a:r>
            <a:r>
              <a:rPr lang="de-DE" dirty="0"/>
              <a:t> unterscheidet.</a:t>
            </a:r>
          </a:p>
          <a:p>
            <a:endParaRPr lang="de-DE" dirty="0"/>
          </a:p>
          <a:p>
            <a:r>
              <a:rPr lang="de-DE" dirty="0"/>
              <a:t>DEMO</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69</a:t>
            </a:fld>
            <a:endParaRPr lang="de-DE" dirty="0"/>
          </a:p>
        </p:txBody>
      </p:sp>
    </p:spTree>
    <p:extLst>
      <p:ext uri="{BB962C8B-B14F-4D97-AF65-F5344CB8AC3E}">
        <p14:creationId xmlns:p14="http://schemas.microsoft.com/office/powerpoint/2010/main" val="10216020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Diese Policy erlaubt fünf Requests innerhalb einer Minute.</a:t>
            </a:r>
          </a:p>
          <a:p>
            <a:endParaRPr lang="de-DE" dirty="0"/>
          </a:p>
          <a:p>
            <a:r>
              <a:rPr lang="de-DE" dirty="0"/>
              <a:t>Mit dem Identifier erhält jede </a:t>
            </a:r>
            <a:r>
              <a:rPr lang="de-DE" dirty="0" err="1"/>
              <a:t>Application</a:t>
            </a:r>
            <a:r>
              <a:rPr lang="de-DE" dirty="0"/>
              <a:t> einen eigenen </a:t>
            </a:r>
            <a:r>
              <a:rPr lang="de-DE" dirty="0" err="1"/>
              <a:t>Quota</a:t>
            </a:r>
            <a:r>
              <a:rPr lang="de-DE" dirty="0"/>
              <a:t>-Zähler. </a:t>
            </a:r>
            <a:r>
              <a:rPr lang="de-DE" sz="1200" kern="1200" dirty="0">
                <a:solidFill>
                  <a:schemeClr val="tx1"/>
                </a:solidFill>
                <a:latin typeface="+mn-lt"/>
                <a:ea typeface="+mn-ea"/>
                <a:cs typeface="+mn-cs"/>
              </a:rPr>
              <a:t>Distributed</a:t>
            </a:r>
            <a:r>
              <a:rPr lang="de-DE" dirty="0"/>
              <a:t> sorgt dafür, dass der Zähler über die beteiligten </a:t>
            </a:r>
            <a:r>
              <a:rPr lang="de-DE" dirty="0" err="1"/>
              <a:t>Runtime</a:t>
            </a:r>
            <a:r>
              <a:rPr lang="de-DE" dirty="0"/>
              <a:t>-Instanzen hinweg betrachtet wird.</a:t>
            </a:r>
          </a:p>
          <a:p>
            <a:endParaRPr lang="de-DE" dirty="0"/>
          </a:p>
          <a:p>
            <a:r>
              <a:rPr lang="de-DE" dirty="0"/>
              <a:t>Für unsere kleine Demo verwende ich außerdem eine synchrone Aktualisierung, damit eine Überschreitung möglichst unmittelbar erkannt wird.</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70</a:t>
            </a:fld>
            <a:endParaRPr lang="de-DE" dirty="0"/>
          </a:p>
        </p:txBody>
      </p:sp>
    </p:spTree>
    <p:extLst>
      <p:ext uri="{BB962C8B-B14F-4D97-AF65-F5344CB8AC3E}">
        <p14:creationId xmlns:p14="http://schemas.microsoft.com/office/powerpoint/2010/main" val="27966097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a:t>
            </a:r>
            <a:r>
              <a:rPr lang="de-DE" dirty="0" err="1"/>
              <a:t>Quota</a:t>
            </a:r>
            <a:r>
              <a:rPr lang="de-DE" dirty="0"/>
              <a:t> kann unterschiedliche Zeitfenster verwenden.</a:t>
            </a:r>
          </a:p>
          <a:p>
            <a:endParaRPr lang="de-DE" dirty="0"/>
          </a:p>
          <a:p>
            <a:r>
              <a:rPr lang="de-DE" dirty="0"/>
              <a:t>Eine Calendar-</a:t>
            </a:r>
            <a:r>
              <a:rPr lang="de-DE" dirty="0" err="1"/>
              <a:t>Quota</a:t>
            </a:r>
            <a:r>
              <a:rPr lang="de-DE" dirty="0"/>
              <a:t> arbeitet mit festen Kalendergrenzen. Eine Flexi-</a:t>
            </a:r>
            <a:r>
              <a:rPr lang="de-DE" dirty="0" err="1"/>
              <a:t>Quota</a:t>
            </a:r>
            <a:r>
              <a:rPr lang="de-DE" dirty="0"/>
              <a:t> beginnt ihren Zeitraum mit dem ersten Request. Beim Rolling </a:t>
            </a:r>
            <a:r>
              <a:rPr lang="de-DE" dirty="0" err="1"/>
              <a:t>Window</a:t>
            </a:r>
            <a:r>
              <a:rPr lang="de-DE" dirty="0"/>
              <a:t> wird jeweils ein gleitender Zeitraum betrachtet.</a:t>
            </a:r>
          </a:p>
          <a:p>
            <a:endParaRPr lang="de-DE" dirty="0"/>
          </a:p>
          <a:p>
            <a:r>
              <a:rPr lang="de-DE" dirty="0"/>
              <a:t>Für die Demonstration eignet sich das Rolling </a:t>
            </a:r>
            <a:r>
              <a:rPr lang="de-DE" dirty="0" err="1"/>
              <a:t>Window</a:t>
            </a:r>
            <a:r>
              <a:rPr lang="de-DE" dirty="0"/>
              <a:t> gut, weil sich die fünf Requests auf die jeweils zurückliegende Minute beziehen.</a:t>
            </a:r>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DEMO</a:t>
            </a:r>
          </a:p>
          <a:p>
            <a:endParaRPr lang="de-DE" b="1" dirty="0"/>
          </a:p>
          <a:p>
            <a:r>
              <a:rPr lang="de-DE" dirty="0"/>
              <a:t>Für eine produktive API würde ich ein fachlich und technisch begründetes Kontingent verwenden.</a:t>
            </a:r>
          </a:p>
          <a:p>
            <a:endParaRPr lang="de-DE" dirty="0"/>
          </a:p>
          <a:p>
            <a:r>
              <a:rPr lang="de-DE" dirty="0"/>
              <a:t>Für die Live-Demo stelle ich die </a:t>
            </a:r>
            <a:r>
              <a:rPr lang="de-DE" dirty="0" err="1"/>
              <a:t>Quota</a:t>
            </a:r>
            <a:r>
              <a:rPr lang="de-DE" dirty="0"/>
              <a:t> bewusst sehr niedrig ein: fünf Requests pro Minute. Dadurch kann ich die Überschreitung unmittelbar vorführen.</a:t>
            </a:r>
          </a:p>
          <a:p>
            <a:endParaRPr lang="de-DE" dirty="0"/>
          </a:p>
          <a:p>
            <a:pPr marL="514350" indent="-514350">
              <a:buFont typeface="+mj-lt"/>
              <a:buAutoNum type="arabicPeriod"/>
            </a:pPr>
            <a:r>
              <a:rPr lang="de-DE" dirty="0"/>
              <a:t>API Proxy öffnen </a:t>
            </a:r>
          </a:p>
          <a:p>
            <a:pPr marL="514350" indent="-514350">
              <a:buFont typeface="+mj-lt"/>
              <a:buAutoNum type="arabicPeriod"/>
            </a:pPr>
            <a:r>
              <a:rPr lang="de-DE" dirty="0"/>
              <a:t>Policy Editor starten </a:t>
            </a:r>
          </a:p>
          <a:p>
            <a:pPr marL="514350" indent="-514350">
              <a:buFont typeface="+mj-lt"/>
              <a:buAutoNum type="arabicPeriod"/>
            </a:pPr>
            <a:r>
              <a:rPr lang="de-DE" dirty="0" err="1"/>
              <a:t>ProxyEndpoint</a:t>
            </a:r>
            <a:r>
              <a:rPr lang="de-DE" dirty="0"/>
              <a:t> → </a:t>
            </a:r>
            <a:r>
              <a:rPr lang="de-DE" dirty="0" err="1"/>
              <a:t>PreFlow</a:t>
            </a:r>
            <a:r>
              <a:rPr lang="de-DE" dirty="0"/>
              <a:t> auswählen </a:t>
            </a:r>
          </a:p>
          <a:p>
            <a:pPr marL="514350" indent="-514350">
              <a:buFont typeface="+mj-lt"/>
              <a:buAutoNum type="arabicPeriod"/>
            </a:pPr>
            <a:r>
              <a:rPr lang="de-DE" dirty="0"/>
              <a:t>Request-Stream auswählen </a:t>
            </a:r>
          </a:p>
          <a:p>
            <a:pPr marL="514350" indent="-514350">
              <a:buFont typeface="+mj-lt"/>
              <a:buAutoNum type="arabicPeriod"/>
            </a:pPr>
            <a:r>
              <a:rPr lang="de-DE" dirty="0" err="1"/>
              <a:t>Quota</a:t>
            </a:r>
            <a:r>
              <a:rPr lang="de-DE" dirty="0"/>
              <a:t>-Policy hinzufügen </a:t>
            </a:r>
          </a:p>
          <a:p>
            <a:pPr marL="514350" indent="-514350">
              <a:buFont typeface="+mj-lt"/>
              <a:buAutoNum type="arabicPeriod"/>
            </a:pPr>
            <a:r>
              <a:rPr lang="de-DE" dirty="0"/>
              <a:t>kleinen Demo-Grenzwert konfigurieren </a:t>
            </a:r>
          </a:p>
          <a:p>
            <a:pPr marL="514350" indent="-514350">
              <a:buFont typeface="+mj-lt"/>
              <a:buAutoNum type="arabicPeriod"/>
            </a:pPr>
            <a:r>
              <a:rPr lang="de-DE" dirty="0" err="1"/>
              <a:t>Application</a:t>
            </a:r>
            <a:r>
              <a:rPr lang="de-DE" dirty="0"/>
              <a:t> als Identifier verwenden </a:t>
            </a:r>
          </a:p>
          <a:p>
            <a:pPr marL="514350" indent="-514350">
              <a:buFont typeface="+mj-lt"/>
              <a:buAutoNum type="arabicPeriod"/>
            </a:pPr>
            <a:r>
              <a:rPr lang="de-DE" dirty="0"/>
              <a:t>speichern und deployen</a:t>
            </a:r>
          </a:p>
          <a:p>
            <a:pPr marL="514350" indent="-514350">
              <a:buFont typeface="+mj-lt"/>
              <a:buAutoNum type="arabicPeriod"/>
            </a:pPr>
            <a:endParaRPr lang="de-DE" dirty="0">
              <a:solidFill>
                <a:schemeClr val="accent1"/>
              </a:solidFill>
              <a:latin typeface="Courier New" panose="02070309020205020404" pitchFamily="49" charset="0"/>
              <a:cs typeface="Courier New" panose="02070309020205020404" pitchFamily="49" charset="0"/>
            </a:endParaRPr>
          </a:p>
          <a:p>
            <a:r>
              <a:rPr lang="de-DE" dirty="0"/>
              <a:t>Ich sende denselben Request nun mehrfach mit dem API Key unserer ersten </a:t>
            </a:r>
            <a:r>
              <a:rPr lang="de-DE" dirty="0" err="1"/>
              <a:t>Application</a:t>
            </a:r>
            <a:r>
              <a:rPr lang="de-DE" dirty="0"/>
              <a:t>.</a:t>
            </a:r>
          </a:p>
          <a:p>
            <a:endParaRPr lang="de-DE" dirty="0"/>
          </a:p>
          <a:p>
            <a:r>
              <a:rPr lang="de-DE" dirty="0"/>
              <a:t>Die ersten fünf Requests werden akzeptiert. Beim sechsten Request ist das Kontingent verbraucht und API Management lehnt den Aufruf ab, ohne das Backend aufzurufen.</a:t>
            </a:r>
          </a:p>
          <a:p>
            <a:endParaRPr lang="de-DE" dirty="0"/>
          </a:p>
          <a:p>
            <a:r>
              <a:rPr lang="de-DE" dirty="0"/>
              <a:t>Anschließend verwende ich den API Key einer zweiten </a:t>
            </a:r>
            <a:r>
              <a:rPr lang="de-DE" dirty="0" err="1"/>
              <a:t>Application</a:t>
            </a:r>
            <a:r>
              <a:rPr lang="de-DE" dirty="0"/>
              <a:t>. Dieser Request funktioniert, weil die zweite </a:t>
            </a:r>
            <a:r>
              <a:rPr lang="de-DE" dirty="0" err="1"/>
              <a:t>Application</a:t>
            </a:r>
            <a:r>
              <a:rPr lang="de-DE" dirty="0"/>
              <a:t> einen eigenen </a:t>
            </a:r>
            <a:r>
              <a:rPr lang="de-DE" dirty="0" err="1"/>
              <a:t>Quota</a:t>
            </a:r>
            <a:r>
              <a:rPr lang="de-DE" dirty="0"/>
              <a:t>-Zähler besitzt.</a:t>
            </a:r>
          </a:p>
          <a:p>
            <a:pPr marL="514350" indent="-514350">
              <a:buFont typeface="+mj-lt"/>
              <a:buAutoNum type="arabicPeriod"/>
            </a:pPr>
            <a:endParaRPr lang="de-DE" dirty="0">
              <a:solidFill>
                <a:schemeClr val="accent1"/>
              </a:solidFill>
              <a:latin typeface="Courier New" panose="02070309020205020404" pitchFamily="49" charset="0"/>
              <a:cs typeface="Courier New" panose="02070309020205020404" pitchFamily="49" charset="0"/>
            </a:endParaRPr>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71</a:t>
            </a:fld>
            <a:endParaRPr lang="de-DE" dirty="0"/>
          </a:p>
        </p:txBody>
      </p:sp>
    </p:spTree>
    <p:extLst>
      <p:ext uri="{BB962C8B-B14F-4D97-AF65-F5344CB8AC3E}">
        <p14:creationId xmlns:p14="http://schemas.microsoft.com/office/powerpoint/2010/main" val="6523334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a:t>
            </a:r>
            <a:r>
              <a:rPr lang="de-DE" dirty="0" err="1"/>
              <a:t>Quota</a:t>
            </a:r>
            <a:r>
              <a:rPr lang="de-DE" dirty="0"/>
              <a:t>-Policy liefert nicht nur die Entscheidung erlaubt oder abgelehnt. Sie stellt auch Informationen zum aktuellen Zähler als Flow-Variablen bereit.</a:t>
            </a:r>
          </a:p>
          <a:p>
            <a:endParaRPr lang="de-DE" dirty="0"/>
          </a:p>
          <a:p>
            <a:r>
              <a:rPr lang="de-DE" dirty="0"/>
              <a:t>Diese Werte könnten wir mit einer </a:t>
            </a:r>
            <a:r>
              <a:rPr lang="de-DE" dirty="0" err="1"/>
              <a:t>Assign</a:t>
            </a:r>
            <a:r>
              <a:rPr lang="de-DE" dirty="0"/>
              <a:t>-Message-Policy in Response-Header übernehmen. Dann sieht der Konsument, wie groß sein Kontingent ist und wie viele Requests noch verbleiben.</a:t>
            </a:r>
          </a:p>
          <a:p>
            <a:endParaRPr lang="de-DE" dirty="0"/>
          </a:p>
          <a:p>
            <a:r>
              <a:rPr lang="de-DE" dirty="0"/>
              <a:t>Für die erste Demo ist das nicht erforderlich, aber für eine gut nutzbare produktive API ist es eine sinnvolle Erweiterung.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72</a:t>
            </a:fld>
            <a:endParaRPr lang="de-DE" dirty="0"/>
          </a:p>
        </p:txBody>
      </p:sp>
    </p:spTree>
    <p:extLst>
      <p:ext uri="{BB962C8B-B14F-4D97-AF65-F5344CB8AC3E}">
        <p14:creationId xmlns:p14="http://schemas.microsoft.com/office/powerpoint/2010/main" val="12222775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Rate besteht aus einer ganzen Zahl und dem Suffix </a:t>
            </a:r>
            <a:r>
              <a:rPr lang="de-DE" sz="1200" kern="1200" dirty="0">
                <a:solidFill>
                  <a:schemeClr val="tx1"/>
                </a:solidFill>
                <a:latin typeface="+mn-lt"/>
                <a:ea typeface="+mn-ea"/>
                <a:cs typeface="+mn-cs"/>
              </a:rPr>
              <a:t>ps</a:t>
            </a:r>
            <a:r>
              <a:rPr lang="de-DE" dirty="0"/>
              <a:t> oder </a:t>
            </a:r>
            <a:r>
              <a:rPr lang="de-DE" sz="1200" kern="1200" dirty="0" err="1">
                <a:solidFill>
                  <a:schemeClr val="tx1"/>
                </a:solidFill>
                <a:latin typeface="+mn-lt"/>
                <a:ea typeface="+mn-ea"/>
                <a:cs typeface="+mn-cs"/>
              </a:rPr>
              <a:t>pm</a:t>
            </a:r>
            <a:r>
              <a:rPr lang="de-DE" dirty="0"/>
              <a:t>.</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10ps</a:t>
            </a:r>
            <a:r>
              <a:rPr lang="de-DE" dirty="0"/>
              <a:t> bedeutet zehn Requests pro Sekunde. </a:t>
            </a:r>
            <a:r>
              <a:rPr lang="de-DE" sz="1200" kern="1200" dirty="0">
                <a:solidFill>
                  <a:schemeClr val="tx1"/>
                </a:solidFill>
                <a:latin typeface="+mn-lt"/>
                <a:ea typeface="+mn-ea"/>
                <a:cs typeface="+mn-cs"/>
              </a:rPr>
              <a:t>120pm</a:t>
            </a:r>
            <a:r>
              <a:rPr lang="de-DE" dirty="0"/>
              <a:t> bedeutet 120 Requests pro Minute.</a:t>
            </a:r>
          </a:p>
          <a:p>
            <a:endParaRPr lang="de-DE" dirty="0"/>
          </a:p>
          <a:p>
            <a:r>
              <a:rPr lang="de-DE" dirty="0"/>
              <a:t>Wichtig ist die korrekte Schreibweise. Eine Rate ohne das erforderliche Suffix kann bereits beim </a:t>
            </a:r>
            <a:r>
              <a:rPr lang="de-DE" dirty="0" err="1"/>
              <a:t>Deployment</a:t>
            </a:r>
            <a:r>
              <a:rPr lang="de-DE" dirty="0"/>
              <a:t> abgelehnt werden.</a:t>
            </a:r>
          </a:p>
          <a:p>
            <a:endParaRPr lang="de-DE" dirty="0"/>
          </a:p>
          <a:p>
            <a:r>
              <a:rPr lang="de-DE" b="1" dirty="0"/>
              <a:t>DEMO</a:t>
            </a:r>
          </a:p>
          <a:p>
            <a:r>
              <a:rPr lang="de-DE" dirty="0" err="1"/>
              <a:t>Quota</a:t>
            </a:r>
            <a:r>
              <a:rPr lang="de-DE" dirty="0"/>
              <a:t> und Spike Arrest teste ich zunächst getrennt. Andernfalls ist bei einer Ablehnung nicht sofort erkennbar, welche Policy ausgelöst hat.</a:t>
            </a:r>
          </a:p>
          <a:p>
            <a:endParaRPr lang="de-DE" dirty="0"/>
          </a:p>
          <a:p>
            <a:r>
              <a:rPr lang="de-DE" dirty="0"/>
              <a:t>Für die Spike-Arrest-Demo verwende ich sechs Requests pro Minute. Die Rate wird geglättet, sodass näherungsweise nur alle zehn Sekunden ein Request akzeptiert wird.</a:t>
            </a:r>
          </a:p>
          <a:p>
            <a:endParaRPr lang="de-DE" dirty="0"/>
          </a:p>
          <a:p>
            <a:pPr marL="514350" indent="-514350">
              <a:buFont typeface="+mj-lt"/>
              <a:buAutoNum type="arabicPeriod"/>
            </a:pPr>
            <a:r>
              <a:rPr lang="de-DE" dirty="0" err="1"/>
              <a:t>Quota</a:t>
            </a:r>
            <a:r>
              <a:rPr lang="de-DE" dirty="0"/>
              <a:t> für den ersten Test vorübergehend deaktivieren</a:t>
            </a:r>
          </a:p>
          <a:p>
            <a:pPr marL="514350" indent="-514350">
              <a:buFont typeface="+mj-lt"/>
              <a:buAutoNum type="arabicPeriod"/>
            </a:pPr>
            <a:r>
              <a:rPr lang="de-DE" dirty="0" err="1"/>
              <a:t>ProxyEndpoint</a:t>
            </a:r>
            <a:r>
              <a:rPr lang="de-DE" dirty="0"/>
              <a:t> → </a:t>
            </a:r>
            <a:r>
              <a:rPr lang="de-DE" dirty="0" err="1"/>
              <a:t>PreFlow</a:t>
            </a:r>
            <a:r>
              <a:rPr lang="de-DE" dirty="0"/>
              <a:t> auswählen </a:t>
            </a:r>
          </a:p>
          <a:p>
            <a:pPr marL="514350" indent="-514350">
              <a:buFont typeface="+mj-lt"/>
              <a:buAutoNum type="arabicPeriod"/>
            </a:pPr>
            <a:r>
              <a:rPr lang="de-DE" dirty="0"/>
              <a:t>Spike-Arrest-Policy hinzufügen </a:t>
            </a:r>
          </a:p>
          <a:p>
            <a:pPr marL="514350" indent="-514350">
              <a:buFont typeface="+mj-lt"/>
              <a:buAutoNum type="arabicPeriod"/>
            </a:pPr>
            <a:r>
              <a:rPr lang="de-DE" dirty="0"/>
              <a:t>Rate konfigurieren </a:t>
            </a:r>
          </a:p>
          <a:p>
            <a:pPr marL="514350" indent="-514350">
              <a:buFont typeface="+mj-lt"/>
              <a:buAutoNum type="arabicPeriod"/>
            </a:pPr>
            <a:r>
              <a:rPr lang="de-DE" dirty="0"/>
              <a:t>Policy nach </a:t>
            </a:r>
            <a:r>
              <a:rPr lang="de-DE" dirty="0" err="1"/>
              <a:t>Verify</a:t>
            </a:r>
            <a:r>
              <a:rPr lang="de-DE" dirty="0"/>
              <a:t> API Key positionieren </a:t>
            </a:r>
          </a:p>
          <a:p>
            <a:pPr marL="514350" indent="-514350">
              <a:buFont typeface="+mj-lt"/>
              <a:buAutoNum type="arabicPeriod"/>
            </a:pPr>
            <a:r>
              <a:rPr lang="de-DE" dirty="0"/>
              <a:t>speichern und deployen </a:t>
            </a:r>
          </a:p>
          <a:p>
            <a:pPr marL="514350" indent="-514350">
              <a:buFont typeface="+mj-lt"/>
              <a:buAutoNum type="arabicPeriod"/>
            </a:pPr>
            <a:r>
              <a:rPr lang="de-DE" dirty="0"/>
              <a:t>mehrere Requests schnell hintereinander senden</a:t>
            </a:r>
          </a:p>
          <a:p>
            <a:pPr marL="514350" indent="-514350">
              <a:buFont typeface="+mj-lt"/>
              <a:buAutoNum type="arabicPeriod"/>
            </a:pPr>
            <a:endParaRPr lang="de-DE" dirty="0"/>
          </a:p>
          <a:p>
            <a:r>
              <a:rPr lang="de-DE" dirty="0"/>
              <a:t>Ich sende mehrere Requests unmittelbar hintereinander.</a:t>
            </a:r>
          </a:p>
          <a:p>
            <a:endParaRPr lang="de-DE" dirty="0"/>
          </a:p>
          <a:p>
            <a:r>
              <a:rPr lang="de-DE" dirty="0"/>
              <a:t>Der erste Request wird akzeptiert. Die direkt folgenden Requests überschreiten die geglättete Rate und werden abgelehnt.</a:t>
            </a:r>
          </a:p>
          <a:p>
            <a:endParaRPr lang="de-DE" dirty="0"/>
          </a:p>
          <a:p>
            <a:r>
              <a:rPr lang="de-DE" dirty="0"/>
              <a:t>Nach ungefähr zehn Sekunden sende ich einen weiteren Request. Jetzt steht wieder Kapazität zur Verfügung.</a:t>
            </a:r>
          </a:p>
          <a:p>
            <a:pPr marL="0" indent="0">
              <a:buFont typeface="+mj-lt"/>
              <a:buNone/>
            </a:pPr>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73</a:t>
            </a:fld>
            <a:endParaRPr lang="de-DE" dirty="0"/>
          </a:p>
        </p:txBody>
      </p:sp>
    </p:spTree>
    <p:extLst>
      <p:ext uri="{BB962C8B-B14F-4D97-AF65-F5344CB8AC3E}">
        <p14:creationId xmlns:p14="http://schemas.microsoft.com/office/powerpoint/2010/main" val="38140370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der </a:t>
            </a:r>
            <a:r>
              <a:rPr lang="de-DE" dirty="0" err="1"/>
              <a:t>Quota</a:t>
            </a:r>
            <a:r>
              <a:rPr lang="de-DE" dirty="0"/>
              <a:t> ist die häufigste Fehlerquelle der Identifier.</a:t>
            </a:r>
          </a:p>
          <a:p>
            <a:r>
              <a:rPr lang="de-DE" dirty="0"/>
              <a:t>Der Name der </a:t>
            </a:r>
            <a:r>
              <a:rPr lang="de-DE" dirty="0" err="1"/>
              <a:t>Verify</a:t>
            </a:r>
            <a:r>
              <a:rPr lang="de-DE" dirty="0"/>
              <a:t>-API-Key-Policy muss in der Flow-Variablen exakt stimmen. Außerdem muss </a:t>
            </a:r>
            <a:r>
              <a:rPr lang="de-DE" dirty="0" err="1"/>
              <a:t>Verify</a:t>
            </a:r>
            <a:r>
              <a:rPr lang="de-DE" dirty="0"/>
              <a:t> API Key vorher ausgeführt worden sein.</a:t>
            </a:r>
          </a:p>
          <a:p>
            <a:endParaRPr lang="de-DE" dirty="0"/>
          </a:p>
          <a:p>
            <a:r>
              <a:rPr lang="de-DE" dirty="0"/>
              <a:t>Für eine übersichtliche Live-Demo teste ich </a:t>
            </a:r>
            <a:r>
              <a:rPr lang="de-DE" dirty="0" err="1"/>
              <a:t>Quota</a:t>
            </a:r>
            <a:r>
              <a:rPr lang="de-DE" dirty="0"/>
              <a:t> und Spike Arrest nacheinander. Erst danach aktiviere ich beide </a:t>
            </a:r>
            <a:r>
              <a:rPr lang="de-DE" dirty="0" err="1"/>
              <a:t>Policies</a:t>
            </a:r>
            <a:r>
              <a:rPr lang="de-DE" dirty="0"/>
              <a:t> gemeinsam.</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74</a:t>
            </a:fld>
            <a:endParaRPr lang="de-DE" dirty="0"/>
          </a:p>
        </p:txBody>
      </p:sp>
    </p:spTree>
    <p:extLst>
      <p:ext uri="{BB962C8B-B14F-4D97-AF65-F5344CB8AC3E}">
        <p14:creationId xmlns:p14="http://schemas.microsoft.com/office/powerpoint/2010/main" val="11813980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der Praxis leite ich Grenzwerte aus der Kapazität des Gesamtsystems ab.</a:t>
            </a:r>
          </a:p>
          <a:p>
            <a:endParaRPr lang="de-DE" dirty="0"/>
          </a:p>
          <a:p>
            <a:r>
              <a:rPr lang="de-DE" dirty="0"/>
              <a:t>Dabei genügt es nicht, nur die API-Management-</a:t>
            </a:r>
            <a:r>
              <a:rPr lang="de-DE" dirty="0" err="1"/>
              <a:t>Runtime</a:t>
            </a:r>
            <a:r>
              <a:rPr lang="de-DE" dirty="0"/>
              <a:t> zu betrachten. Entscheidend ist meist das langsamste beteiligte Backend.</a:t>
            </a:r>
          </a:p>
          <a:p>
            <a:endParaRPr lang="de-DE" dirty="0"/>
          </a:p>
          <a:p>
            <a:r>
              <a:rPr lang="de-DE" dirty="0"/>
              <a:t>Außerdem muss ich </a:t>
            </a:r>
            <a:r>
              <a:rPr lang="de-DE" dirty="0" err="1"/>
              <a:t>Retry</a:t>
            </a:r>
            <a:r>
              <a:rPr lang="de-DE" dirty="0"/>
              <a:t>-Verhalten berücksichtigen. Wenn ein Client jeden abgelehnten Request sofort mehrfach wiederholt, kann er die Lastsituation zusätzlich verschärfen.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75</a:t>
            </a:fld>
            <a:endParaRPr lang="de-DE" dirty="0"/>
          </a:p>
        </p:txBody>
      </p:sp>
    </p:spTree>
    <p:extLst>
      <p:ext uri="{BB962C8B-B14F-4D97-AF65-F5344CB8AC3E}">
        <p14:creationId xmlns:p14="http://schemas.microsoft.com/office/powerpoint/2010/main" val="89194928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Traffic Management funktioniert nur dann gut, wenn auch die Konsumenten angemessen auf Ablehnungen reagieren.</a:t>
            </a:r>
          </a:p>
          <a:p>
            <a:endParaRPr lang="de-DE" dirty="0"/>
          </a:p>
          <a:p>
            <a:r>
              <a:rPr lang="de-DE" dirty="0"/>
              <a:t>Ein Client sollte bei HTTP 429 nicht sofort in einer Schleife erneut senden. Üblich ist ein Backoff-Verfahren, bei dem die Wartezeit zwischen den Versuchen anwächst.</a:t>
            </a:r>
          </a:p>
          <a:p>
            <a:endParaRPr lang="de-DE" dirty="0"/>
          </a:p>
          <a:p>
            <a:r>
              <a:rPr lang="de-DE" dirty="0"/>
              <a:t>Bei produktiven APIs sollte das erwartete </a:t>
            </a:r>
            <a:r>
              <a:rPr lang="de-DE" dirty="0" err="1"/>
              <a:t>Retry</a:t>
            </a:r>
            <a:r>
              <a:rPr lang="de-DE" dirty="0"/>
              <a:t>-Verhalten Teil der API-Dokumentation sein.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76</a:t>
            </a:fld>
            <a:endParaRPr lang="de-DE" dirty="0"/>
          </a:p>
        </p:txBody>
      </p:sp>
    </p:spTree>
    <p:extLst>
      <p:ext uri="{BB962C8B-B14F-4D97-AF65-F5344CB8AC3E}">
        <p14:creationId xmlns:p14="http://schemas.microsoft.com/office/powerpoint/2010/main" val="42942837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API ist entwickelt, veröffentlicht und abgesichert. Außerdem schützen </a:t>
            </a:r>
            <a:r>
              <a:rPr lang="de-DE" dirty="0" err="1"/>
              <a:t>Quota</a:t>
            </a:r>
            <a:r>
              <a:rPr lang="de-DE" dirty="0"/>
              <a:t> und Spike Arrest das Backend.</a:t>
            </a:r>
          </a:p>
          <a:p>
            <a:endParaRPr lang="de-DE" dirty="0"/>
          </a:p>
          <a:p>
            <a:r>
              <a:rPr lang="de-DE" dirty="0"/>
              <a:t>Damit beginnt der eigentliche Betrieb. Wir müssen erkennen können, ob der API Proxy verfügbar ist, wie häufig er aufgerufen wird, welche Fehler auftreten und wie lange die Verarbeitung dauert.</a:t>
            </a:r>
          </a:p>
          <a:p>
            <a:endParaRPr lang="de-DE" dirty="0"/>
          </a:p>
          <a:p>
            <a:r>
              <a:rPr lang="de-DE" dirty="0"/>
              <a:t>Dafür bietet API Management unterschiedliche Werkzeuge für Monitoring, Debugging und Analytics.</a:t>
            </a:r>
          </a:p>
          <a:p>
            <a:endParaRPr lang="de-DE" dirty="0"/>
          </a:p>
          <a:p>
            <a:r>
              <a:rPr lang="de-DE" dirty="0"/>
              <a:t>Die Begriffe werden häufig vermischt, beschreiben aber unterschiedliche Perspektiven.</a:t>
            </a:r>
          </a:p>
          <a:p>
            <a:endParaRPr lang="de-DE" dirty="0"/>
          </a:p>
          <a:p>
            <a:r>
              <a:rPr lang="de-DE" dirty="0"/>
              <a:t>Im Monitoring kontrolliere ich den Betriebszustand eines API Proxys.</a:t>
            </a:r>
          </a:p>
          <a:p>
            <a:endParaRPr lang="de-DE" dirty="0"/>
          </a:p>
          <a:p>
            <a:r>
              <a:rPr lang="de-DE" dirty="0"/>
              <a:t>Mit dem Debugger untersuche ich einen einzelnen Request und verfolge seinen Weg durch die </a:t>
            </a:r>
            <a:r>
              <a:rPr lang="de-DE" dirty="0" err="1"/>
              <a:t>Policies</a:t>
            </a:r>
            <a:r>
              <a:rPr lang="de-DE" dirty="0"/>
              <a:t>.</a:t>
            </a:r>
          </a:p>
          <a:p>
            <a:endParaRPr lang="de-DE" dirty="0"/>
          </a:p>
          <a:p>
            <a:r>
              <a:rPr lang="de-DE" dirty="0"/>
              <a:t>Analytics fasst dagegen viele Aufrufe über einen Zeitraum zusammen. Dadurch erkenne ich beispielsweise Fehlerraten, Antwortzeiten und Nutzungstrends.</a:t>
            </a:r>
          </a:p>
          <a:p>
            <a:endParaRPr lang="de-DE" dirty="0"/>
          </a:p>
          <a:p>
            <a:r>
              <a:rPr lang="de-DE" dirty="0"/>
              <a:t>Die Werkzeuge ergänzen sich.</a:t>
            </a:r>
          </a:p>
          <a:p>
            <a:endParaRPr lang="de-DE" dirty="0"/>
          </a:p>
          <a:p>
            <a:r>
              <a:rPr lang="de-DE" dirty="0"/>
              <a:t>Wenn ein Client einen HTTP-Status 429 erhält, zeigt der Debugger, ob </a:t>
            </a:r>
            <a:r>
              <a:rPr lang="de-DE" dirty="0" err="1"/>
              <a:t>Quota</a:t>
            </a:r>
            <a:r>
              <a:rPr lang="de-DE" dirty="0"/>
              <a:t> oder Spike Arrest ausgelöst wurde.</a:t>
            </a:r>
          </a:p>
          <a:p>
            <a:endParaRPr lang="de-DE" dirty="0"/>
          </a:p>
          <a:p>
            <a:r>
              <a:rPr lang="de-DE" dirty="0"/>
              <a:t>Analytics beantwortet anschließend die betriebliche Frage: Handelt es sich um einen einzelnen Aufruf oder tritt dieser Fehler regelmäßig bei vielen Konsumenten auf?</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78</a:t>
            </a:fld>
            <a:endParaRPr lang="de-DE" dirty="0"/>
          </a:p>
        </p:txBody>
      </p:sp>
    </p:spTree>
    <p:extLst>
      <p:ext uri="{BB962C8B-B14F-4D97-AF65-F5344CB8AC3E}">
        <p14:creationId xmlns:p14="http://schemas.microsoft.com/office/powerpoint/2010/main" val="369444072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den Betrieb betrachten wir drei Gruppen von Kennzahlen.</a:t>
            </a:r>
          </a:p>
          <a:p>
            <a:endParaRPr lang="de-DE" dirty="0"/>
          </a:p>
          <a:p>
            <a:r>
              <a:rPr lang="de-DE" dirty="0"/>
              <a:t>Die Nutzung zeigt, wie stark und von wem eine API verwendet wird.</a:t>
            </a:r>
          </a:p>
          <a:p>
            <a:endParaRPr lang="de-DE" dirty="0"/>
          </a:p>
          <a:p>
            <a:r>
              <a:rPr lang="de-DE" dirty="0"/>
              <a:t>Die Qualitätskennzahlen zeigen erfolgreiche und fehlgeschlagene Aufrufe.</a:t>
            </a:r>
          </a:p>
          <a:p>
            <a:endParaRPr lang="de-DE" dirty="0"/>
          </a:p>
          <a:p>
            <a:r>
              <a:rPr lang="de-DE" dirty="0"/>
              <a:t>Bei der Leistung interessiert besonders die Aufteilung der Antwortzeit: Entsteht die Verzögerung in API Management oder wartet der Proxy hauptsächlich auf das Backend?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79</a:t>
            </a:fld>
            <a:endParaRPr lang="de-DE" dirty="0"/>
          </a:p>
        </p:txBody>
      </p:sp>
    </p:spTree>
    <p:extLst>
      <p:ext uri="{BB962C8B-B14F-4D97-AF65-F5344CB8AC3E}">
        <p14:creationId xmlns:p14="http://schemas.microsoft.com/office/powerpoint/2010/main" val="318663099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80</a:t>
            </a:fld>
            <a:endParaRPr lang="de-DE" dirty="0"/>
          </a:p>
        </p:txBody>
      </p:sp>
    </p:spTree>
    <p:extLst>
      <p:ext uri="{BB962C8B-B14F-4D97-AF65-F5344CB8AC3E}">
        <p14:creationId xmlns:p14="http://schemas.microsoft.com/office/powerpoint/2010/main" val="268617394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häufige Fehlerquelle kennen wir bereits aus den vorangegangenen Demos.</a:t>
            </a:r>
          </a:p>
          <a:p>
            <a:endParaRPr lang="de-DE" dirty="0"/>
          </a:p>
          <a:p>
            <a:r>
              <a:rPr lang="de-DE" dirty="0"/>
              <a:t>Eine gespeicherte Änderung ist nicht automatisch auf der </a:t>
            </a:r>
            <a:r>
              <a:rPr lang="de-DE" dirty="0" err="1"/>
              <a:t>Runtime</a:t>
            </a:r>
            <a:r>
              <a:rPr lang="de-DE" dirty="0"/>
              <a:t> aktiv. Wenn eine Policy scheinbar keine Wirkung hat, prüfe ich deshalb zuerst, ob die aktuelle Version wirklich deployt wurde.</a:t>
            </a:r>
          </a:p>
          <a:p>
            <a:endParaRPr lang="de-DE" dirty="0"/>
          </a:p>
          <a:p>
            <a:r>
              <a:rPr lang="de-DE" dirty="0"/>
              <a:t>Das Monitoring hilft uns, diesen grundlegenden Fehler auszuschließen.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81</a:t>
            </a:fld>
            <a:endParaRPr lang="de-DE" dirty="0"/>
          </a:p>
        </p:txBody>
      </p:sp>
    </p:spTree>
    <p:extLst>
      <p:ext uri="{BB962C8B-B14F-4D97-AF65-F5344CB8AC3E}">
        <p14:creationId xmlns:p14="http://schemas.microsoft.com/office/powerpoint/2010/main" val="35801673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dem Debugger verfolgen wir einen konkreten Request durch die einzelnen Verarbeitungsstufen.</a:t>
            </a:r>
          </a:p>
          <a:p>
            <a:endParaRPr lang="de-DE" dirty="0"/>
          </a:p>
          <a:p>
            <a:r>
              <a:rPr lang="de-DE" dirty="0"/>
              <a:t>Wir sehen, welche Flows ausgeführt wurden, welche </a:t>
            </a:r>
            <a:r>
              <a:rPr lang="de-DE" dirty="0" err="1"/>
              <a:t>Policies</a:t>
            </a:r>
            <a:r>
              <a:rPr lang="de-DE" dirty="0"/>
              <a:t> erfolgreich waren und an welcher Stelle ein Fehler entstanden ist.</a:t>
            </a:r>
          </a:p>
          <a:p>
            <a:endParaRPr lang="de-DE" dirty="0"/>
          </a:p>
          <a:p>
            <a:r>
              <a:rPr lang="de-DE" dirty="0"/>
              <a:t>Das ist das wichtigste Werkzeug, wenn wir während der Entwicklung wissen möchten, warum genau ein bestimmter Aufruf nicht funktioniert.</a:t>
            </a:r>
          </a:p>
          <a:p>
            <a:endParaRPr lang="de-DE" dirty="0"/>
          </a:p>
          <a:p>
            <a:r>
              <a:rPr lang="de-DE" b="1" dirty="0"/>
              <a:t>DEMO</a:t>
            </a:r>
          </a:p>
          <a:p>
            <a:r>
              <a:rPr lang="de-DE" dirty="0"/>
              <a:t>Ich starte zunächst eine </a:t>
            </a:r>
            <a:r>
              <a:rPr lang="de-DE" dirty="0" err="1"/>
              <a:t>Debug</a:t>
            </a:r>
            <a:r>
              <a:rPr lang="de-DE" dirty="0"/>
              <a:t>-Sitzung für unseren deployten API Proxy.</a:t>
            </a:r>
          </a:p>
          <a:p>
            <a:endParaRPr lang="de-DE" dirty="0"/>
          </a:p>
          <a:p>
            <a:r>
              <a:rPr lang="de-DE" dirty="0"/>
              <a:t>Danach sende ich einen Request aus Postman. Der Debugger zeichnet den Ablauf auf, und ich kann die einzelnen Schritte auswählen.</a:t>
            </a:r>
          </a:p>
          <a:p>
            <a:endParaRPr lang="de-DE" dirty="0"/>
          </a:p>
          <a:p>
            <a:r>
              <a:rPr lang="de-DE" dirty="0"/>
              <a:t>Nach der Untersuchung beende ich die Sitzung wieder. Debugging ist ein Werkzeug für eine gezielte Analyse und kein dauerhaftes Produktions-</a:t>
            </a:r>
            <a:r>
              <a:rPr lang="de-DE" dirty="0" err="1"/>
              <a:t>Logging</a:t>
            </a:r>
            <a:r>
              <a:rPr lang="de-DE" dirty="0"/>
              <a:t>.</a:t>
            </a:r>
          </a:p>
          <a:p>
            <a:endParaRPr lang="de-DE" b="1" dirty="0"/>
          </a:p>
          <a:p>
            <a:pPr marL="514350" indent="-514350">
              <a:buFont typeface="+mj-lt"/>
              <a:buAutoNum type="arabicPeriod"/>
            </a:pPr>
            <a:r>
              <a:rPr lang="de-DE" dirty="0"/>
              <a:t>API Proxy öffnen </a:t>
            </a:r>
          </a:p>
          <a:p>
            <a:pPr marL="514350" indent="-514350">
              <a:buFont typeface="+mj-lt"/>
              <a:buAutoNum type="arabicPeriod"/>
            </a:pPr>
            <a:r>
              <a:rPr lang="de-DE" dirty="0" err="1"/>
              <a:t>Debug</a:t>
            </a:r>
            <a:r>
              <a:rPr lang="de-DE" dirty="0"/>
              <a:t> auswählen </a:t>
            </a:r>
          </a:p>
          <a:p>
            <a:pPr marL="514350" indent="-514350">
              <a:buFont typeface="+mj-lt"/>
              <a:buAutoNum type="arabicPeriod"/>
            </a:pPr>
            <a:r>
              <a:rPr lang="de-DE" dirty="0" err="1"/>
              <a:t>Debug</a:t>
            </a:r>
            <a:r>
              <a:rPr lang="de-DE" dirty="0"/>
              <a:t>-Sitzung starten </a:t>
            </a:r>
          </a:p>
          <a:p>
            <a:pPr marL="514350" indent="-514350">
              <a:buFont typeface="+mj-lt"/>
              <a:buAutoNum type="arabicPeriod"/>
            </a:pPr>
            <a:r>
              <a:rPr lang="de-DE" dirty="0"/>
              <a:t>Request an den Proxy senden </a:t>
            </a:r>
          </a:p>
          <a:p>
            <a:pPr marL="514350" indent="-514350">
              <a:buFont typeface="+mj-lt"/>
              <a:buAutoNum type="arabicPeriod"/>
            </a:pPr>
            <a:r>
              <a:rPr lang="de-DE" dirty="0"/>
              <a:t>Aufgezeichnete Transaktion auswählen </a:t>
            </a:r>
          </a:p>
          <a:p>
            <a:pPr marL="514350" indent="-514350">
              <a:buFont typeface="+mj-lt"/>
              <a:buAutoNum type="arabicPeriod"/>
            </a:pPr>
            <a:r>
              <a:rPr lang="de-DE" dirty="0"/>
              <a:t>Verarbeitungsschritte untersuchen </a:t>
            </a:r>
          </a:p>
          <a:p>
            <a:pPr marL="514350" indent="-514350">
              <a:buFont typeface="+mj-lt"/>
              <a:buAutoNum type="arabicPeriod"/>
            </a:pPr>
            <a:r>
              <a:rPr lang="de-DE" dirty="0" err="1"/>
              <a:t>Debug</a:t>
            </a:r>
            <a:r>
              <a:rPr lang="de-DE" dirty="0"/>
              <a:t>-Sitzung wieder beenden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82</a:t>
            </a:fld>
            <a:endParaRPr lang="de-DE" dirty="0"/>
          </a:p>
        </p:txBody>
      </p:sp>
    </p:spTree>
    <p:extLst>
      <p:ext uri="{BB962C8B-B14F-4D97-AF65-F5344CB8AC3E}">
        <p14:creationId xmlns:p14="http://schemas.microsoft.com/office/powerpoint/2010/main" val="34181686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Debugger sehen wir nicht nur den Request und die Response.</a:t>
            </a:r>
          </a:p>
          <a:p>
            <a:endParaRPr lang="de-DE" dirty="0"/>
          </a:p>
          <a:p>
            <a:r>
              <a:rPr lang="de-DE" dirty="0"/>
              <a:t>Wir können auch die Flow-Variablen untersuchen. Nach der </a:t>
            </a:r>
            <a:r>
              <a:rPr lang="de-DE" dirty="0" err="1"/>
              <a:t>Verify</a:t>
            </a:r>
            <a:r>
              <a:rPr lang="de-DE" dirty="0"/>
              <a:t>-API-Key-Policy lässt sich beispielsweise kontrollieren, welche Client ID zum übergebenen API Key ermittelt wurde.</a:t>
            </a:r>
          </a:p>
          <a:p>
            <a:endParaRPr lang="de-DE" dirty="0"/>
          </a:p>
          <a:p>
            <a:r>
              <a:rPr lang="de-DE" dirty="0"/>
              <a:t>Damit können wir auch überprüfen, ob der Identifier für unsere </a:t>
            </a:r>
            <a:r>
              <a:rPr lang="de-DE" dirty="0" err="1"/>
              <a:t>Application</a:t>
            </a:r>
            <a:r>
              <a:rPr lang="de-DE" dirty="0"/>
              <a:t>-spezifische </a:t>
            </a:r>
            <a:r>
              <a:rPr lang="de-DE" dirty="0" err="1"/>
              <a:t>Quota</a:t>
            </a:r>
            <a:r>
              <a:rPr lang="de-DE" dirty="0"/>
              <a:t> tatsächlich verfügbar ist.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83</a:t>
            </a:fld>
            <a:endParaRPr lang="de-DE" dirty="0"/>
          </a:p>
        </p:txBody>
      </p:sp>
    </p:spTree>
    <p:extLst>
      <p:ext uri="{BB962C8B-B14F-4D97-AF65-F5344CB8AC3E}">
        <p14:creationId xmlns:p14="http://schemas.microsoft.com/office/powerpoint/2010/main" val="17356022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Debugger kann sensible Informationen sichtbar machen.</a:t>
            </a:r>
          </a:p>
          <a:p>
            <a:endParaRPr lang="de-DE" dirty="0"/>
          </a:p>
          <a:p>
            <a:r>
              <a:rPr lang="de-DE" dirty="0"/>
              <a:t>Dazu gehören API Keys, </a:t>
            </a:r>
            <a:r>
              <a:rPr lang="de-DE" dirty="0" err="1"/>
              <a:t>Authorization</a:t>
            </a:r>
            <a:r>
              <a:rPr lang="de-DE" dirty="0"/>
              <a:t>-Header, Cookies sowie Nutzdaten aus Request und Response. In unserer Workshopumgebung verwenden wir deshalb ausschließlich Testdaten.</a:t>
            </a:r>
          </a:p>
          <a:p>
            <a:endParaRPr lang="de-DE" dirty="0"/>
          </a:p>
          <a:p>
            <a:r>
              <a:rPr lang="de-DE" dirty="0"/>
              <a:t>Vor Screenshots oder Aufzeichnungen prüfe ich außerdem sorgfältig, ob Schlüssel oder Passwörter zu erkennen sind.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84</a:t>
            </a:fld>
            <a:endParaRPr lang="de-DE" dirty="0"/>
          </a:p>
        </p:txBody>
      </p:sp>
    </p:spTree>
    <p:extLst>
      <p:ext uri="{BB962C8B-B14F-4D97-AF65-F5344CB8AC3E}">
        <p14:creationId xmlns:p14="http://schemas.microsoft.com/office/powerpoint/2010/main" val="36503539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HTTP-Status allein verrät nicht immer, wo ein Problem entstanden ist.</a:t>
            </a:r>
          </a:p>
          <a:p>
            <a:endParaRPr lang="de-DE" dirty="0"/>
          </a:p>
          <a:p>
            <a:r>
              <a:rPr lang="de-DE" dirty="0"/>
              <a:t>Entscheidend ist der Fehlerort. Lehnt </a:t>
            </a:r>
            <a:r>
              <a:rPr lang="de-DE" dirty="0" err="1"/>
              <a:t>Verify</a:t>
            </a:r>
            <a:r>
              <a:rPr lang="de-DE" dirty="0"/>
              <a:t> API Key oder </a:t>
            </a:r>
            <a:r>
              <a:rPr lang="de-DE" dirty="0" err="1"/>
              <a:t>Quota</a:t>
            </a:r>
            <a:r>
              <a:rPr lang="de-DE" dirty="0"/>
              <a:t> den Request ab, wird das Backend überhaupt nicht aufgerufen.</a:t>
            </a:r>
          </a:p>
          <a:p>
            <a:endParaRPr lang="de-DE" dirty="0"/>
          </a:p>
          <a:p>
            <a:r>
              <a:rPr lang="de-DE" dirty="0"/>
              <a:t>Bei einer ungültigen Backend-Authentifizierung hat der Request dagegen die Client- und Traffic-Prüfungen bereits erfolgreich durchlaufen.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85</a:t>
            </a:fld>
            <a:endParaRPr lang="de-DE" dirty="0"/>
          </a:p>
        </p:txBody>
      </p:sp>
    </p:spTree>
    <p:extLst>
      <p:ext uri="{BB962C8B-B14F-4D97-AF65-F5344CB8AC3E}">
        <p14:creationId xmlns:p14="http://schemas.microsoft.com/office/powerpoint/2010/main" val="137003332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Analytics betrachtet nicht mehr den einzelnen Request, sondern die Gesamtheit vieler Aufrufe.</a:t>
            </a:r>
          </a:p>
          <a:p>
            <a:endParaRPr lang="de-DE" dirty="0"/>
          </a:p>
          <a:p>
            <a:r>
              <a:rPr lang="de-DE" dirty="0"/>
              <a:t>Dadurch können wir Muster erkennen: beispielsweise steigende Fehlerraten, ungewöhnliche Lastspitzen oder ein Backend, dessen Antwortzeit sich im Tagesverlauf verschlechtert.</a:t>
            </a:r>
          </a:p>
          <a:p>
            <a:endParaRPr lang="de-DE" dirty="0"/>
          </a:p>
          <a:p>
            <a:r>
              <a:rPr lang="de-DE" dirty="0"/>
              <a:t>Die genaue Navigation hängt etwas von der Version der Integration-Suite-Oberfläche ab.</a:t>
            </a:r>
          </a:p>
          <a:p>
            <a:endParaRPr lang="de-DE" dirty="0"/>
          </a:p>
          <a:p>
            <a:r>
              <a:rPr lang="de-DE" dirty="0"/>
              <a:t>Im aktuellen Tenant öffnen wir den Analytics-Bereich über das API-Monitoring beziehungsweise den Bereich </a:t>
            </a:r>
            <a:r>
              <a:rPr lang="de-DE" sz="1200" kern="1200" dirty="0">
                <a:solidFill>
                  <a:schemeClr val="tx1"/>
                </a:solidFill>
                <a:latin typeface="+mn-lt"/>
                <a:ea typeface="+mn-ea"/>
                <a:cs typeface="+mn-cs"/>
              </a:rPr>
              <a:t>Analyze</a:t>
            </a:r>
            <a:r>
              <a:rPr lang="de-DE" dirty="0"/>
              <a:t>.</a:t>
            </a:r>
          </a:p>
          <a:p>
            <a:endParaRPr lang="de-DE" dirty="0"/>
          </a:p>
          <a:p>
            <a:r>
              <a:rPr lang="de-DE" dirty="0"/>
              <a:t>Als Erstes wähle ich immer den Zeitraum und den betroffenen API Proxy aus. Ohne diese Eingrenzung können die angezeigten Werte leicht missverstanden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86</a:t>
            </a:fld>
            <a:endParaRPr lang="de-DE" dirty="0"/>
          </a:p>
        </p:txBody>
      </p:sp>
    </p:spTree>
    <p:extLst>
      <p:ext uri="{BB962C8B-B14F-4D97-AF65-F5344CB8AC3E}">
        <p14:creationId xmlns:p14="http://schemas.microsoft.com/office/powerpoint/2010/main" val="312407585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API Management bildet eine kontrollierte Grenze zwischen Konsumenten und Backend-Systemen.</a:t>
            </a:r>
          </a:p>
          <a:p>
            <a:r>
              <a:rPr lang="de-DE" dirty="0"/>
              <a:t>Es stellt stabile Endpunkte bereit, setzt Sicherheits- und Nutzungsregeln durch und ermöglicht die Beobachtung der API-Nutzung.</a:t>
            </a:r>
          </a:p>
          <a:p>
            <a:r>
              <a:rPr lang="de-DE" dirty="0"/>
              <a:t>Damit ist API Management deutlich mehr als ein technischer Reverse Proxy. Es unterstützt den gesamten Lebenszyklus einer API.</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88</a:t>
            </a:fld>
            <a:endParaRPr lang="de-DE" dirty="0"/>
          </a:p>
        </p:txBody>
      </p:sp>
    </p:spTree>
    <p:extLst>
      <p:ext uri="{BB962C8B-B14F-4D97-AF65-F5344CB8AC3E}">
        <p14:creationId xmlns:p14="http://schemas.microsoft.com/office/powerpoint/2010/main" val="36835002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API Management kann viele technische Regeln zentral durchsetzen. Die eigentliche Geschäftslogik bleibt jedoch in den Anwendungen und Backend-Systemen.</a:t>
            </a:r>
          </a:p>
          <a:p>
            <a:endParaRPr lang="de-DE" dirty="0"/>
          </a:p>
          <a:p>
            <a:r>
              <a:rPr lang="de-DE" dirty="0"/>
              <a:t>Auch komplexe Integrationsabläufe sollten wir nicht allein durch eine lange Folge von API-</a:t>
            </a:r>
            <a:r>
              <a:rPr lang="de-DE" dirty="0" err="1"/>
              <a:t>Policies</a:t>
            </a:r>
            <a:r>
              <a:rPr lang="de-DE" dirty="0"/>
              <a:t> abbilden.</a:t>
            </a:r>
          </a:p>
          <a:p>
            <a:endParaRPr lang="de-DE" dirty="0"/>
          </a:p>
          <a:p>
            <a:r>
              <a:rPr lang="de-DE" dirty="0"/>
              <a:t>Eine technisch verwaltete API ist außerdem nicht automatisch eine gut entworfene API. Verständliche Ressourcen, konsistente Datenmodelle und eine geeignete </a:t>
            </a:r>
            <a:r>
              <a:rPr lang="de-DE" dirty="0" err="1"/>
              <a:t>Versionierungsstrategie</a:t>
            </a:r>
            <a:r>
              <a:rPr lang="de-DE" dirty="0"/>
              <a:t> bleiben weiterhin erforderlich.</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89</a:t>
            </a:fld>
            <a:endParaRPr lang="de-DE" dirty="0"/>
          </a:p>
        </p:txBody>
      </p:sp>
    </p:spTree>
    <p:extLst>
      <p:ext uri="{BB962C8B-B14F-4D97-AF65-F5344CB8AC3E}">
        <p14:creationId xmlns:p14="http://schemas.microsoft.com/office/powerpoint/2010/main" val="23150208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API Management und Cloud Integration lösen unterschiedliche Aufgaben.</a:t>
            </a:r>
          </a:p>
          <a:p>
            <a:endParaRPr lang="de-DE" dirty="0"/>
          </a:p>
          <a:p>
            <a:r>
              <a:rPr lang="de-DE" dirty="0"/>
              <a:t>API Management konzentriert sich auf die kontrollierte Bereitstellung und Nutzung von APIs. Cloud Integration verbindet dagegen Systeme und führt Integrationsprozesse aus.</a:t>
            </a:r>
          </a:p>
          <a:p>
            <a:endParaRPr lang="de-DE" dirty="0"/>
          </a:p>
          <a:p>
            <a:r>
              <a:rPr lang="de-DE" dirty="0"/>
              <a:t>Einfache Änderungen an Headern, Pfaden oder Nachrichten können auch </a:t>
            </a:r>
            <a:r>
              <a:rPr lang="de-DE" dirty="0" err="1"/>
              <a:t>Policies</a:t>
            </a:r>
            <a:r>
              <a:rPr lang="de-DE" dirty="0"/>
              <a:t> übernehmen. Sobald die Verarbeitung jedoch umfangreiche Mappings, mehrere Empfänger oder komplexe Abläufe benötigt, ist ein Integration Flow meist die geeignetere Lösung.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90</a:t>
            </a:fld>
            <a:endParaRPr lang="de-DE" dirty="0"/>
          </a:p>
        </p:txBody>
      </p:sp>
    </p:spTree>
    <p:extLst>
      <p:ext uri="{BB962C8B-B14F-4D97-AF65-F5344CB8AC3E}">
        <p14:creationId xmlns:p14="http://schemas.microsoft.com/office/powerpoint/2010/main" val="324267122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einer typischen Architektur werden API Management und Cloud Integration gemeinsam eingesetzt.</a:t>
            </a:r>
          </a:p>
          <a:p>
            <a:endParaRPr lang="de-DE" dirty="0"/>
          </a:p>
          <a:p>
            <a:r>
              <a:rPr lang="de-DE" dirty="0"/>
              <a:t>API Management bildet den kontrollierten Zugang für die Konsumenten. Cloud Integration verarbeitet anschließend die Nachricht und verbindet die beteiligten Systeme.</a:t>
            </a:r>
          </a:p>
          <a:p>
            <a:endParaRPr lang="de-DE" dirty="0"/>
          </a:p>
          <a:p>
            <a:r>
              <a:rPr lang="de-DE" dirty="0"/>
              <a:t>Dabei sollte die Verantwortlichkeit klar bleiben: Die API-Schicht verwaltet den Zugang und den Vertrag, die Integrationsschicht übernimmt die eigentliche Systemintegration.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91</a:t>
            </a:fld>
            <a:endParaRPr lang="de-DE" dirty="0"/>
          </a:p>
        </p:txBody>
      </p:sp>
    </p:spTree>
    <p:extLst>
      <p:ext uri="{BB962C8B-B14F-4D97-AF65-F5344CB8AC3E}">
        <p14:creationId xmlns:p14="http://schemas.microsoft.com/office/powerpoint/2010/main" val="408027358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Diese kompakte Checkliste können Sie auf zukünftige API-Projekte übertragen.</a:t>
            </a:r>
          </a:p>
          <a:p>
            <a:endParaRPr lang="de-DE" dirty="0"/>
          </a:p>
          <a:p>
            <a:r>
              <a:rPr lang="de-DE" dirty="0"/>
              <a:t>Nicht jeder Punkt muss für jede interne Demo vollständig umgesetzt werden. Für eine produktive API sollten die Entscheidungen jedoch bewusst getroffen und dokumentiert sein.</a:t>
            </a:r>
          </a:p>
          <a:p>
            <a:endParaRPr lang="de-DE" dirty="0"/>
          </a:p>
          <a:p>
            <a:r>
              <a:rPr lang="de-DE" dirty="0"/>
              <a:t>Insbesondere Authentifizierung, Fehlerbehandlung, Betrieb und Verantwortlichkeit sollten nicht erst nach der Veröffentlichung geklärt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92</a:t>
            </a:fld>
            <a:endParaRPr lang="de-DE" dirty="0"/>
          </a:p>
        </p:txBody>
      </p:sp>
    </p:spTree>
    <p:extLst>
      <p:ext uri="{BB962C8B-B14F-4D97-AF65-F5344CB8AC3E}">
        <p14:creationId xmlns:p14="http://schemas.microsoft.com/office/powerpoint/2010/main" val="151547553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93</a:t>
            </a:fld>
            <a:endParaRPr lang="de-DE" dirty="0"/>
          </a:p>
        </p:txBody>
      </p:sp>
    </p:spTree>
    <p:extLst>
      <p:ext uri="{BB962C8B-B14F-4D97-AF65-F5344CB8AC3E}">
        <p14:creationId xmlns:p14="http://schemas.microsoft.com/office/powerpoint/2010/main" val="73498289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94</a:t>
            </a:fld>
            <a:endParaRPr lang="de-DE" dirty="0"/>
          </a:p>
        </p:txBody>
      </p:sp>
    </p:spTree>
    <p:extLst>
      <p:ext uri="{BB962C8B-B14F-4D97-AF65-F5344CB8AC3E}">
        <p14:creationId xmlns:p14="http://schemas.microsoft.com/office/powerpoint/2010/main" val="32299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CBA5C6-AA22-3537-BFD8-3B3B96B501E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0BB920B5-11DB-39F1-438C-45576462E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FFC1068-AC93-FA27-6824-B39557D75988}"/>
              </a:ext>
            </a:extLst>
          </p:cNvPr>
          <p:cNvSpPr>
            <a:spLocks noGrp="1"/>
          </p:cNvSpPr>
          <p:nvPr>
            <p:ph type="dt" sz="half" idx="10"/>
          </p:nvPr>
        </p:nvSpPr>
        <p:spPr>
          <a:xfrm>
            <a:off x="838200" y="6356350"/>
            <a:ext cx="2743200" cy="365125"/>
          </a:xfrm>
          <a:prstGeom prst="rect">
            <a:avLst/>
          </a:prstGeom>
        </p:spPr>
        <p:txBody>
          <a:bodyPr/>
          <a:lstStyle/>
          <a:p>
            <a:fld id="{A9536FE4-5786-419D-BEFC-501822F05845}" type="datetime1">
              <a:rPr lang="de-DE" smtClean="0"/>
              <a:t>23.07.2026</a:t>
            </a:fld>
            <a:endParaRPr lang="de-DE" dirty="0"/>
          </a:p>
        </p:txBody>
      </p:sp>
      <p:sp>
        <p:nvSpPr>
          <p:cNvPr id="5" name="Fußzeilenplatzhalter 4">
            <a:extLst>
              <a:ext uri="{FF2B5EF4-FFF2-40B4-BE49-F238E27FC236}">
                <a16:creationId xmlns:a16="http://schemas.microsoft.com/office/drawing/2014/main" id="{B79C8490-17D4-2876-2238-01DFC41C9E76}"/>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CDC8C4AA-D2D4-85E2-46CC-A17FD346EBEE}"/>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09924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BE5684-8251-E29F-5A2A-12D2C04081D0}"/>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667783B3-FAFD-8C19-FBB1-16BFD18789E9}"/>
              </a:ext>
            </a:extLst>
          </p:cNvPr>
          <p:cNvSpPr>
            <a:spLocks noGrp="1"/>
          </p:cNvSpPr>
          <p:nvPr>
            <p:ph idx="1"/>
          </p:nvPr>
        </p:nvSpPr>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D51285BF-5671-0420-60D5-884EC2F6FF5E}"/>
              </a:ext>
            </a:extLst>
          </p:cNvPr>
          <p:cNvSpPr>
            <a:spLocks noGrp="1"/>
          </p:cNvSpPr>
          <p:nvPr>
            <p:ph type="dt" sz="half" idx="10"/>
          </p:nvPr>
        </p:nvSpPr>
        <p:spPr>
          <a:xfrm>
            <a:off x="838200" y="6356350"/>
            <a:ext cx="2743200" cy="365125"/>
          </a:xfrm>
          <a:prstGeom prst="rect">
            <a:avLst/>
          </a:prstGeom>
        </p:spPr>
        <p:txBody>
          <a:bodyPr/>
          <a:lstStyle/>
          <a:p>
            <a:fld id="{15B639AA-02E9-47DF-BFAD-69C50BB74770}" type="datetime1">
              <a:rPr lang="de-DE" smtClean="0"/>
              <a:t>23.07.2026</a:t>
            </a:fld>
            <a:endParaRPr lang="de-DE" dirty="0"/>
          </a:p>
        </p:txBody>
      </p:sp>
      <p:sp>
        <p:nvSpPr>
          <p:cNvPr id="5" name="Fußzeilenplatzhalter 4">
            <a:extLst>
              <a:ext uri="{FF2B5EF4-FFF2-40B4-BE49-F238E27FC236}">
                <a16:creationId xmlns:a16="http://schemas.microsoft.com/office/drawing/2014/main" id="{10F8A230-46A9-6446-6656-1613579BA8AC}"/>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FF5EC8A-A7F1-7E1D-EF78-D2BD6560E815}"/>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78965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DD6CEF-83A0-8501-0860-64379D07AD5C}"/>
              </a:ext>
            </a:extLst>
          </p:cNvPr>
          <p:cNvSpPr>
            <a:spLocks noGrp="1"/>
          </p:cNvSpPr>
          <p:nvPr>
            <p:ph type="title"/>
          </p:nvPr>
        </p:nvSpPr>
        <p:spPr>
          <a:xfrm>
            <a:off x="831850" y="1709738"/>
            <a:ext cx="10515600" cy="2852737"/>
          </a:xfrm>
        </p:spPr>
        <p:txBody>
          <a:bodyPr lIns="0" anchor="b"/>
          <a:lstStyle>
            <a:lvl1pPr>
              <a:defRPr sz="6000"/>
            </a:lvl1pPr>
          </a:lstStyle>
          <a:p>
            <a:r>
              <a:rPr lang="de-DE" dirty="0"/>
              <a:t>Mastertitelformat bearbeiten</a:t>
            </a:r>
          </a:p>
        </p:txBody>
      </p:sp>
      <p:sp>
        <p:nvSpPr>
          <p:cNvPr id="3" name="Textplatzhalter 2">
            <a:extLst>
              <a:ext uri="{FF2B5EF4-FFF2-40B4-BE49-F238E27FC236}">
                <a16:creationId xmlns:a16="http://schemas.microsoft.com/office/drawing/2014/main" id="{E2CA302A-1DF6-5BFE-AAB4-243E6F266692}"/>
              </a:ext>
            </a:extLst>
          </p:cNvPr>
          <p:cNvSpPr>
            <a:spLocks noGrp="1"/>
          </p:cNvSpPr>
          <p:nvPr>
            <p:ph type="body" idx="1"/>
          </p:nvPr>
        </p:nvSpPr>
        <p:spPr>
          <a:xfrm>
            <a:off x="831850" y="4589463"/>
            <a:ext cx="10515600" cy="1500187"/>
          </a:xfrm>
        </p:spPr>
        <p:txBody>
          <a:bodyPr lIns="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Mastertextformat bearbeiten</a:t>
            </a:r>
          </a:p>
        </p:txBody>
      </p:sp>
      <p:sp>
        <p:nvSpPr>
          <p:cNvPr id="4" name="Datumsplatzhalter 3">
            <a:extLst>
              <a:ext uri="{FF2B5EF4-FFF2-40B4-BE49-F238E27FC236}">
                <a16:creationId xmlns:a16="http://schemas.microsoft.com/office/drawing/2014/main" id="{ACB97290-D9D2-BDEA-B544-9D80C7C92688}"/>
              </a:ext>
            </a:extLst>
          </p:cNvPr>
          <p:cNvSpPr>
            <a:spLocks noGrp="1"/>
          </p:cNvSpPr>
          <p:nvPr>
            <p:ph type="dt" sz="half" idx="10"/>
          </p:nvPr>
        </p:nvSpPr>
        <p:spPr>
          <a:xfrm>
            <a:off x="838200" y="6356350"/>
            <a:ext cx="2743200" cy="365125"/>
          </a:xfrm>
          <a:prstGeom prst="rect">
            <a:avLst/>
          </a:prstGeom>
        </p:spPr>
        <p:txBody>
          <a:bodyPr/>
          <a:lstStyle/>
          <a:p>
            <a:fld id="{2791E82D-3FE7-482A-9BEE-155BD834B8C0}" type="datetime1">
              <a:rPr lang="de-DE" smtClean="0"/>
              <a:t>23.07.2026</a:t>
            </a:fld>
            <a:endParaRPr lang="de-DE" dirty="0"/>
          </a:p>
        </p:txBody>
      </p:sp>
      <p:sp>
        <p:nvSpPr>
          <p:cNvPr id="5" name="Fußzeilenplatzhalter 4">
            <a:extLst>
              <a:ext uri="{FF2B5EF4-FFF2-40B4-BE49-F238E27FC236}">
                <a16:creationId xmlns:a16="http://schemas.microsoft.com/office/drawing/2014/main" id="{BCBA3C84-9825-0644-758D-17885723D524}"/>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B93EE689-D1AA-12E2-15CE-D86564CA263F}"/>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095475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193A0F-F7B1-1AEE-20A3-08A6B8BEEF86}"/>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1B48FD81-6911-F9F5-18A9-321A9DE0310A}"/>
              </a:ext>
            </a:extLst>
          </p:cNvPr>
          <p:cNvSpPr>
            <a:spLocks noGrp="1"/>
          </p:cNvSpPr>
          <p:nvPr>
            <p:ph sz="half" idx="1"/>
          </p:nvPr>
        </p:nvSpPr>
        <p:spPr>
          <a:xfrm>
            <a:off x="838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055F3876-CC10-CBB5-5183-554DDD8485F2}"/>
              </a:ext>
            </a:extLst>
          </p:cNvPr>
          <p:cNvSpPr>
            <a:spLocks noGrp="1"/>
          </p:cNvSpPr>
          <p:nvPr>
            <p:ph sz="half" idx="2"/>
          </p:nvPr>
        </p:nvSpPr>
        <p:spPr>
          <a:xfrm>
            <a:off x="6172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85613C97-875A-9A9D-9134-D376362DB8D2}"/>
              </a:ext>
            </a:extLst>
          </p:cNvPr>
          <p:cNvSpPr>
            <a:spLocks noGrp="1"/>
          </p:cNvSpPr>
          <p:nvPr>
            <p:ph type="dt" sz="half" idx="10"/>
          </p:nvPr>
        </p:nvSpPr>
        <p:spPr>
          <a:xfrm>
            <a:off x="838200" y="6356350"/>
            <a:ext cx="2743200" cy="365125"/>
          </a:xfrm>
          <a:prstGeom prst="rect">
            <a:avLst/>
          </a:prstGeom>
        </p:spPr>
        <p:txBody>
          <a:bodyPr/>
          <a:lstStyle/>
          <a:p>
            <a:fld id="{A9B7B6AC-FEDE-4E87-906B-CA84082377CE}" type="datetime1">
              <a:rPr lang="de-DE" smtClean="0"/>
              <a:t>23.07.2026</a:t>
            </a:fld>
            <a:endParaRPr lang="de-DE" dirty="0"/>
          </a:p>
        </p:txBody>
      </p:sp>
      <p:sp>
        <p:nvSpPr>
          <p:cNvPr id="6" name="Fußzeilenplatzhalter 5">
            <a:extLst>
              <a:ext uri="{FF2B5EF4-FFF2-40B4-BE49-F238E27FC236}">
                <a16:creationId xmlns:a16="http://schemas.microsoft.com/office/drawing/2014/main" id="{D7EB2499-5D99-DB45-0226-CBBFB473779A}"/>
              </a:ext>
            </a:extLst>
          </p:cNvPr>
          <p:cNvSpPr>
            <a:spLocks noGrp="1"/>
          </p:cNvSpPr>
          <p:nvPr>
            <p:ph type="ftr" sz="quarter" idx="11"/>
          </p:nvPr>
        </p:nvSpPr>
        <p:spPr/>
        <p:txBody>
          <a:bodyPr lIns="0"/>
          <a:lstStyle/>
          <a:p>
            <a:endParaRPr lang="de-DE" dirty="0"/>
          </a:p>
        </p:txBody>
      </p:sp>
      <p:sp>
        <p:nvSpPr>
          <p:cNvPr id="7" name="Foliennummernplatzhalter 6">
            <a:extLst>
              <a:ext uri="{FF2B5EF4-FFF2-40B4-BE49-F238E27FC236}">
                <a16:creationId xmlns:a16="http://schemas.microsoft.com/office/drawing/2014/main" id="{E20C516F-6889-2622-CB47-71F4A953FC9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20252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E41093-F901-B522-3FF7-96221A8DB03C}"/>
              </a:ext>
            </a:extLst>
          </p:cNvPr>
          <p:cNvSpPr>
            <a:spLocks noGrp="1"/>
          </p:cNvSpPr>
          <p:nvPr>
            <p:ph type="title"/>
          </p:nvPr>
        </p:nvSpPr>
        <p:spPr>
          <a:xfrm>
            <a:off x="839788" y="365125"/>
            <a:ext cx="10515600" cy="1325563"/>
          </a:xfrm>
        </p:spPr>
        <p:txBody>
          <a:bodyPr lIns="0"/>
          <a:lstStyle/>
          <a:p>
            <a:r>
              <a:rPr lang="de-DE" dirty="0"/>
              <a:t>Mastertitelformat bearbeiten</a:t>
            </a:r>
          </a:p>
        </p:txBody>
      </p:sp>
      <p:sp>
        <p:nvSpPr>
          <p:cNvPr id="3" name="Textplatzhalter 2">
            <a:extLst>
              <a:ext uri="{FF2B5EF4-FFF2-40B4-BE49-F238E27FC236}">
                <a16:creationId xmlns:a16="http://schemas.microsoft.com/office/drawing/2014/main" id="{BCCE7358-7990-7D06-C065-9F0FA0E951D6}"/>
              </a:ext>
            </a:extLst>
          </p:cNvPr>
          <p:cNvSpPr>
            <a:spLocks noGrp="1"/>
          </p:cNvSpPr>
          <p:nvPr>
            <p:ph type="body" idx="1"/>
          </p:nvPr>
        </p:nvSpPr>
        <p:spPr>
          <a:xfrm>
            <a:off x="839788" y="1681163"/>
            <a:ext cx="5157787"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4" name="Inhaltsplatzhalter 3">
            <a:extLst>
              <a:ext uri="{FF2B5EF4-FFF2-40B4-BE49-F238E27FC236}">
                <a16:creationId xmlns:a16="http://schemas.microsoft.com/office/drawing/2014/main" id="{DCD64BAF-9E55-00A2-B16E-2A2AB1FFE3B9}"/>
              </a:ext>
            </a:extLst>
          </p:cNvPr>
          <p:cNvSpPr>
            <a:spLocks noGrp="1"/>
          </p:cNvSpPr>
          <p:nvPr>
            <p:ph sz="half" idx="2"/>
          </p:nvPr>
        </p:nvSpPr>
        <p:spPr>
          <a:xfrm>
            <a:off x="839788" y="2505075"/>
            <a:ext cx="5157787"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DE21E76C-E1A6-92CB-1A6C-39DF9EA616BD}"/>
              </a:ext>
            </a:extLst>
          </p:cNvPr>
          <p:cNvSpPr>
            <a:spLocks noGrp="1"/>
          </p:cNvSpPr>
          <p:nvPr>
            <p:ph type="body" sz="quarter" idx="3"/>
          </p:nvPr>
        </p:nvSpPr>
        <p:spPr>
          <a:xfrm>
            <a:off x="6172200" y="1681163"/>
            <a:ext cx="5183188"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6" name="Inhaltsplatzhalter 5">
            <a:extLst>
              <a:ext uri="{FF2B5EF4-FFF2-40B4-BE49-F238E27FC236}">
                <a16:creationId xmlns:a16="http://schemas.microsoft.com/office/drawing/2014/main" id="{F6B46EFD-F626-D064-BAEC-144DDDBFFA8D}"/>
              </a:ext>
            </a:extLst>
          </p:cNvPr>
          <p:cNvSpPr>
            <a:spLocks noGrp="1"/>
          </p:cNvSpPr>
          <p:nvPr>
            <p:ph sz="quarter" idx="4"/>
          </p:nvPr>
        </p:nvSpPr>
        <p:spPr>
          <a:xfrm>
            <a:off x="6172200" y="2505075"/>
            <a:ext cx="5183188"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157E90FD-0856-7859-83CD-8CF6B71937D5}"/>
              </a:ext>
            </a:extLst>
          </p:cNvPr>
          <p:cNvSpPr>
            <a:spLocks noGrp="1"/>
          </p:cNvSpPr>
          <p:nvPr>
            <p:ph type="dt" sz="half" idx="10"/>
          </p:nvPr>
        </p:nvSpPr>
        <p:spPr>
          <a:xfrm>
            <a:off x="838200" y="6356350"/>
            <a:ext cx="2743200" cy="365125"/>
          </a:xfrm>
          <a:prstGeom prst="rect">
            <a:avLst/>
          </a:prstGeom>
        </p:spPr>
        <p:txBody>
          <a:bodyPr/>
          <a:lstStyle/>
          <a:p>
            <a:fld id="{797C16CE-5020-4093-8D5C-EC8F7F3E68A7}" type="datetime1">
              <a:rPr lang="de-DE" smtClean="0"/>
              <a:t>23.07.2026</a:t>
            </a:fld>
            <a:endParaRPr lang="de-DE" dirty="0"/>
          </a:p>
        </p:txBody>
      </p:sp>
      <p:sp>
        <p:nvSpPr>
          <p:cNvPr id="8" name="Fußzeilenplatzhalter 7">
            <a:extLst>
              <a:ext uri="{FF2B5EF4-FFF2-40B4-BE49-F238E27FC236}">
                <a16:creationId xmlns:a16="http://schemas.microsoft.com/office/drawing/2014/main" id="{6C00833E-7D6F-81E1-4D90-3D401D8335DA}"/>
              </a:ext>
            </a:extLst>
          </p:cNvPr>
          <p:cNvSpPr>
            <a:spLocks noGrp="1"/>
          </p:cNvSpPr>
          <p:nvPr>
            <p:ph type="ftr" sz="quarter" idx="11"/>
          </p:nvPr>
        </p:nvSpPr>
        <p:spPr/>
        <p:txBody>
          <a:bodyPr/>
          <a:lstStyle/>
          <a:p>
            <a:endParaRPr lang="de-DE" dirty="0"/>
          </a:p>
        </p:txBody>
      </p:sp>
      <p:sp>
        <p:nvSpPr>
          <p:cNvPr id="9" name="Foliennummernplatzhalter 8">
            <a:extLst>
              <a:ext uri="{FF2B5EF4-FFF2-40B4-BE49-F238E27FC236}">
                <a16:creationId xmlns:a16="http://schemas.microsoft.com/office/drawing/2014/main" id="{E8F1E2F3-CA87-290B-D146-1A4186D490D8}"/>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526940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98D28F-6483-5658-A729-17CF97AEC628}"/>
              </a:ext>
            </a:extLst>
          </p:cNvPr>
          <p:cNvSpPr>
            <a:spLocks noGrp="1"/>
          </p:cNvSpPr>
          <p:nvPr>
            <p:ph type="title"/>
          </p:nvPr>
        </p:nvSpPr>
        <p:spPr/>
        <p:txBody>
          <a:bodyPr lIns="0"/>
          <a:lstStyle/>
          <a:p>
            <a:r>
              <a:rPr lang="de-DE" dirty="0"/>
              <a:t>Mastertitelformat bearbeiten</a:t>
            </a:r>
          </a:p>
        </p:txBody>
      </p:sp>
      <p:sp>
        <p:nvSpPr>
          <p:cNvPr id="3" name="Datumsplatzhalter 2">
            <a:extLst>
              <a:ext uri="{FF2B5EF4-FFF2-40B4-BE49-F238E27FC236}">
                <a16:creationId xmlns:a16="http://schemas.microsoft.com/office/drawing/2014/main" id="{4C9EC290-D7B2-8C57-8382-57338C82EA19}"/>
              </a:ext>
            </a:extLst>
          </p:cNvPr>
          <p:cNvSpPr>
            <a:spLocks noGrp="1"/>
          </p:cNvSpPr>
          <p:nvPr>
            <p:ph type="dt" sz="half" idx="10"/>
          </p:nvPr>
        </p:nvSpPr>
        <p:spPr>
          <a:xfrm>
            <a:off x="838200" y="6356350"/>
            <a:ext cx="2743200" cy="365125"/>
          </a:xfrm>
          <a:prstGeom prst="rect">
            <a:avLst/>
          </a:prstGeom>
        </p:spPr>
        <p:txBody>
          <a:bodyPr/>
          <a:lstStyle/>
          <a:p>
            <a:fld id="{25819BBE-EF90-431C-8C14-C0758E0ADB00}" type="datetime1">
              <a:rPr lang="de-DE" smtClean="0"/>
              <a:t>23.07.2026</a:t>
            </a:fld>
            <a:endParaRPr lang="de-DE" dirty="0"/>
          </a:p>
        </p:txBody>
      </p:sp>
      <p:sp>
        <p:nvSpPr>
          <p:cNvPr id="4" name="Fußzeilenplatzhalter 3">
            <a:extLst>
              <a:ext uri="{FF2B5EF4-FFF2-40B4-BE49-F238E27FC236}">
                <a16:creationId xmlns:a16="http://schemas.microsoft.com/office/drawing/2014/main" id="{7D12D6A7-2ABD-D449-DE85-D48F9F3B693E}"/>
              </a:ext>
            </a:extLst>
          </p:cNvPr>
          <p:cNvSpPr>
            <a:spLocks noGrp="1"/>
          </p:cNvSpPr>
          <p:nvPr>
            <p:ph type="ftr" sz="quarter" idx="11"/>
          </p:nvPr>
        </p:nvSpPr>
        <p:spPr/>
        <p:txBody>
          <a:bodyPr/>
          <a:lstStyle/>
          <a:p>
            <a:endParaRPr lang="de-DE" dirty="0"/>
          </a:p>
        </p:txBody>
      </p:sp>
      <p:sp>
        <p:nvSpPr>
          <p:cNvPr id="5" name="Foliennummernplatzhalter 4">
            <a:extLst>
              <a:ext uri="{FF2B5EF4-FFF2-40B4-BE49-F238E27FC236}">
                <a16:creationId xmlns:a16="http://schemas.microsoft.com/office/drawing/2014/main" id="{AAF8C156-EB81-B362-55E9-C503F2568A8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6231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7A5C929-59B7-1FAF-6FF9-600F932477B4}"/>
              </a:ext>
            </a:extLst>
          </p:cNvPr>
          <p:cNvSpPr>
            <a:spLocks noGrp="1"/>
          </p:cNvSpPr>
          <p:nvPr>
            <p:ph type="dt" sz="half" idx="10"/>
          </p:nvPr>
        </p:nvSpPr>
        <p:spPr>
          <a:xfrm>
            <a:off x="838200" y="6356350"/>
            <a:ext cx="2743200" cy="365125"/>
          </a:xfrm>
          <a:prstGeom prst="rect">
            <a:avLst/>
          </a:prstGeom>
        </p:spPr>
        <p:txBody>
          <a:bodyPr/>
          <a:lstStyle/>
          <a:p>
            <a:fld id="{291CE142-BB2A-4BDF-83C5-943C5DEBC55E}" type="datetime1">
              <a:rPr lang="de-DE" smtClean="0"/>
              <a:t>23.07.2026</a:t>
            </a:fld>
            <a:endParaRPr lang="de-DE" dirty="0"/>
          </a:p>
        </p:txBody>
      </p:sp>
      <p:sp>
        <p:nvSpPr>
          <p:cNvPr id="3" name="Fußzeilenplatzhalter 2">
            <a:extLst>
              <a:ext uri="{FF2B5EF4-FFF2-40B4-BE49-F238E27FC236}">
                <a16:creationId xmlns:a16="http://schemas.microsoft.com/office/drawing/2014/main" id="{C07468D1-61BD-A655-E9CD-070D574FE9A5}"/>
              </a:ext>
            </a:extLst>
          </p:cNvPr>
          <p:cNvSpPr>
            <a:spLocks noGrp="1"/>
          </p:cNvSpPr>
          <p:nvPr>
            <p:ph type="ftr" sz="quarter" idx="11"/>
          </p:nvPr>
        </p:nvSpPr>
        <p:spPr/>
        <p:txBody>
          <a:bodyPr/>
          <a:lstStyle/>
          <a:p>
            <a:endParaRPr lang="de-DE" dirty="0"/>
          </a:p>
        </p:txBody>
      </p:sp>
      <p:sp>
        <p:nvSpPr>
          <p:cNvPr id="4" name="Foliennummernplatzhalter 3">
            <a:extLst>
              <a:ext uri="{FF2B5EF4-FFF2-40B4-BE49-F238E27FC236}">
                <a16:creationId xmlns:a16="http://schemas.microsoft.com/office/drawing/2014/main" id="{7AF0701C-EC72-D386-DC42-C6FDC64DF22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48080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224BF-C075-F58A-8F07-C0E2D66891F1}"/>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Inhaltsplatzhalter 2">
            <a:extLst>
              <a:ext uri="{FF2B5EF4-FFF2-40B4-BE49-F238E27FC236}">
                <a16:creationId xmlns:a16="http://schemas.microsoft.com/office/drawing/2014/main" id="{30D79D7D-CA98-A993-95BA-71CC42B94BD9}"/>
              </a:ext>
            </a:extLst>
          </p:cNvPr>
          <p:cNvSpPr>
            <a:spLocks noGrp="1"/>
          </p:cNvSpPr>
          <p:nvPr>
            <p:ph idx="1"/>
          </p:nvPr>
        </p:nvSpPr>
        <p:spPr>
          <a:xfrm>
            <a:off x="5183188" y="987425"/>
            <a:ext cx="6172200" cy="4873625"/>
          </a:xfrm>
        </p:spPr>
        <p:txBody>
          <a:bodyPr lIns="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3E5B85EE-8521-41AF-7854-5DDCC58A34E3}"/>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E8286844-0BC0-0AD3-C849-FD4DDE3B55E5}"/>
              </a:ext>
            </a:extLst>
          </p:cNvPr>
          <p:cNvSpPr>
            <a:spLocks noGrp="1"/>
          </p:cNvSpPr>
          <p:nvPr>
            <p:ph type="dt" sz="half" idx="10"/>
          </p:nvPr>
        </p:nvSpPr>
        <p:spPr>
          <a:xfrm>
            <a:off x="838200" y="6356350"/>
            <a:ext cx="2743200" cy="365125"/>
          </a:xfrm>
          <a:prstGeom prst="rect">
            <a:avLst/>
          </a:prstGeom>
        </p:spPr>
        <p:txBody>
          <a:bodyPr/>
          <a:lstStyle/>
          <a:p>
            <a:fld id="{1F5E831C-3B82-4066-A869-E07623BB2494}" type="datetime1">
              <a:rPr lang="de-DE" smtClean="0"/>
              <a:t>23.07.2026</a:t>
            </a:fld>
            <a:endParaRPr lang="de-DE" dirty="0"/>
          </a:p>
        </p:txBody>
      </p:sp>
      <p:sp>
        <p:nvSpPr>
          <p:cNvPr id="6" name="Fußzeilenplatzhalter 5">
            <a:extLst>
              <a:ext uri="{FF2B5EF4-FFF2-40B4-BE49-F238E27FC236}">
                <a16:creationId xmlns:a16="http://schemas.microsoft.com/office/drawing/2014/main" id="{E9456BFB-2BB6-627E-E63D-BF8857430835}"/>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B9EA5C65-BB23-3D6D-4552-C05EA62C2A2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573478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3CC994-77BF-7CD2-9FFC-F77FD81379C3}"/>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Bildplatzhalter 2">
            <a:extLst>
              <a:ext uri="{FF2B5EF4-FFF2-40B4-BE49-F238E27FC236}">
                <a16:creationId xmlns:a16="http://schemas.microsoft.com/office/drawing/2014/main" id="{82B47D57-842E-720E-BE3C-5FC783A43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4" name="Textplatzhalter 3">
            <a:extLst>
              <a:ext uri="{FF2B5EF4-FFF2-40B4-BE49-F238E27FC236}">
                <a16:creationId xmlns:a16="http://schemas.microsoft.com/office/drawing/2014/main" id="{88154144-9441-01CD-B5F6-58145AAB8C27}"/>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39939527-D869-E5B6-5154-59D45B037311}"/>
              </a:ext>
            </a:extLst>
          </p:cNvPr>
          <p:cNvSpPr>
            <a:spLocks noGrp="1"/>
          </p:cNvSpPr>
          <p:nvPr>
            <p:ph type="dt" sz="half" idx="10"/>
          </p:nvPr>
        </p:nvSpPr>
        <p:spPr>
          <a:xfrm>
            <a:off x="838200" y="6356350"/>
            <a:ext cx="2743200" cy="365125"/>
          </a:xfrm>
          <a:prstGeom prst="rect">
            <a:avLst/>
          </a:prstGeom>
        </p:spPr>
        <p:txBody>
          <a:bodyPr/>
          <a:lstStyle/>
          <a:p>
            <a:fld id="{FFF409A1-0DE6-4B32-B92B-C95B22F64BE0}" type="datetime1">
              <a:rPr lang="de-DE" smtClean="0"/>
              <a:t>23.07.2026</a:t>
            </a:fld>
            <a:endParaRPr lang="de-DE" dirty="0"/>
          </a:p>
        </p:txBody>
      </p:sp>
      <p:sp>
        <p:nvSpPr>
          <p:cNvPr id="6" name="Fußzeilenplatzhalter 5">
            <a:extLst>
              <a:ext uri="{FF2B5EF4-FFF2-40B4-BE49-F238E27FC236}">
                <a16:creationId xmlns:a16="http://schemas.microsoft.com/office/drawing/2014/main" id="{4210ED70-0049-547C-8C4A-F92106835E2F}"/>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387AA5B5-6E70-90F4-35CF-DE1E28E576C2}"/>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8929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0608B-DF17-3949-88AE-9CD937E6C54A}"/>
              </a:ext>
            </a:extLst>
          </p:cNvPr>
          <p:cNvSpPr>
            <a:spLocks noGrp="1"/>
          </p:cNvSpPr>
          <p:nvPr>
            <p:ph type="title"/>
          </p:nvPr>
        </p:nvSpPr>
        <p:spPr/>
        <p:txBody>
          <a:bodyPr lIns="0"/>
          <a:lstStyle/>
          <a:p>
            <a:r>
              <a:rPr lang="de-DE" dirty="0"/>
              <a:t>Mastertitelformat bearbeiten</a:t>
            </a:r>
          </a:p>
        </p:txBody>
      </p:sp>
      <p:sp>
        <p:nvSpPr>
          <p:cNvPr id="3" name="Vertikaler Textplatzhalter 2">
            <a:extLst>
              <a:ext uri="{FF2B5EF4-FFF2-40B4-BE49-F238E27FC236}">
                <a16:creationId xmlns:a16="http://schemas.microsoft.com/office/drawing/2014/main" id="{5B03D809-8F02-38B3-E70B-B1C42DCDB5F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CE5C240-12FE-F728-9A85-67681C695451}"/>
              </a:ext>
            </a:extLst>
          </p:cNvPr>
          <p:cNvSpPr>
            <a:spLocks noGrp="1"/>
          </p:cNvSpPr>
          <p:nvPr>
            <p:ph type="dt" sz="half" idx="10"/>
          </p:nvPr>
        </p:nvSpPr>
        <p:spPr>
          <a:xfrm>
            <a:off x="838200" y="6356350"/>
            <a:ext cx="2743200" cy="365125"/>
          </a:xfrm>
          <a:prstGeom prst="rect">
            <a:avLst/>
          </a:prstGeom>
        </p:spPr>
        <p:txBody>
          <a:bodyPr/>
          <a:lstStyle/>
          <a:p>
            <a:fld id="{0572F267-975B-4E02-B9DF-060D495BECA9}" type="datetime1">
              <a:rPr lang="de-DE" smtClean="0"/>
              <a:t>23.07.2026</a:t>
            </a:fld>
            <a:endParaRPr lang="de-DE" dirty="0"/>
          </a:p>
        </p:txBody>
      </p:sp>
      <p:sp>
        <p:nvSpPr>
          <p:cNvPr id="5" name="Fußzeilenplatzhalter 4">
            <a:extLst>
              <a:ext uri="{FF2B5EF4-FFF2-40B4-BE49-F238E27FC236}">
                <a16:creationId xmlns:a16="http://schemas.microsoft.com/office/drawing/2014/main" id="{CFE7DFB3-CBD1-7DBA-7736-3A621E022248}"/>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A63F9B0-5C73-F2EC-F9E5-0A2B01F0E9B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545993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DF20870-C991-BB7D-37CA-5663C66AAD9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0AA1D4A-469B-8B67-93C6-B20E99986BD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8722488-7B5B-4F01-97FA-120B2F236DEF}"/>
              </a:ext>
            </a:extLst>
          </p:cNvPr>
          <p:cNvSpPr>
            <a:spLocks noGrp="1"/>
          </p:cNvSpPr>
          <p:nvPr>
            <p:ph type="dt" sz="half" idx="10"/>
          </p:nvPr>
        </p:nvSpPr>
        <p:spPr>
          <a:xfrm>
            <a:off x="838200" y="6356350"/>
            <a:ext cx="2743200" cy="365125"/>
          </a:xfrm>
          <a:prstGeom prst="rect">
            <a:avLst/>
          </a:prstGeom>
        </p:spPr>
        <p:txBody>
          <a:bodyPr/>
          <a:lstStyle/>
          <a:p>
            <a:fld id="{296E7FD8-1F1E-4498-9E5E-8106F53A13B7}" type="datetime1">
              <a:rPr lang="de-DE" smtClean="0"/>
              <a:t>23.07.2026</a:t>
            </a:fld>
            <a:endParaRPr lang="de-DE" dirty="0"/>
          </a:p>
        </p:txBody>
      </p:sp>
      <p:sp>
        <p:nvSpPr>
          <p:cNvPr id="5" name="Fußzeilenplatzhalter 4">
            <a:extLst>
              <a:ext uri="{FF2B5EF4-FFF2-40B4-BE49-F238E27FC236}">
                <a16:creationId xmlns:a16="http://schemas.microsoft.com/office/drawing/2014/main" id="{5B4430E0-C88C-2C32-86F9-083731CC100A}"/>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DE5ED0A9-0C8C-4924-6C68-84F845E101DC}"/>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87761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635E341-9ED9-6696-8DA2-032A86DC8F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3A44B57-4588-B8C3-8B70-EC09D67D9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00B379F4-2229-9BCB-0F89-3BA278B2B640}"/>
              </a:ext>
            </a:extLst>
          </p:cNvPr>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dirty="0"/>
          </a:p>
        </p:txBody>
      </p:sp>
      <p:sp>
        <p:nvSpPr>
          <p:cNvPr id="6" name="Foliennummernplatzhalter 5">
            <a:extLst>
              <a:ext uri="{FF2B5EF4-FFF2-40B4-BE49-F238E27FC236}">
                <a16:creationId xmlns:a16="http://schemas.microsoft.com/office/drawing/2014/main" id="{F6F9FE7F-7BDB-3B51-66E5-941A97A3A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5C8BF5-653B-41D0-99F2-8CC2D2A1F005}" type="slidenum">
              <a:rPr lang="de-DE" smtClean="0"/>
              <a:t>‹Nr.›</a:t>
            </a:fld>
            <a:endParaRPr lang="de-DE" dirty="0"/>
          </a:p>
        </p:txBody>
      </p:sp>
    </p:spTree>
    <p:extLst>
      <p:ext uri="{BB962C8B-B14F-4D97-AF65-F5344CB8AC3E}">
        <p14:creationId xmlns:p14="http://schemas.microsoft.com/office/powerpoint/2010/main" val="3349085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community.sap.com/t5/technology-blog-posts-by-sap/sap-api-management-understanding-policy-flow/ba-p/13187144"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www.rheinwerk-verlag.de/sap-business-technology-platform/" TargetMode="External"/><Relationship Id="rId7" Type="http://schemas.openxmlformats.org/officeDocument/2006/relationships/hyperlink" Target="https://help.sap.com/docs/cloud-integration/sap-cloud-integration/sap-cloud-integration" TargetMode="External"/><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hyperlink" Target="https://training.sap.com/course/cld900" TargetMode="External"/><Relationship Id="rId5" Type="http://schemas.openxmlformats.org/officeDocument/2006/relationships/hyperlink" Target="https://learning.sap.com/courses/sap-cloud-platform-integration-service-overview" TargetMode="External"/><Relationship Id="rId4" Type="http://schemas.openxmlformats.org/officeDocument/2006/relationships/hyperlink" Target="https://www.rheinwerk-verlag.de/sap-integration-suite-das-praxishandbuch/" TargetMode="External"/><Relationship Id="rId9" Type="http://schemas.openxmlformats.org/officeDocument/2006/relationships/image" Target="../media/image29.png"/></Relationships>
</file>

<file path=ppt/slides/_rels/slide94.xml.rels><?xml version="1.0" encoding="UTF-8" standalone="yes"?>
<Relationships xmlns="http://schemas.openxmlformats.org/package/2006/relationships"><Relationship Id="rId3" Type="http://schemas.openxmlformats.org/officeDocument/2006/relationships/hyperlink" Target="https://github.com/MichaelWegelin/btp-integration-suite-workshop"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145329-41F4-501E-FB56-244ED2737B99}"/>
              </a:ext>
            </a:extLst>
          </p:cNvPr>
          <p:cNvSpPr>
            <a:spLocks noGrp="1"/>
          </p:cNvSpPr>
          <p:nvPr>
            <p:ph type="ctrTitle"/>
          </p:nvPr>
        </p:nvSpPr>
        <p:spPr/>
        <p:txBody>
          <a:bodyPr/>
          <a:lstStyle/>
          <a:p>
            <a:r>
              <a:rPr lang="de-DE" dirty="0"/>
              <a:t>Die SAP Integration Suite</a:t>
            </a:r>
          </a:p>
        </p:txBody>
      </p:sp>
      <p:sp>
        <p:nvSpPr>
          <p:cNvPr id="3" name="Untertitel 2">
            <a:extLst>
              <a:ext uri="{FF2B5EF4-FFF2-40B4-BE49-F238E27FC236}">
                <a16:creationId xmlns:a16="http://schemas.microsoft.com/office/drawing/2014/main" id="{602C510F-AB78-3A01-3A34-CB0CE8198C66}"/>
              </a:ext>
            </a:extLst>
          </p:cNvPr>
          <p:cNvSpPr>
            <a:spLocks noGrp="1"/>
          </p:cNvSpPr>
          <p:nvPr>
            <p:ph type="subTitle" idx="1"/>
          </p:nvPr>
        </p:nvSpPr>
        <p:spPr/>
        <p:txBody>
          <a:bodyPr/>
          <a:lstStyle/>
          <a:p>
            <a:r>
              <a:rPr lang="de-DE" dirty="0"/>
              <a:t>API Management mit der SAP Integration Suite</a:t>
            </a:r>
          </a:p>
        </p:txBody>
      </p:sp>
    </p:spTree>
    <p:extLst>
      <p:ext uri="{BB962C8B-B14F-4D97-AF65-F5344CB8AC3E}">
        <p14:creationId xmlns:p14="http://schemas.microsoft.com/office/powerpoint/2010/main" val="62539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29502C-D896-AF40-7093-21CB255AB226}"/>
              </a:ext>
            </a:extLst>
          </p:cNvPr>
          <p:cNvSpPr>
            <a:spLocks noGrp="1"/>
          </p:cNvSpPr>
          <p:nvPr>
            <p:ph type="title"/>
          </p:nvPr>
        </p:nvSpPr>
        <p:spPr/>
        <p:txBody>
          <a:bodyPr lIns="0"/>
          <a:lstStyle/>
          <a:p>
            <a:r>
              <a:rPr lang="de-DE" dirty="0"/>
              <a:t>Agenda</a:t>
            </a:r>
          </a:p>
        </p:txBody>
      </p:sp>
      <p:sp>
        <p:nvSpPr>
          <p:cNvPr id="3" name="Inhaltsplatzhalter 2">
            <a:extLst>
              <a:ext uri="{FF2B5EF4-FFF2-40B4-BE49-F238E27FC236}">
                <a16:creationId xmlns:a16="http://schemas.microsoft.com/office/drawing/2014/main" id="{CB887AF3-06C9-C363-03EF-2B91F8C3BFE7}"/>
              </a:ext>
            </a:extLst>
          </p:cNvPr>
          <p:cNvSpPr>
            <a:spLocks noGrp="1"/>
          </p:cNvSpPr>
          <p:nvPr>
            <p:ph idx="1"/>
          </p:nvPr>
        </p:nvSpPr>
        <p:spPr/>
        <p:txBody>
          <a:bodyPr lIns="0">
            <a:normAutofit lnSpcReduction="10000"/>
          </a:bodyPr>
          <a:lstStyle/>
          <a:p>
            <a:r>
              <a:rPr lang="de-DE" dirty="0"/>
              <a:t>Warum API Management?</a:t>
            </a:r>
          </a:p>
          <a:p>
            <a:r>
              <a:rPr lang="de-DE" dirty="0"/>
              <a:t>Grundlagen und Komponenten</a:t>
            </a:r>
          </a:p>
          <a:p>
            <a:r>
              <a:rPr lang="de-DE" dirty="0"/>
              <a:t>API Provider für ABAP </a:t>
            </a:r>
            <a:r>
              <a:rPr lang="de-DE" dirty="0" err="1"/>
              <a:t>Platform</a:t>
            </a:r>
            <a:r>
              <a:rPr lang="de-DE" dirty="0"/>
              <a:t> 2023 erstellen</a:t>
            </a:r>
          </a:p>
          <a:p>
            <a:r>
              <a:rPr lang="de-DE" dirty="0"/>
              <a:t>API Proxy erstellen und testen </a:t>
            </a:r>
          </a:p>
          <a:p>
            <a:r>
              <a:rPr lang="de-DE" dirty="0" err="1"/>
              <a:t>Policies</a:t>
            </a:r>
            <a:r>
              <a:rPr lang="de-DE" dirty="0"/>
              <a:t> verstehen</a:t>
            </a:r>
          </a:p>
          <a:p>
            <a:r>
              <a:rPr lang="de-DE" dirty="0"/>
              <a:t>API mit einem API Key absichern</a:t>
            </a:r>
          </a:p>
          <a:p>
            <a:r>
              <a:rPr lang="de-DE" dirty="0"/>
              <a:t>API-Aufrufe steuern</a:t>
            </a:r>
          </a:p>
          <a:p>
            <a:r>
              <a:rPr lang="de-DE" dirty="0"/>
              <a:t>Monitoring und Analytics</a:t>
            </a:r>
          </a:p>
          <a:p>
            <a:r>
              <a:rPr lang="de-DE" dirty="0"/>
              <a:t>Zusammenfassung und Abschluss</a:t>
            </a:r>
          </a:p>
        </p:txBody>
      </p:sp>
    </p:spTree>
    <p:extLst>
      <p:ext uri="{BB962C8B-B14F-4D97-AF65-F5344CB8AC3E}">
        <p14:creationId xmlns:p14="http://schemas.microsoft.com/office/powerpoint/2010/main" val="4027614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C77DF1-B74D-4A28-6CF7-51D605A58217}"/>
              </a:ext>
            </a:extLst>
          </p:cNvPr>
          <p:cNvSpPr>
            <a:spLocks noGrp="1"/>
          </p:cNvSpPr>
          <p:nvPr>
            <p:ph type="title"/>
          </p:nvPr>
        </p:nvSpPr>
        <p:spPr/>
        <p:txBody>
          <a:bodyPr/>
          <a:lstStyle/>
          <a:p>
            <a:r>
              <a:rPr lang="de-DE" dirty="0"/>
              <a:t>Einordnung in die Workshopreihe</a:t>
            </a:r>
          </a:p>
        </p:txBody>
      </p:sp>
      <p:sp>
        <p:nvSpPr>
          <p:cNvPr id="4" name="Inhaltsplatzhalter 3">
            <a:extLst>
              <a:ext uri="{FF2B5EF4-FFF2-40B4-BE49-F238E27FC236}">
                <a16:creationId xmlns:a16="http://schemas.microsoft.com/office/drawing/2014/main" id="{02DA64AE-7332-669B-7444-42F674EDB315}"/>
              </a:ext>
            </a:extLst>
          </p:cNvPr>
          <p:cNvSpPr>
            <a:spLocks noGrp="1"/>
          </p:cNvSpPr>
          <p:nvPr>
            <p:ph idx="1"/>
          </p:nvPr>
        </p:nvSpPr>
        <p:spPr/>
        <p:txBody>
          <a:bodyPr/>
          <a:lstStyle/>
          <a:p>
            <a:endParaRPr lang="de-DE"/>
          </a:p>
        </p:txBody>
      </p:sp>
      <p:pic>
        <p:nvPicPr>
          <p:cNvPr id="6" name="Grafik 5">
            <a:extLst>
              <a:ext uri="{FF2B5EF4-FFF2-40B4-BE49-F238E27FC236}">
                <a16:creationId xmlns:a16="http://schemas.microsoft.com/office/drawing/2014/main" id="{8B301198-FA65-F5AE-0C22-6F0166AEA6D6}"/>
              </a:ext>
            </a:extLst>
          </p:cNvPr>
          <p:cNvPicPr>
            <a:picLocks noChangeAspect="1"/>
          </p:cNvPicPr>
          <p:nvPr/>
        </p:nvPicPr>
        <p:blipFill>
          <a:blip r:embed="rId3"/>
          <a:stretch>
            <a:fillRect/>
          </a:stretch>
        </p:blipFill>
        <p:spPr>
          <a:xfrm>
            <a:off x="838200" y="1825625"/>
            <a:ext cx="10515600" cy="3763781"/>
          </a:xfrm>
          <a:prstGeom prst="rect">
            <a:avLst/>
          </a:prstGeom>
        </p:spPr>
      </p:pic>
    </p:spTree>
    <p:extLst>
      <p:ext uri="{BB962C8B-B14F-4D97-AF65-F5344CB8AC3E}">
        <p14:creationId xmlns:p14="http://schemas.microsoft.com/office/powerpoint/2010/main" val="424805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41972A-1250-704A-86FA-23B1747A2F69}"/>
              </a:ext>
            </a:extLst>
          </p:cNvPr>
          <p:cNvSpPr>
            <a:spLocks noGrp="1"/>
          </p:cNvSpPr>
          <p:nvPr>
            <p:ph type="title"/>
          </p:nvPr>
        </p:nvSpPr>
        <p:spPr/>
        <p:txBody>
          <a:bodyPr/>
          <a:lstStyle/>
          <a:p>
            <a:r>
              <a:rPr lang="de-DE" dirty="0"/>
              <a:t>Ausgangssituation: Direkter API-Aufruf</a:t>
            </a:r>
          </a:p>
        </p:txBody>
      </p:sp>
      <p:sp>
        <p:nvSpPr>
          <p:cNvPr id="3" name="Inhaltsplatzhalter 2">
            <a:extLst>
              <a:ext uri="{FF2B5EF4-FFF2-40B4-BE49-F238E27FC236}">
                <a16:creationId xmlns:a16="http://schemas.microsoft.com/office/drawing/2014/main" id="{B54B214A-2875-A21E-55C9-B76E37AEB132}"/>
              </a:ext>
            </a:extLst>
          </p:cNvPr>
          <p:cNvSpPr>
            <a:spLocks noGrp="1"/>
          </p:cNvSpPr>
          <p:nvPr>
            <p:ph idx="1"/>
          </p:nvPr>
        </p:nvSpPr>
        <p:spPr>
          <a:xfrm>
            <a:off x="838200" y="3218949"/>
            <a:ext cx="10515600" cy="2958013"/>
          </a:xfrm>
        </p:spPr>
        <p:txBody>
          <a:bodyPr/>
          <a:lstStyle/>
          <a:p>
            <a:pPr marL="0" indent="0">
              <a:buNone/>
            </a:pPr>
            <a:r>
              <a:rPr lang="de-DE" dirty="0"/>
              <a:t>Der Client kennt:</a:t>
            </a:r>
          </a:p>
          <a:p>
            <a:r>
              <a:rPr lang="de-DE" dirty="0"/>
              <a:t>die technische Adresse des </a:t>
            </a:r>
            <a:r>
              <a:rPr lang="de-DE" dirty="0" err="1"/>
              <a:t>Backends</a:t>
            </a:r>
            <a:r>
              <a:rPr lang="de-DE" dirty="0"/>
              <a:t> </a:t>
            </a:r>
          </a:p>
          <a:p>
            <a:r>
              <a:rPr lang="de-DE" dirty="0"/>
              <a:t>den technischen </a:t>
            </a:r>
            <a:r>
              <a:rPr lang="de-DE" dirty="0" err="1"/>
              <a:t>OData</a:t>
            </a:r>
            <a:r>
              <a:rPr lang="de-DE" dirty="0"/>
              <a:t>-Pfad </a:t>
            </a:r>
          </a:p>
          <a:p>
            <a:r>
              <a:rPr lang="de-DE" dirty="0"/>
              <a:t>das Authentifizierungsverfahren </a:t>
            </a:r>
          </a:p>
          <a:p>
            <a:r>
              <a:rPr lang="de-DE" dirty="0"/>
              <a:t>die Struktur der Backend-API</a:t>
            </a:r>
          </a:p>
          <a:p>
            <a:endParaRPr lang="de-DE" dirty="0"/>
          </a:p>
        </p:txBody>
      </p:sp>
      <p:pic>
        <p:nvPicPr>
          <p:cNvPr id="5" name="Grafik 4">
            <a:extLst>
              <a:ext uri="{FF2B5EF4-FFF2-40B4-BE49-F238E27FC236}">
                <a16:creationId xmlns:a16="http://schemas.microsoft.com/office/drawing/2014/main" id="{19D9B9A5-CAA6-4D4D-51EF-D89811AFD795}"/>
              </a:ext>
            </a:extLst>
          </p:cNvPr>
          <p:cNvPicPr>
            <a:picLocks noChangeAspect="1"/>
          </p:cNvPicPr>
          <p:nvPr/>
        </p:nvPicPr>
        <p:blipFill>
          <a:blip r:embed="rId3"/>
          <a:stretch>
            <a:fillRect/>
          </a:stretch>
        </p:blipFill>
        <p:spPr>
          <a:xfrm>
            <a:off x="1198901" y="1690688"/>
            <a:ext cx="9794198" cy="1097164"/>
          </a:xfrm>
          <a:prstGeom prst="rect">
            <a:avLst/>
          </a:prstGeom>
        </p:spPr>
      </p:pic>
    </p:spTree>
    <p:extLst>
      <p:ext uri="{BB962C8B-B14F-4D97-AF65-F5344CB8AC3E}">
        <p14:creationId xmlns:p14="http://schemas.microsoft.com/office/powerpoint/2010/main" val="3109048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81F98C-164A-435A-1287-E50D9C4250A2}"/>
              </a:ext>
            </a:extLst>
          </p:cNvPr>
          <p:cNvSpPr>
            <a:spLocks noGrp="1"/>
          </p:cNvSpPr>
          <p:nvPr>
            <p:ph type="title"/>
          </p:nvPr>
        </p:nvSpPr>
        <p:spPr/>
        <p:txBody>
          <a:bodyPr/>
          <a:lstStyle/>
          <a:p>
            <a:r>
              <a:rPr lang="de-DE" dirty="0"/>
              <a:t>Probleme beim direkten Zugriff</a:t>
            </a:r>
          </a:p>
        </p:txBody>
      </p:sp>
      <p:sp>
        <p:nvSpPr>
          <p:cNvPr id="3" name="Inhaltsplatzhalter 2">
            <a:extLst>
              <a:ext uri="{FF2B5EF4-FFF2-40B4-BE49-F238E27FC236}">
                <a16:creationId xmlns:a16="http://schemas.microsoft.com/office/drawing/2014/main" id="{345FEEEC-5F51-809D-F67B-E1DEA6046FA2}"/>
              </a:ext>
            </a:extLst>
          </p:cNvPr>
          <p:cNvSpPr>
            <a:spLocks noGrp="1"/>
          </p:cNvSpPr>
          <p:nvPr>
            <p:ph idx="1"/>
          </p:nvPr>
        </p:nvSpPr>
        <p:spPr/>
        <p:txBody>
          <a:bodyPr/>
          <a:lstStyle/>
          <a:p>
            <a:pPr marL="0" indent="0">
              <a:buNone/>
            </a:pPr>
            <a:r>
              <a:rPr lang="de-DE" b="1" dirty="0"/>
              <a:t>Direkter Zugriff auf das Backend bedeutet:</a:t>
            </a:r>
            <a:endParaRPr lang="de-DE" dirty="0"/>
          </a:p>
          <a:p>
            <a:r>
              <a:rPr lang="de-DE" dirty="0"/>
              <a:t>interne Systemadressen werden sichtbar </a:t>
            </a:r>
          </a:p>
          <a:p>
            <a:r>
              <a:rPr lang="de-DE" dirty="0"/>
              <a:t>Clients sind eng an das Backend gekoppelt </a:t>
            </a:r>
          </a:p>
          <a:p>
            <a:r>
              <a:rPr lang="de-DE" dirty="0"/>
              <a:t>Zugriffe lassen sich nur schwer zentral steuern </a:t>
            </a:r>
          </a:p>
          <a:p>
            <a:r>
              <a:rPr lang="de-DE" dirty="0"/>
              <a:t>Lastspitzen treffen unmittelbar das Backend </a:t>
            </a:r>
          </a:p>
          <a:p>
            <a:r>
              <a:rPr lang="de-DE" dirty="0"/>
              <a:t>einheitliche Sicherheitsregeln fehlen </a:t>
            </a:r>
          </a:p>
          <a:p>
            <a:r>
              <a:rPr lang="de-DE" dirty="0"/>
              <a:t>Nutzung und Fehler sind nicht zentral sichtbar </a:t>
            </a:r>
          </a:p>
          <a:p>
            <a:r>
              <a:rPr lang="de-DE" dirty="0"/>
              <a:t>Änderungen können viele Konsumenten betreffen</a:t>
            </a:r>
          </a:p>
          <a:p>
            <a:endParaRPr lang="de-DE" dirty="0"/>
          </a:p>
        </p:txBody>
      </p:sp>
    </p:spTree>
    <p:extLst>
      <p:ext uri="{BB962C8B-B14F-4D97-AF65-F5344CB8AC3E}">
        <p14:creationId xmlns:p14="http://schemas.microsoft.com/office/powerpoint/2010/main" val="1514835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D7F0B1-EC8B-1A31-46B0-7F0E2759DE9E}"/>
              </a:ext>
            </a:extLst>
          </p:cNvPr>
          <p:cNvSpPr>
            <a:spLocks noGrp="1"/>
          </p:cNvSpPr>
          <p:nvPr>
            <p:ph type="title"/>
          </p:nvPr>
        </p:nvSpPr>
        <p:spPr/>
        <p:txBody>
          <a:bodyPr/>
          <a:lstStyle/>
          <a:p>
            <a:r>
              <a:rPr lang="de-DE" dirty="0"/>
              <a:t>API Management als kontrollierte Fassade</a:t>
            </a:r>
          </a:p>
        </p:txBody>
      </p:sp>
      <p:sp>
        <p:nvSpPr>
          <p:cNvPr id="3" name="Inhaltsplatzhalter 2">
            <a:extLst>
              <a:ext uri="{FF2B5EF4-FFF2-40B4-BE49-F238E27FC236}">
                <a16:creationId xmlns:a16="http://schemas.microsoft.com/office/drawing/2014/main" id="{9C0DF0FF-436A-92D1-2CA1-85FDC39F59ED}"/>
              </a:ext>
            </a:extLst>
          </p:cNvPr>
          <p:cNvSpPr>
            <a:spLocks noGrp="1"/>
          </p:cNvSpPr>
          <p:nvPr>
            <p:ph idx="1"/>
          </p:nvPr>
        </p:nvSpPr>
        <p:spPr>
          <a:xfrm>
            <a:off x="838200" y="2623279"/>
            <a:ext cx="10515600" cy="3553684"/>
          </a:xfrm>
        </p:spPr>
        <p:txBody>
          <a:bodyPr/>
          <a:lstStyle/>
          <a:p>
            <a:pPr marL="0" indent="0">
              <a:buNone/>
            </a:pPr>
            <a:r>
              <a:rPr lang="de-DE" b="1" dirty="0"/>
              <a:t>API Management ermöglicht:</a:t>
            </a:r>
            <a:endParaRPr lang="de-DE" dirty="0"/>
          </a:p>
          <a:p>
            <a:r>
              <a:rPr lang="de-DE" dirty="0"/>
              <a:t>Backend-Adressen verbergen </a:t>
            </a:r>
          </a:p>
          <a:p>
            <a:r>
              <a:rPr lang="de-DE" dirty="0"/>
              <a:t>stabile API-Endpunkte bereitstellen </a:t>
            </a:r>
          </a:p>
          <a:p>
            <a:r>
              <a:rPr lang="de-DE" dirty="0"/>
              <a:t>Zugriffe absichern </a:t>
            </a:r>
          </a:p>
          <a:p>
            <a:r>
              <a:rPr lang="de-DE" dirty="0"/>
              <a:t>Aufrufzahlen und Lastspitzen begrenzen </a:t>
            </a:r>
          </a:p>
          <a:p>
            <a:r>
              <a:rPr lang="de-DE" dirty="0"/>
              <a:t>Nachrichten und Fehler beeinflussen </a:t>
            </a:r>
          </a:p>
          <a:p>
            <a:r>
              <a:rPr lang="de-DE" dirty="0"/>
              <a:t>Nutzung zentral überwachen</a:t>
            </a:r>
          </a:p>
          <a:p>
            <a:endParaRPr lang="de-DE" dirty="0"/>
          </a:p>
        </p:txBody>
      </p:sp>
      <p:pic>
        <p:nvPicPr>
          <p:cNvPr id="8" name="Grafik 7">
            <a:extLst>
              <a:ext uri="{FF2B5EF4-FFF2-40B4-BE49-F238E27FC236}">
                <a16:creationId xmlns:a16="http://schemas.microsoft.com/office/drawing/2014/main" id="{CBAFE6C5-0666-1573-6960-815D44145531}"/>
              </a:ext>
            </a:extLst>
          </p:cNvPr>
          <p:cNvPicPr>
            <a:picLocks noChangeAspect="1"/>
          </p:cNvPicPr>
          <p:nvPr/>
        </p:nvPicPr>
        <p:blipFill>
          <a:blip r:embed="rId3"/>
          <a:stretch>
            <a:fillRect/>
          </a:stretch>
        </p:blipFill>
        <p:spPr>
          <a:xfrm>
            <a:off x="1525874" y="1489232"/>
            <a:ext cx="9140252" cy="1023908"/>
          </a:xfrm>
          <a:prstGeom prst="rect">
            <a:avLst/>
          </a:prstGeom>
        </p:spPr>
      </p:pic>
    </p:spTree>
    <p:extLst>
      <p:ext uri="{BB962C8B-B14F-4D97-AF65-F5344CB8AC3E}">
        <p14:creationId xmlns:p14="http://schemas.microsoft.com/office/powerpoint/2010/main" val="2051232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0CDACC-2CD0-DC86-8F31-AAC8B44C0B42}"/>
              </a:ext>
            </a:extLst>
          </p:cNvPr>
          <p:cNvSpPr>
            <a:spLocks noGrp="1"/>
          </p:cNvSpPr>
          <p:nvPr>
            <p:ph type="title"/>
          </p:nvPr>
        </p:nvSpPr>
        <p:spPr/>
        <p:txBody>
          <a:bodyPr/>
          <a:lstStyle/>
          <a:p>
            <a:r>
              <a:rPr lang="de-DE" dirty="0"/>
              <a:t>Was leistet ein API Proxy?</a:t>
            </a:r>
          </a:p>
        </p:txBody>
      </p:sp>
      <p:graphicFrame>
        <p:nvGraphicFramePr>
          <p:cNvPr id="4" name="Inhaltsplatzhalter 3">
            <a:extLst>
              <a:ext uri="{FF2B5EF4-FFF2-40B4-BE49-F238E27FC236}">
                <a16:creationId xmlns:a16="http://schemas.microsoft.com/office/drawing/2014/main" id="{ADFE7C10-9299-D282-28FA-D33EA4390080}"/>
              </a:ext>
            </a:extLst>
          </p:cNvPr>
          <p:cNvGraphicFramePr>
            <a:graphicFrameLocks noGrp="1"/>
          </p:cNvGraphicFramePr>
          <p:nvPr>
            <p:ph idx="1"/>
            <p:extLst>
              <p:ext uri="{D42A27DB-BD31-4B8C-83A1-F6EECF244321}">
                <p14:modId xmlns:p14="http://schemas.microsoft.com/office/powerpoint/2010/main" val="2594615417"/>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589010267"/>
                    </a:ext>
                  </a:extLst>
                </a:gridCol>
                <a:gridCol w="5257800">
                  <a:extLst>
                    <a:ext uri="{9D8B030D-6E8A-4147-A177-3AD203B41FA5}">
                      <a16:colId xmlns:a16="http://schemas.microsoft.com/office/drawing/2014/main" val="699166926"/>
                    </a:ext>
                  </a:extLst>
                </a:gridCol>
              </a:tblGrid>
              <a:tr h="370840">
                <a:tc>
                  <a:txBody>
                    <a:bodyPr/>
                    <a:lstStyle/>
                    <a:p>
                      <a:r>
                        <a:rPr lang="de-DE" dirty="0"/>
                        <a:t>Aufgabe</a:t>
                      </a:r>
                    </a:p>
                  </a:txBody>
                  <a:tcPr/>
                </a:tc>
                <a:tc>
                  <a:txBody>
                    <a:bodyPr/>
                    <a:lstStyle/>
                    <a:p>
                      <a:r>
                        <a:rPr lang="de-DE" dirty="0"/>
                        <a:t>Beispiel</a:t>
                      </a:r>
                    </a:p>
                  </a:txBody>
                  <a:tcPr/>
                </a:tc>
                <a:extLst>
                  <a:ext uri="{0D108BD9-81ED-4DB2-BD59-A6C34878D82A}">
                    <a16:rowId xmlns:a16="http://schemas.microsoft.com/office/drawing/2014/main" val="2577582888"/>
                  </a:ext>
                </a:extLst>
              </a:tr>
              <a:tr h="370840">
                <a:tc>
                  <a:txBody>
                    <a:bodyPr/>
                    <a:lstStyle/>
                    <a:p>
                      <a:r>
                        <a:rPr lang="de-DE" dirty="0"/>
                        <a:t>Abstraktion</a:t>
                      </a:r>
                    </a:p>
                  </a:txBody>
                  <a:tcPr/>
                </a:tc>
                <a:tc>
                  <a:txBody>
                    <a:bodyPr/>
                    <a:lstStyle/>
                    <a:p>
                      <a:r>
                        <a:rPr lang="de-DE" dirty="0"/>
                        <a:t>Öffentlicher Pfad </a:t>
                      </a:r>
                      <a:r>
                        <a:rPr lang="de-DE" sz="1800" kern="1200" dirty="0">
                          <a:solidFill>
                            <a:schemeClr val="dk1"/>
                          </a:solidFill>
                          <a:latin typeface="Courier New" panose="02070309020205020404" pitchFamily="49" charset="0"/>
                          <a:ea typeface="+mn-ea"/>
                          <a:cs typeface="Courier New" panose="02070309020205020404" pitchFamily="49" charset="0"/>
                        </a:rPr>
                        <a:t>/</a:t>
                      </a:r>
                      <a:r>
                        <a:rPr lang="de-DE" sz="1800" kern="1200" dirty="0" err="1">
                          <a:solidFill>
                            <a:schemeClr val="dk1"/>
                          </a:solidFill>
                          <a:latin typeface="Courier New" panose="02070309020205020404" pitchFamily="49" charset="0"/>
                          <a:ea typeface="+mn-ea"/>
                          <a:cs typeface="Courier New" panose="02070309020205020404" pitchFamily="49" charset="0"/>
                        </a:rPr>
                        <a:t>salesorders</a:t>
                      </a:r>
                      <a:r>
                        <a:rPr lang="de-DE" sz="1800" kern="1200" dirty="0">
                          <a:solidFill>
                            <a:schemeClr val="dk1"/>
                          </a:solidFill>
                          <a:latin typeface="Courier New" panose="02070309020205020404" pitchFamily="49" charset="0"/>
                          <a:ea typeface="+mn-ea"/>
                          <a:cs typeface="Courier New" panose="02070309020205020404" pitchFamily="49" charset="0"/>
                        </a:rPr>
                        <a:t>/v1</a:t>
                      </a:r>
                      <a:endParaRPr lang="de-DE"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54612118"/>
                  </a:ext>
                </a:extLst>
              </a:tr>
              <a:tr h="370840">
                <a:tc>
                  <a:txBody>
                    <a:bodyPr/>
                    <a:lstStyle/>
                    <a:p>
                      <a:r>
                        <a:rPr lang="de-DE" dirty="0"/>
                        <a:t>Sicherheit</a:t>
                      </a:r>
                    </a:p>
                  </a:txBody>
                  <a:tcPr/>
                </a:tc>
                <a:tc>
                  <a:txBody>
                    <a:bodyPr/>
                    <a:lstStyle/>
                    <a:p>
                      <a:r>
                        <a:rPr lang="de-DE" dirty="0"/>
                        <a:t>API Key oder OAuth prüfen</a:t>
                      </a:r>
                    </a:p>
                  </a:txBody>
                  <a:tcPr/>
                </a:tc>
                <a:extLst>
                  <a:ext uri="{0D108BD9-81ED-4DB2-BD59-A6C34878D82A}">
                    <a16:rowId xmlns:a16="http://schemas.microsoft.com/office/drawing/2014/main" val="3750495817"/>
                  </a:ext>
                </a:extLst>
              </a:tr>
              <a:tr h="370840">
                <a:tc>
                  <a:txBody>
                    <a:bodyPr/>
                    <a:lstStyle/>
                    <a:p>
                      <a:r>
                        <a:rPr lang="de-DE" dirty="0"/>
                        <a:t>Traffic Management</a:t>
                      </a:r>
                    </a:p>
                  </a:txBody>
                  <a:tcPr/>
                </a:tc>
                <a:tc>
                  <a:txBody>
                    <a:bodyPr/>
                    <a:lstStyle/>
                    <a:p>
                      <a:r>
                        <a:rPr lang="de-DE" dirty="0"/>
                        <a:t>Aufrufe begrenzen</a:t>
                      </a:r>
                    </a:p>
                  </a:txBody>
                  <a:tcPr/>
                </a:tc>
                <a:extLst>
                  <a:ext uri="{0D108BD9-81ED-4DB2-BD59-A6C34878D82A}">
                    <a16:rowId xmlns:a16="http://schemas.microsoft.com/office/drawing/2014/main" val="863223892"/>
                  </a:ext>
                </a:extLst>
              </a:tr>
              <a:tr h="370840">
                <a:tc>
                  <a:txBody>
                    <a:bodyPr/>
                    <a:lstStyle/>
                    <a:p>
                      <a:r>
                        <a:rPr lang="de-DE" dirty="0"/>
                        <a:t>Transformation</a:t>
                      </a:r>
                    </a:p>
                  </a:txBody>
                  <a:tcPr/>
                </a:tc>
                <a:tc>
                  <a:txBody>
                    <a:bodyPr/>
                    <a:lstStyle/>
                    <a:p>
                      <a:r>
                        <a:rPr lang="de-DE" dirty="0"/>
                        <a:t>Header oder Nachrichten verändern</a:t>
                      </a:r>
                    </a:p>
                  </a:txBody>
                  <a:tcPr/>
                </a:tc>
                <a:extLst>
                  <a:ext uri="{0D108BD9-81ED-4DB2-BD59-A6C34878D82A}">
                    <a16:rowId xmlns:a16="http://schemas.microsoft.com/office/drawing/2014/main" val="1512505192"/>
                  </a:ext>
                </a:extLst>
              </a:tr>
              <a:tr h="370840">
                <a:tc>
                  <a:txBody>
                    <a:bodyPr/>
                    <a:lstStyle/>
                    <a:p>
                      <a:r>
                        <a:rPr lang="de-DE" dirty="0"/>
                        <a:t>Fehlerbehandlung</a:t>
                      </a:r>
                    </a:p>
                  </a:txBody>
                  <a:tcPr/>
                </a:tc>
                <a:tc>
                  <a:txBody>
                    <a:bodyPr/>
                    <a:lstStyle/>
                    <a:p>
                      <a:r>
                        <a:rPr lang="de-DE" dirty="0"/>
                        <a:t>Einheitliche Fehlermeldungen liefern</a:t>
                      </a:r>
                    </a:p>
                  </a:txBody>
                  <a:tcPr/>
                </a:tc>
                <a:extLst>
                  <a:ext uri="{0D108BD9-81ED-4DB2-BD59-A6C34878D82A}">
                    <a16:rowId xmlns:a16="http://schemas.microsoft.com/office/drawing/2014/main" val="1858028463"/>
                  </a:ext>
                </a:extLst>
              </a:tr>
              <a:tr h="370840">
                <a:tc>
                  <a:txBody>
                    <a:bodyPr/>
                    <a:lstStyle/>
                    <a:p>
                      <a:r>
                        <a:rPr lang="de-DE" dirty="0"/>
                        <a:t>Monitoring</a:t>
                      </a:r>
                    </a:p>
                  </a:txBody>
                  <a:tcPr/>
                </a:tc>
                <a:tc>
                  <a:txBody>
                    <a:bodyPr/>
                    <a:lstStyle/>
                    <a:p>
                      <a:r>
                        <a:rPr lang="de-DE" dirty="0"/>
                        <a:t>Aufrufe, Laufzeiten und Fehler analysieren</a:t>
                      </a:r>
                    </a:p>
                  </a:txBody>
                  <a:tcPr/>
                </a:tc>
                <a:extLst>
                  <a:ext uri="{0D108BD9-81ED-4DB2-BD59-A6C34878D82A}">
                    <a16:rowId xmlns:a16="http://schemas.microsoft.com/office/drawing/2014/main" val="100042824"/>
                  </a:ext>
                </a:extLst>
              </a:tr>
            </a:tbl>
          </a:graphicData>
        </a:graphic>
      </p:graphicFrame>
      <p:sp>
        <p:nvSpPr>
          <p:cNvPr id="6" name="Textfeld 5">
            <a:extLst>
              <a:ext uri="{FF2B5EF4-FFF2-40B4-BE49-F238E27FC236}">
                <a16:creationId xmlns:a16="http://schemas.microsoft.com/office/drawing/2014/main" id="{723BC37E-988D-B118-E8A9-D556D808BAC2}"/>
              </a:ext>
            </a:extLst>
          </p:cNvPr>
          <p:cNvSpPr txBox="1"/>
          <p:nvPr/>
        </p:nvSpPr>
        <p:spPr>
          <a:xfrm>
            <a:off x="838200" y="6021594"/>
            <a:ext cx="5886227" cy="369332"/>
          </a:xfrm>
          <a:prstGeom prst="rect">
            <a:avLst/>
          </a:prstGeom>
          <a:noFill/>
        </p:spPr>
        <p:txBody>
          <a:bodyPr wrap="none" rtlCol="0">
            <a:spAutoFit/>
          </a:bodyPr>
          <a:lstStyle/>
          <a:p>
            <a:r>
              <a:rPr lang="de-DE" dirty="0">
                <a:highlight>
                  <a:srgbClr val="FFFF00"/>
                </a:highlight>
              </a:rPr>
              <a:t>Backend und API-Vertrag werden voneinander entkoppelt.</a:t>
            </a:r>
          </a:p>
        </p:txBody>
      </p:sp>
    </p:spTree>
    <p:extLst>
      <p:ext uri="{BB962C8B-B14F-4D97-AF65-F5344CB8AC3E}">
        <p14:creationId xmlns:p14="http://schemas.microsoft.com/office/powerpoint/2010/main" val="3804619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DE097DEE-4F02-DB9A-7223-DDECB6869B60}"/>
              </a:ext>
            </a:extLst>
          </p:cNvPr>
          <p:cNvSpPr>
            <a:spLocks noGrp="1"/>
          </p:cNvSpPr>
          <p:nvPr>
            <p:ph type="title"/>
          </p:nvPr>
        </p:nvSpPr>
        <p:spPr/>
        <p:txBody>
          <a:bodyPr/>
          <a:lstStyle/>
          <a:p>
            <a:r>
              <a:rPr lang="de-DE" dirty="0"/>
              <a:t>Grundlagen und Komponenten</a:t>
            </a:r>
          </a:p>
        </p:txBody>
      </p:sp>
      <p:sp>
        <p:nvSpPr>
          <p:cNvPr id="8" name="Inhaltsplatzhalter 7">
            <a:extLst>
              <a:ext uri="{FF2B5EF4-FFF2-40B4-BE49-F238E27FC236}">
                <a16:creationId xmlns:a16="http://schemas.microsoft.com/office/drawing/2014/main" id="{7A30EA44-8B9C-AD6A-8184-EBEBF1D62AC4}"/>
              </a:ext>
            </a:extLst>
          </p:cNvPr>
          <p:cNvSpPr>
            <a:spLocks noGrp="1"/>
          </p:cNvSpPr>
          <p:nvPr>
            <p:ph idx="1"/>
          </p:nvPr>
        </p:nvSpPr>
        <p:spPr/>
        <p:txBody>
          <a:bodyPr/>
          <a:lstStyle/>
          <a:p>
            <a:r>
              <a:rPr lang="de-DE" dirty="0"/>
              <a:t>Bereiche von API Management</a:t>
            </a:r>
          </a:p>
          <a:p>
            <a:r>
              <a:rPr lang="de-DE" dirty="0"/>
              <a:t>API Provider</a:t>
            </a:r>
          </a:p>
          <a:p>
            <a:r>
              <a:rPr lang="de-DE" dirty="0"/>
              <a:t>API Proxy</a:t>
            </a:r>
          </a:p>
          <a:p>
            <a:r>
              <a:rPr lang="de-DE" dirty="0" err="1"/>
              <a:t>Policies</a:t>
            </a:r>
            <a:endParaRPr lang="de-DE" dirty="0"/>
          </a:p>
          <a:p>
            <a:r>
              <a:rPr lang="de-DE" dirty="0"/>
              <a:t>API </a:t>
            </a:r>
            <a:r>
              <a:rPr lang="de-DE" dirty="0" err="1"/>
              <a:t>Product</a:t>
            </a:r>
            <a:endParaRPr lang="de-DE" dirty="0"/>
          </a:p>
          <a:p>
            <a:r>
              <a:rPr lang="de-DE" dirty="0" err="1"/>
              <a:t>Application</a:t>
            </a:r>
            <a:endParaRPr lang="de-DE" dirty="0"/>
          </a:p>
          <a:p>
            <a:endParaRPr lang="de-DE" dirty="0"/>
          </a:p>
        </p:txBody>
      </p:sp>
    </p:spTree>
    <p:extLst>
      <p:ext uri="{BB962C8B-B14F-4D97-AF65-F5344CB8AC3E}">
        <p14:creationId xmlns:p14="http://schemas.microsoft.com/office/powerpoint/2010/main" val="1352645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6C489E-4421-7F8F-60C0-70155C5673DC}"/>
              </a:ext>
            </a:extLst>
          </p:cNvPr>
          <p:cNvSpPr>
            <a:spLocks noGrp="1"/>
          </p:cNvSpPr>
          <p:nvPr>
            <p:ph type="title"/>
          </p:nvPr>
        </p:nvSpPr>
        <p:spPr/>
        <p:txBody>
          <a:bodyPr/>
          <a:lstStyle/>
          <a:p>
            <a:r>
              <a:rPr lang="de-DE" dirty="0"/>
              <a:t>Zentrale Komponenten</a:t>
            </a:r>
          </a:p>
        </p:txBody>
      </p:sp>
      <p:pic>
        <p:nvPicPr>
          <p:cNvPr id="7" name="Grafik 6">
            <a:extLst>
              <a:ext uri="{FF2B5EF4-FFF2-40B4-BE49-F238E27FC236}">
                <a16:creationId xmlns:a16="http://schemas.microsoft.com/office/drawing/2014/main" id="{9C2BEC56-8505-A2F9-96CB-23990F9FDDCA}"/>
              </a:ext>
            </a:extLst>
          </p:cNvPr>
          <p:cNvPicPr>
            <a:picLocks noChangeAspect="1"/>
          </p:cNvPicPr>
          <p:nvPr/>
        </p:nvPicPr>
        <p:blipFill>
          <a:blip r:embed="rId3"/>
          <a:stretch>
            <a:fillRect/>
          </a:stretch>
        </p:blipFill>
        <p:spPr>
          <a:xfrm>
            <a:off x="838200" y="1825626"/>
            <a:ext cx="8755505" cy="4343684"/>
          </a:xfrm>
          <a:prstGeom prst="rect">
            <a:avLst/>
          </a:prstGeom>
        </p:spPr>
      </p:pic>
      <p:graphicFrame>
        <p:nvGraphicFramePr>
          <p:cNvPr id="5" name="Inhaltsplatzhalter 3">
            <a:extLst>
              <a:ext uri="{FF2B5EF4-FFF2-40B4-BE49-F238E27FC236}">
                <a16:creationId xmlns:a16="http://schemas.microsoft.com/office/drawing/2014/main" id="{2AC2572B-7368-D2D4-216D-E921FF2CD5CB}"/>
              </a:ext>
            </a:extLst>
          </p:cNvPr>
          <p:cNvGraphicFramePr>
            <a:graphicFrameLocks/>
          </p:cNvGraphicFramePr>
          <p:nvPr>
            <p:extLst>
              <p:ext uri="{D42A27DB-BD31-4B8C-83A1-F6EECF244321}">
                <p14:modId xmlns:p14="http://schemas.microsoft.com/office/powerpoint/2010/main" val="3803851524"/>
              </p:ext>
            </p:extLst>
          </p:nvPr>
        </p:nvGraphicFramePr>
        <p:xfrm>
          <a:off x="3917430" y="3581083"/>
          <a:ext cx="7436370" cy="2595880"/>
        </p:xfrm>
        <a:graphic>
          <a:graphicData uri="http://schemas.openxmlformats.org/drawingml/2006/table">
            <a:tbl>
              <a:tblPr firstRow="1" bandRow="1">
                <a:tableStyleId>{5C22544A-7EE6-4342-B048-85BDC9FD1C3A}</a:tableStyleId>
              </a:tblPr>
              <a:tblGrid>
                <a:gridCol w="1226825">
                  <a:extLst>
                    <a:ext uri="{9D8B030D-6E8A-4147-A177-3AD203B41FA5}">
                      <a16:colId xmlns:a16="http://schemas.microsoft.com/office/drawing/2014/main" val="4022566471"/>
                    </a:ext>
                  </a:extLst>
                </a:gridCol>
                <a:gridCol w="6209545">
                  <a:extLst>
                    <a:ext uri="{9D8B030D-6E8A-4147-A177-3AD203B41FA5}">
                      <a16:colId xmlns:a16="http://schemas.microsoft.com/office/drawing/2014/main" val="1795388010"/>
                    </a:ext>
                  </a:extLst>
                </a:gridCol>
              </a:tblGrid>
              <a:tr h="370840">
                <a:tc>
                  <a:txBody>
                    <a:bodyPr/>
                    <a:lstStyle/>
                    <a:p>
                      <a:r>
                        <a:rPr lang="de-DE" dirty="0"/>
                        <a:t>Bereich</a:t>
                      </a:r>
                    </a:p>
                  </a:txBody>
                  <a:tcPr/>
                </a:tc>
                <a:tc>
                  <a:txBody>
                    <a:bodyPr/>
                    <a:lstStyle/>
                    <a:p>
                      <a:r>
                        <a:rPr lang="de-DE" dirty="0"/>
                        <a:t>Aufgabe</a:t>
                      </a:r>
                    </a:p>
                  </a:txBody>
                  <a:tcPr/>
                </a:tc>
                <a:extLst>
                  <a:ext uri="{0D108BD9-81ED-4DB2-BD59-A6C34878D82A}">
                    <a16:rowId xmlns:a16="http://schemas.microsoft.com/office/drawing/2014/main" val="2085127012"/>
                  </a:ext>
                </a:extLst>
              </a:tr>
              <a:tr h="370840">
                <a:tc>
                  <a:txBody>
                    <a:bodyPr/>
                    <a:lstStyle/>
                    <a:p>
                      <a:r>
                        <a:rPr lang="de-DE" dirty="0"/>
                        <a:t>Discover</a:t>
                      </a:r>
                    </a:p>
                  </a:txBody>
                  <a:tcPr/>
                </a:tc>
                <a:tc>
                  <a:txBody>
                    <a:bodyPr/>
                    <a:lstStyle/>
                    <a:p>
                      <a:r>
                        <a:rPr lang="de-DE" dirty="0"/>
                        <a:t>Vorhandene APIs suchen und entdecken</a:t>
                      </a:r>
                    </a:p>
                  </a:txBody>
                  <a:tcPr/>
                </a:tc>
                <a:extLst>
                  <a:ext uri="{0D108BD9-81ED-4DB2-BD59-A6C34878D82A}">
                    <a16:rowId xmlns:a16="http://schemas.microsoft.com/office/drawing/2014/main" val="703797923"/>
                  </a:ext>
                </a:extLst>
              </a:tr>
              <a:tr h="370840">
                <a:tc>
                  <a:txBody>
                    <a:bodyPr/>
                    <a:lstStyle/>
                    <a:p>
                      <a:r>
                        <a:rPr lang="de-DE" dirty="0" err="1"/>
                        <a:t>Configure</a:t>
                      </a:r>
                      <a:endParaRPr lang="de-DE" dirty="0"/>
                    </a:p>
                  </a:txBody>
                  <a:tcPr/>
                </a:tc>
                <a:tc>
                  <a:txBody>
                    <a:bodyPr/>
                    <a:lstStyle/>
                    <a:p>
                      <a:r>
                        <a:rPr lang="de-DE" dirty="0"/>
                        <a:t>API Provider, API </a:t>
                      </a:r>
                      <a:r>
                        <a:rPr lang="de-DE" dirty="0" err="1"/>
                        <a:t>Proxies</a:t>
                      </a:r>
                      <a:r>
                        <a:rPr lang="de-DE" dirty="0"/>
                        <a:t> und </a:t>
                      </a:r>
                      <a:r>
                        <a:rPr lang="de-DE" dirty="0" err="1"/>
                        <a:t>Policies</a:t>
                      </a:r>
                      <a:r>
                        <a:rPr lang="de-DE" dirty="0"/>
                        <a:t> konfigurieren </a:t>
                      </a:r>
                    </a:p>
                  </a:txBody>
                  <a:tcPr/>
                </a:tc>
                <a:extLst>
                  <a:ext uri="{0D108BD9-81ED-4DB2-BD59-A6C34878D82A}">
                    <a16:rowId xmlns:a16="http://schemas.microsoft.com/office/drawing/2014/main" val="3144653415"/>
                  </a:ext>
                </a:extLst>
              </a:tr>
              <a:tr h="370840">
                <a:tc>
                  <a:txBody>
                    <a:bodyPr/>
                    <a:lstStyle/>
                    <a:p>
                      <a:r>
                        <a:rPr lang="de-DE" dirty="0"/>
                        <a:t>Test</a:t>
                      </a:r>
                    </a:p>
                  </a:txBody>
                  <a:tcPr/>
                </a:tc>
                <a:tc>
                  <a:txBody>
                    <a:bodyPr/>
                    <a:lstStyle/>
                    <a:p>
                      <a:r>
                        <a:rPr lang="de-DE" dirty="0"/>
                        <a:t>Bereitgestellte APIs ausprobieren</a:t>
                      </a:r>
                    </a:p>
                  </a:txBody>
                  <a:tcPr/>
                </a:tc>
                <a:extLst>
                  <a:ext uri="{0D108BD9-81ED-4DB2-BD59-A6C34878D82A}">
                    <a16:rowId xmlns:a16="http://schemas.microsoft.com/office/drawing/2014/main" val="195302045"/>
                  </a:ext>
                </a:extLst>
              </a:tr>
              <a:tr h="370840">
                <a:tc>
                  <a:txBody>
                    <a:bodyPr/>
                    <a:lstStyle/>
                    <a:p>
                      <a:r>
                        <a:rPr lang="de-DE" dirty="0" err="1"/>
                        <a:t>Engage</a:t>
                      </a:r>
                      <a:endParaRPr lang="de-DE" dirty="0"/>
                    </a:p>
                  </a:txBody>
                  <a:tcPr/>
                </a:tc>
                <a:tc>
                  <a:txBody>
                    <a:bodyPr/>
                    <a:lstStyle/>
                    <a:p>
                      <a:r>
                        <a:rPr lang="de-DE" dirty="0"/>
                        <a:t>API Products veröffentlichen und </a:t>
                      </a:r>
                      <a:r>
                        <a:rPr lang="de-DE" dirty="0" err="1"/>
                        <a:t>Knsumenten</a:t>
                      </a:r>
                      <a:r>
                        <a:rPr lang="de-DE" dirty="0"/>
                        <a:t> einbinden</a:t>
                      </a:r>
                    </a:p>
                  </a:txBody>
                  <a:tcPr/>
                </a:tc>
                <a:extLst>
                  <a:ext uri="{0D108BD9-81ED-4DB2-BD59-A6C34878D82A}">
                    <a16:rowId xmlns:a16="http://schemas.microsoft.com/office/drawing/2014/main" val="217978818"/>
                  </a:ext>
                </a:extLst>
              </a:tr>
              <a:tr h="370840">
                <a:tc>
                  <a:txBody>
                    <a:bodyPr/>
                    <a:lstStyle/>
                    <a:p>
                      <a:r>
                        <a:rPr lang="de-DE" dirty="0"/>
                        <a:t>Analyze</a:t>
                      </a:r>
                    </a:p>
                  </a:txBody>
                  <a:tcPr/>
                </a:tc>
                <a:tc>
                  <a:txBody>
                    <a:bodyPr/>
                    <a:lstStyle/>
                    <a:p>
                      <a:r>
                        <a:rPr lang="de-DE" dirty="0"/>
                        <a:t>Nutzung, Laufzeiten und Fehler untersuchen</a:t>
                      </a:r>
                    </a:p>
                  </a:txBody>
                  <a:tcPr/>
                </a:tc>
                <a:extLst>
                  <a:ext uri="{0D108BD9-81ED-4DB2-BD59-A6C34878D82A}">
                    <a16:rowId xmlns:a16="http://schemas.microsoft.com/office/drawing/2014/main" val="1029699308"/>
                  </a:ext>
                </a:extLst>
              </a:tr>
              <a:tr h="370840">
                <a:tc>
                  <a:txBody>
                    <a:bodyPr/>
                    <a:lstStyle/>
                    <a:p>
                      <a:r>
                        <a:rPr lang="de-DE" dirty="0" err="1"/>
                        <a:t>Monetize</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Kommerzielle Nutzungsmodelle abbilden</a:t>
                      </a:r>
                    </a:p>
                  </a:txBody>
                  <a:tcPr/>
                </a:tc>
                <a:extLst>
                  <a:ext uri="{0D108BD9-81ED-4DB2-BD59-A6C34878D82A}">
                    <a16:rowId xmlns:a16="http://schemas.microsoft.com/office/drawing/2014/main" val="2479771765"/>
                  </a:ext>
                </a:extLst>
              </a:tr>
            </a:tbl>
          </a:graphicData>
        </a:graphic>
      </p:graphicFrame>
    </p:spTree>
    <p:extLst>
      <p:ext uri="{BB962C8B-B14F-4D97-AF65-F5344CB8AC3E}">
        <p14:creationId xmlns:p14="http://schemas.microsoft.com/office/powerpoint/2010/main" val="1232189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8E40F5-ABC0-EA69-BAA1-34BEDB7D006D}"/>
              </a:ext>
            </a:extLst>
          </p:cNvPr>
          <p:cNvSpPr>
            <a:spLocks noGrp="1"/>
          </p:cNvSpPr>
          <p:nvPr>
            <p:ph type="title"/>
          </p:nvPr>
        </p:nvSpPr>
        <p:spPr/>
        <p:txBody>
          <a:bodyPr/>
          <a:lstStyle/>
          <a:p>
            <a:r>
              <a:rPr lang="de-DE" dirty="0"/>
              <a:t>API Provider: Verbindung zum Backend</a:t>
            </a:r>
          </a:p>
        </p:txBody>
      </p:sp>
      <p:sp>
        <p:nvSpPr>
          <p:cNvPr id="3" name="Inhaltsplatzhalter 2">
            <a:extLst>
              <a:ext uri="{FF2B5EF4-FFF2-40B4-BE49-F238E27FC236}">
                <a16:creationId xmlns:a16="http://schemas.microsoft.com/office/drawing/2014/main" id="{3DC17C41-70AF-BCE7-F48A-EFA253463898}"/>
              </a:ext>
            </a:extLst>
          </p:cNvPr>
          <p:cNvSpPr>
            <a:spLocks noGrp="1"/>
          </p:cNvSpPr>
          <p:nvPr>
            <p:ph idx="1"/>
          </p:nvPr>
        </p:nvSpPr>
        <p:spPr>
          <a:xfrm>
            <a:off x="838200" y="2639233"/>
            <a:ext cx="10515600" cy="3537729"/>
          </a:xfrm>
        </p:spPr>
        <p:txBody>
          <a:bodyPr/>
          <a:lstStyle/>
          <a:p>
            <a:pPr marL="0" indent="0">
              <a:buNone/>
            </a:pPr>
            <a:r>
              <a:rPr lang="de-DE" dirty="0"/>
              <a:t>Ein API Provider beschreibt:</a:t>
            </a:r>
          </a:p>
          <a:p>
            <a:r>
              <a:rPr lang="de-DE" dirty="0"/>
              <a:t>Verbindungstyp </a:t>
            </a:r>
          </a:p>
          <a:p>
            <a:r>
              <a:rPr lang="de-DE" dirty="0"/>
              <a:t>Host und Port </a:t>
            </a:r>
          </a:p>
          <a:p>
            <a:r>
              <a:rPr lang="de-DE" dirty="0"/>
              <a:t>Authentifizierung </a:t>
            </a:r>
          </a:p>
          <a:p>
            <a:r>
              <a:rPr lang="de-DE" dirty="0"/>
              <a:t>Backend-System </a:t>
            </a:r>
          </a:p>
          <a:p>
            <a:r>
              <a:rPr lang="de-DE" dirty="0"/>
              <a:t>optional den API- beziehungsweise Servicekatalog</a:t>
            </a:r>
          </a:p>
          <a:p>
            <a:endParaRPr lang="de-DE" dirty="0"/>
          </a:p>
        </p:txBody>
      </p:sp>
      <p:pic>
        <p:nvPicPr>
          <p:cNvPr id="4" name="Grafik 3">
            <a:extLst>
              <a:ext uri="{FF2B5EF4-FFF2-40B4-BE49-F238E27FC236}">
                <a16:creationId xmlns:a16="http://schemas.microsoft.com/office/drawing/2014/main" id="{CD00099D-A9FA-A306-9983-8148685B20A8}"/>
              </a:ext>
            </a:extLst>
          </p:cNvPr>
          <p:cNvPicPr>
            <a:picLocks noChangeAspect="1"/>
          </p:cNvPicPr>
          <p:nvPr/>
        </p:nvPicPr>
        <p:blipFill>
          <a:blip r:embed="rId3"/>
          <a:stretch>
            <a:fillRect/>
          </a:stretch>
        </p:blipFill>
        <p:spPr>
          <a:xfrm>
            <a:off x="1405953" y="1448581"/>
            <a:ext cx="9140252" cy="1023908"/>
          </a:xfrm>
          <a:prstGeom prst="rect">
            <a:avLst/>
          </a:prstGeom>
        </p:spPr>
      </p:pic>
    </p:spTree>
    <p:extLst>
      <p:ext uri="{BB962C8B-B14F-4D97-AF65-F5344CB8AC3E}">
        <p14:creationId xmlns:p14="http://schemas.microsoft.com/office/powerpoint/2010/main" val="1005271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D302C-8838-0421-4F13-D13EF6628C83}"/>
              </a:ext>
            </a:extLst>
          </p:cNvPr>
          <p:cNvSpPr>
            <a:spLocks noGrp="1"/>
          </p:cNvSpPr>
          <p:nvPr>
            <p:ph type="title"/>
          </p:nvPr>
        </p:nvSpPr>
        <p:spPr/>
        <p:txBody>
          <a:bodyPr/>
          <a:lstStyle/>
          <a:p>
            <a:r>
              <a:rPr lang="de-DE" dirty="0"/>
              <a:t>Zwei getrennte Sicherheitsbeziehungen</a:t>
            </a:r>
          </a:p>
        </p:txBody>
      </p:sp>
      <p:graphicFrame>
        <p:nvGraphicFramePr>
          <p:cNvPr id="5" name="Inhaltsplatzhalter 4">
            <a:extLst>
              <a:ext uri="{FF2B5EF4-FFF2-40B4-BE49-F238E27FC236}">
                <a16:creationId xmlns:a16="http://schemas.microsoft.com/office/drawing/2014/main" id="{338AAABD-3F57-CC82-F4C3-DF1A6E0DC77E}"/>
              </a:ext>
            </a:extLst>
          </p:cNvPr>
          <p:cNvGraphicFramePr>
            <a:graphicFrameLocks noGrp="1"/>
          </p:cNvGraphicFramePr>
          <p:nvPr>
            <p:ph idx="1"/>
            <p:extLst>
              <p:ext uri="{D42A27DB-BD31-4B8C-83A1-F6EECF244321}">
                <p14:modId xmlns:p14="http://schemas.microsoft.com/office/powerpoint/2010/main" val="3403319695"/>
              </p:ext>
            </p:extLst>
          </p:nvPr>
        </p:nvGraphicFramePr>
        <p:xfrm>
          <a:off x="2482745" y="4296456"/>
          <a:ext cx="7226509" cy="1112520"/>
        </p:xfrm>
        <a:graphic>
          <a:graphicData uri="http://schemas.openxmlformats.org/drawingml/2006/table">
            <a:tbl>
              <a:tblPr firstRow="1" bandRow="1">
                <a:tableStyleId>{5C22544A-7EE6-4342-B048-85BDC9FD1C3A}</a:tableStyleId>
              </a:tblPr>
              <a:tblGrid>
                <a:gridCol w="2999283">
                  <a:extLst>
                    <a:ext uri="{9D8B030D-6E8A-4147-A177-3AD203B41FA5}">
                      <a16:colId xmlns:a16="http://schemas.microsoft.com/office/drawing/2014/main" val="2986090352"/>
                    </a:ext>
                  </a:extLst>
                </a:gridCol>
                <a:gridCol w="4227226">
                  <a:extLst>
                    <a:ext uri="{9D8B030D-6E8A-4147-A177-3AD203B41FA5}">
                      <a16:colId xmlns:a16="http://schemas.microsoft.com/office/drawing/2014/main" val="16485414"/>
                    </a:ext>
                  </a:extLst>
                </a:gridCol>
              </a:tblGrid>
              <a:tr h="370840">
                <a:tc>
                  <a:txBody>
                    <a:bodyPr/>
                    <a:lstStyle/>
                    <a:p>
                      <a:r>
                        <a:rPr lang="de-DE" dirty="0"/>
                        <a:t>Verbindung</a:t>
                      </a:r>
                    </a:p>
                  </a:txBody>
                  <a:tcPr/>
                </a:tc>
                <a:tc>
                  <a:txBody>
                    <a:bodyPr/>
                    <a:lstStyle/>
                    <a:p>
                      <a:r>
                        <a:rPr lang="de-DE" dirty="0"/>
                        <a:t>Mögliche Authentifizierung</a:t>
                      </a:r>
                    </a:p>
                  </a:txBody>
                  <a:tcPr/>
                </a:tc>
                <a:extLst>
                  <a:ext uri="{0D108BD9-81ED-4DB2-BD59-A6C34878D82A}">
                    <a16:rowId xmlns:a16="http://schemas.microsoft.com/office/drawing/2014/main" val="122779097"/>
                  </a:ext>
                </a:extLst>
              </a:tr>
              <a:tr h="370840">
                <a:tc>
                  <a:txBody>
                    <a:bodyPr/>
                    <a:lstStyle/>
                    <a:p>
                      <a:r>
                        <a:rPr lang="de-DE" dirty="0"/>
                        <a:t>Consumer -&gt; API Proxy</a:t>
                      </a:r>
                    </a:p>
                  </a:txBody>
                  <a:tcPr/>
                </a:tc>
                <a:tc>
                  <a:txBody>
                    <a:bodyPr/>
                    <a:lstStyle/>
                    <a:p>
                      <a:r>
                        <a:rPr lang="de-DE" dirty="0"/>
                        <a:t>API Key, OAuth 2.0 </a:t>
                      </a:r>
                      <a:r>
                        <a:rPr lang="de-DE" dirty="0" err="1"/>
                        <a:t>mTLS</a:t>
                      </a:r>
                      <a:endParaRPr lang="de-DE" dirty="0"/>
                    </a:p>
                  </a:txBody>
                  <a:tcPr/>
                </a:tc>
                <a:extLst>
                  <a:ext uri="{0D108BD9-81ED-4DB2-BD59-A6C34878D82A}">
                    <a16:rowId xmlns:a16="http://schemas.microsoft.com/office/drawing/2014/main" val="851778763"/>
                  </a:ext>
                </a:extLst>
              </a:tr>
              <a:tr h="370840">
                <a:tc>
                  <a:txBody>
                    <a:bodyPr/>
                    <a:lstStyle/>
                    <a:p>
                      <a:r>
                        <a:rPr lang="de-DE" dirty="0"/>
                        <a:t>API Provider -&gt; Backend</a:t>
                      </a:r>
                    </a:p>
                  </a:txBody>
                  <a:tcPr/>
                </a:tc>
                <a:tc>
                  <a:txBody>
                    <a:bodyPr/>
                    <a:lstStyle/>
                    <a:p>
                      <a:r>
                        <a:rPr lang="de-DE" dirty="0"/>
                        <a:t>Basic, </a:t>
                      </a:r>
                      <a:r>
                        <a:rPr lang="de-DE" dirty="0" err="1"/>
                        <a:t>Oauth</a:t>
                      </a:r>
                      <a:r>
                        <a:rPr lang="de-DE" dirty="0"/>
                        <a:t> 2.0, Zertifikat</a:t>
                      </a:r>
                    </a:p>
                  </a:txBody>
                  <a:tcPr/>
                </a:tc>
                <a:extLst>
                  <a:ext uri="{0D108BD9-81ED-4DB2-BD59-A6C34878D82A}">
                    <a16:rowId xmlns:a16="http://schemas.microsoft.com/office/drawing/2014/main" val="1175956779"/>
                  </a:ext>
                </a:extLst>
              </a:tr>
            </a:tbl>
          </a:graphicData>
        </a:graphic>
      </p:graphicFrame>
      <p:pic>
        <p:nvPicPr>
          <p:cNvPr id="3" name="Grafik 2">
            <a:extLst>
              <a:ext uri="{FF2B5EF4-FFF2-40B4-BE49-F238E27FC236}">
                <a16:creationId xmlns:a16="http://schemas.microsoft.com/office/drawing/2014/main" id="{99CFCDA8-6D3F-D6D4-8427-62E9ACD1A1E1}"/>
              </a:ext>
            </a:extLst>
          </p:cNvPr>
          <p:cNvPicPr>
            <a:picLocks noChangeAspect="1"/>
          </p:cNvPicPr>
          <p:nvPr/>
        </p:nvPicPr>
        <p:blipFill>
          <a:blip r:embed="rId3"/>
          <a:stretch>
            <a:fillRect/>
          </a:stretch>
        </p:blipFill>
        <p:spPr>
          <a:xfrm>
            <a:off x="1525872" y="1861667"/>
            <a:ext cx="9140253" cy="1897976"/>
          </a:xfrm>
          <a:prstGeom prst="rect">
            <a:avLst/>
          </a:prstGeom>
        </p:spPr>
      </p:pic>
    </p:spTree>
    <p:extLst>
      <p:ext uri="{BB962C8B-B14F-4D97-AF65-F5344CB8AC3E}">
        <p14:creationId xmlns:p14="http://schemas.microsoft.com/office/powerpoint/2010/main" val="530242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60A2AB-3805-8AF4-C4F6-CCF81F3951B3}"/>
              </a:ext>
            </a:extLst>
          </p:cNvPr>
          <p:cNvSpPr>
            <a:spLocks noGrp="1"/>
          </p:cNvSpPr>
          <p:nvPr>
            <p:ph type="title"/>
          </p:nvPr>
        </p:nvSpPr>
        <p:spPr/>
        <p:txBody>
          <a:bodyPr/>
          <a:lstStyle/>
          <a:p>
            <a:r>
              <a:rPr lang="de-DE" dirty="0"/>
              <a:t>API Proxy: Die verwaltete Fassade</a:t>
            </a:r>
          </a:p>
        </p:txBody>
      </p:sp>
      <p:sp>
        <p:nvSpPr>
          <p:cNvPr id="3" name="Inhaltsplatzhalter 2">
            <a:extLst>
              <a:ext uri="{FF2B5EF4-FFF2-40B4-BE49-F238E27FC236}">
                <a16:creationId xmlns:a16="http://schemas.microsoft.com/office/drawing/2014/main" id="{9E85AC50-2E76-D377-1E3A-ED27917037D4}"/>
              </a:ext>
            </a:extLst>
          </p:cNvPr>
          <p:cNvSpPr>
            <a:spLocks noGrp="1"/>
          </p:cNvSpPr>
          <p:nvPr>
            <p:ph idx="1"/>
          </p:nvPr>
        </p:nvSpPr>
        <p:spPr/>
        <p:txBody>
          <a:bodyPr/>
          <a:lstStyle/>
          <a:p>
            <a:pPr marL="0" indent="0">
              <a:buNone/>
            </a:pPr>
            <a:r>
              <a:rPr lang="de-DE" dirty="0"/>
              <a:t>Ein API Proxy definiert:</a:t>
            </a:r>
          </a:p>
          <a:p>
            <a:r>
              <a:rPr lang="de-DE" dirty="0"/>
              <a:t>öffentlichen Endpunkt </a:t>
            </a:r>
          </a:p>
          <a:p>
            <a:r>
              <a:rPr lang="de-DE" dirty="0"/>
              <a:t>Base Path </a:t>
            </a:r>
          </a:p>
          <a:p>
            <a:r>
              <a:rPr lang="de-DE" dirty="0"/>
              <a:t>Ressourcen und Operationen </a:t>
            </a:r>
          </a:p>
          <a:p>
            <a:r>
              <a:rPr lang="de-DE" dirty="0"/>
              <a:t>Zielendpunkt </a:t>
            </a:r>
          </a:p>
          <a:p>
            <a:r>
              <a:rPr lang="de-DE" dirty="0"/>
              <a:t>Request- und Response-Verarbeitung </a:t>
            </a:r>
          </a:p>
          <a:p>
            <a:r>
              <a:rPr lang="de-DE" dirty="0"/>
              <a:t>anzuwendende </a:t>
            </a:r>
            <a:r>
              <a:rPr lang="de-DE" dirty="0" err="1"/>
              <a:t>Policies</a:t>
            </a:r>
            <a:endParaRPr lang="de-DE" dirty="0"/>
          </a:p>
          <a:p>
            <a:endParaRPr lang="de-DE" dirty="0"/>
          </a:p>
        </p:txBody>
      </p:sp>
    </p:spTree>
    <p:extLst>
      <p:ext uri="{BB962C8B-B14F-4D97-AF65-F5344CB8AC3E}">
        <p14:creationId xmlns:p14="http://schemas.microsoft.com/office/powerpoint/2010/main" val="3692916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15A92D-527F-23E8-7C79-26874B1593FF}"/>
              </a:ext>
            </a:extLst>
          </p:cNvPr>
          <p:cNvSpPr>
            <a:spLocks noGrp="1"/>
          </p:cNvSpPr>
          <p:nvPr>
            <p:ph type="title"/>
          </p:nvPr>
        </p:nvSpPr>
        <p:spPr/>
        <p:txBody>
          <a:bodyPr/>
          <a:lstStyle/>
          <a:p>
            <a:r>
              <a:rPr lang="de-DE" dirty="0"/>
              <a:t>Aufbau eines API Proxy</a:t>
            </a:r>
          </a:p>
        </p:txBody>
      </p:sp>
      <p:graphicFrame>
        <p:nvGraphicFramePr>
          <p:cNvPr id="5" name="Inhaltsplatzhalter 4">
            <a:extLst>
              <a:ext uri="{FF2B5EF4-FFF2-40B4-BE49-F238E27FC236}">
                <a16:creationId xmlns:a16="http://schemas.microsoft.com/office/drawing/2014/main" id="{71AEE5BB-2E49-5094-41C7-0CEB0707D8C2}"/>
              </a:ext>
            </a:extLst>
          </p:cNvPr>
          <p:cNvGraphicFramePr>
            <a:graphicFrameLocks noGrp="1"/>
          </p:cNvGraphicFramePr>
          <p:nvPr>
            <p:ph idx="1"/>
            <p:extLst>
              <p:ext uri="{D42A27DB-BD31-4B8C-83A1-F6EECF244321}">
                <p14:modId xmlns:p14="http://schemas.microsoft.com/office/powerpoint/2010/main" val="3415434451"/>
              </p:ext>
            </p:extLst>
          </p:nvPr>
        </p:nvGraphicFramePr>
        <p:xfrm>
          <a:off x="1725586" y="3429000"/>
          <a:ext cx="8724278" cy="1483360"/>
        </p:xfrm>
        <a:graphic>
          <a:graphicData uri="http://schemas.openxmlformats.org/drawingml/2006/table">
            <a:tbl>
              <a:tblPr firstRow="1" bandRow="1">
                <a:tableStyleId>{5C22544A-7EE6-4342-B048-85BDC9FD1C3A}</a:tableStyleId>
              </a:tblPr>
              <a:tblGrid>
                <a:gridCol w="4362139">
                  <a:extLst>
                    <a:ext uri="{9D8B030D-6E8A-4147-A177-3AD203B41FA5}">
                      <a16:colId xmlns:a16="http://schemas.microsoft.com/office/drawing/2014/main" val="1456221750"/>
                    </a:ext>
                  </a:extLst>
                </a:gridCol>
                <a:gridCol w="4362139">
                  <a:extLst>
                    <a:ext uri="{9D8B030D-6E8A-4147-A177-3AD203B41FA5}">
                      <a16:colId xmlns:a16="http://schemas.microsoft.com/office/drawing/2014/main" val="369992390"/>
                    </a:ext>
                  </a:extLst>
                </a:gridCol>
              </a:tblGrid>
              <a:tr h="370840">
                <a:tc>
                  <a:txBody>
                    <a:bodyPr/>
                    <a:lstStyle/>
                    <a:p>
                      <a:r>
                        <a:rPr lang="de-DE" dirty="0"/>
                        <a:t>Proxy </a:t>
                      </a:r>
                      <a:r>
                        <a:rPr lang="de-DE" dirty="0" err="1"/>
                        <a:t>Endpoint</a:t>
                      </a:r>
                      <a:endParaRPr lang="de-DE" dirty="0"/>
                    </a:p>
                  </a:txBody>
                  <a:tcPr/>
                </a:tc>
                <a:tc>
                  <a:txBody>
                    <a:bodyPr/>
                    <a:lstStyle/>
                    <a:p>
                      <a:r>
                        <a:rPr lang="de-DE" dirty="0"/>
                        <a:t>Target </a:t>
                      </a:r>
                      <a:r>
                        <a:rPr lang="de-DE" dirty="0" err="1"/>
                        <a:t>Endpoint</a:t>
                      </a:r>
                      <a:endParaRPr lang="de-DE" dirty="0"/>
                    </a:p>
                  </a:txBody>
                  <a:tcPr/>
                </a:tc>
                <a:extLst>
                  <a:ext uri="{0D108BD9-81ED-4DB2-BD59-A6C34878D82A}">
                    <a16:rowId xmlns:a16="http://schemas.microsoft.com/office/drawing/2014/main" val="2666954228"/>
                  </a:ext>
                </a:extLst>
              </a:tr>
              <a:tr h="370840">
                <a:tc>
                  <a:txBody>
                    <a:bodyPr/>
                    <a:lstStyle/>
                    <a:p>
                      <a:r>
                        <a:rPr lang="de-DE" dirty="0"/>
                        <a:t>Öffentliche Adresse</a:t>
                      </a:r>
                    </a:p>
                  </a:txBody>
                  <a:tcPr/>
                </a:tc>
                <a:tc>
                  <a:txBody>
                    <a:bodyPr/>
                    <a:lstStyle/>
                    <a:p>
                      <a:r>
                        <a:rPr lang="de-DE" dirty="0"/>
                        <a:t>Interne Backend-Adresse</a:t>
                      </a:r>
                    </a:p>
                  </a:txBody>
                  <a:tcPr/>
                </a:tc>
                <a:extLst>
                  <a:ext uri="{0D108BD9-81ED-4DB2-BD59-A6C34878D82A}">
                    <a16:rowId xmlns:a16="http://schemas.microsoft.com/office/drawing/2014/main" val="3631210540"/>
                  </a:ext>
                </a:extLst>
              </a:tr>
              <a:tr h="370840">
                <a:tc>
                  <a:txBody>
                    <a:bodyPr/>
                    <a:lstStyle/>
                    <a:p>
                      <a:r>
                        <a:rPr lang="de-DE" dirty="0"/>
                        <a:t>Verarbeitung des Client-Request</a:t>
                      </a:r>
                    </a:p>
                  </a:txBody>
                  <a:tcPr/>
                </a:tc>
                <a:tc>
                  <a:txBody>
                    <a:bodyPr/>
                    <a:lstStyle/>
                    <a:p>
                      <a:r>
                        <a:rPr lang="de-DE" dirty="0"/>
                        <a:t>Backend-Authentifizierung</a:t>
                      </a:r>
                    </a:p>
                  </a:txBody>
                  <a:tcPr/>
                </a:tc>
                <a:extLst>
                  <a:ext uri="{0D108BD9-81ED-4DB2-BD59-A6C34878D82A}">
                    <a16:rowId xmlns:a16="http://schemas.microsoft.com/office/drawing/2014/main" val="4063380462"/>
                  </a:ext>
                </a:extLst>
              </a:tr>
              <a:tr h="370840">
                <a:tc>
                  <a:txBody>
                    <a:bodyPr/>
                    <a:lstStyle/>
                    <a:p>
                      <a:r>
                        <a:rPr lang="de-DE" dirty="0"/>
                        <a:t>Zugriffskontrolle</a:t>
                      </a:r>
                    </a:p>
                  </a:txBody>
                  <a:tcPr/>
                </a:tc>
                <a:tc>
                  <a:txBody>
                    <a:bodyPr/>
                    <a:lstStyle/>
                    <a:p>
                      <a:r>
                        <a:rPr lang="de-DE" dirty="0"/>
                        <a:t>Verarbeitung von Request und Response</a:t>
                      </a:r>
                    </a:p>
                  </a:txBody>
                  <a:tcPr/>
                </a:tc>
                <a:extLst>
                  <a:ext uri="{0D108BD9-81ED-4DB2-BD59-A6C34878D82A}">
                    <a16:rowId xmlns:a16="http://schemas.microsoft.com/office/drawing/2014/main" val="2220443303"/>
                  </a:ext>
                </a:extLst>
              </a:tr>
            </a:tbl>
          </a:graphicData>
        </a:graphic>
      </p:graphicFrame>
      <p:pic>
        <p:nvPicPr>
          <p:cNvPr id="3" name="Grafik 2">
            <a:extLst>
              <a:ext uri="{FF2B5EF4-FFF2-40B4-BE49-F238E27FC236}">
                <a16:creationId xmlns:a16="http://schemas.microsoft.com/office/drawing/2014/main" id="{B969A118-6103-0246-17D1-3C0E908AA8E5}"/>
              </a:ext>
            </a:extLst>
          </p:cNvPr>
          <p:cNvPicPr>
            <a:picLocks noChangeAspect="1"/>
          </p:cNvPicPr>
          <p:nvPr/>
        </p:nvPicPr>
        <p:blipFill>
          <a:blip r:embed="rId3"/>
          <a:stretch>
            <a:fillRect/>
          </a:stretch>
        </p:blipFill>
        <p:spPr>
          <a:xfrm>
            <a:off x="1517599" y="1834006"/>
            <a:ext cx="9140252" cy="1023908"/>
          </a:xfrm>
          <a:prstGeom prst="rect">
            <a:avLst/>
          </a:prstGeom>
        </p:spPr>
      </p:pic>
    </p:spTree>
    <p:extLst>
      <p:ext uri="{BB962C8B-B14F-4D97-AF65-F5344CB8AC3E}">
        <p14:creationId xmlns:p14="http://schemas.microsoft.com/office/powerpoint/2010/main" val="340758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B5A6D6-0F88-EE88-DA94-B77A18C9C248}"/>
              </a:ext>
            </a:extLst>
          </p:cNvPr>
          <p:cNvSpPr>
            <a:spLocks noGrp="1"/>
          </p:cNvSpPr>
          <p:nvPr>
            <p:ph type="title"/>
          </p:nvPr>
        </p:nvSpPr>
        <p:spPr/>
        <p:txBody>
          <a:bodyPr/>
          <a:lstStyle/>
          <a:p>
            <a:r>
              <a:rPr lang="de-DE" dirty="0" err="1"/>
              <a:t>Policies</a:t>
            </a:r>
            <a:r>
              <a:rPr lang="de-DE" dirty="0"/>
              <a:t>: Regeln im Nachrichtenfluss</a:t>
            </a:r>
          </a:p>
        </p:txBody>
      </p:sp>
      <p:sp>
        <p:nvSpPr>
          <p:cNvPr id="3" name="Inhaltsplatzhalter 2">
            <a:extLst>
              <a:ext uri="{FF2B5EF4-FFF2-40B4-BE49-F238E27FC236}">
                <a16:creationId xmlns:a16="http://schemas.microsoft.com/office/drawing/2014/main" id="{7B79346C-6884-A27E-F5FD-FDB1D2FD1121}"/>
              </a:ext>
            </a:extLst>
          </p:cNvPr>
          <p:cNvSpPr>
            <a:spLocks noGrp="1"/>
          </p:cNvSpPr>
          <p:nvPr>
            <p:ph sz="half" idx="1"/>
          </p:nvPr>
        </p:nvSpPr>
        <p:spPr/>
        <p:txBody>
          <a:bodyPr/>
          <a:lstStyle/>
          <a:p>
            <a:pPr marL="0" indent="0">
              <a:buNone/>
            </a:pPr>
            <a:r>
              <a:rPr lang="de-DE" dirty="0" err="1"/>
              <a:t>Policies</a:t>
            </a:r>
            <a:r>
              <a:rPr lang="de-DE" dirty="0"/>
              <a:t> können:</a:t>
            </a:r>
          </a:p>
          <a:p>
            <a:r>
              <a:rPr lang="de-DE" dirty="0"/>
              <a:t>Zugriffe prüfen </a:t>
            </a:r>
          </a:p>
          <a:p>
            <a:r>
              <a:rPr lang="de-DE" dirty="0"/>
              <a:t>Aufrufe begrenzen </a:t>
            </a:r>
          </a:p>
          <a:p>
            <a:r>
              <a:rPr lang="de-DE" dirty="0"/>
              <a:t>Nachrichten verändern </a:t>
            </a:r>
          </a:p>
          <a:p>
            <a:r>
              <a:rPr lang="de-DE" dirty="0"/>
              <a:t>Bedrohungen erkennen </a:t>
            </a:r>
          </a:p>
          <a:p>
            <a:r>
              <a:rPr lang="de-DE" dirty="0"/>
              <a:t>Fehler erzeugen oder behandeln </a:t>
            </a:r>
          </a:p>
          <a:p>
            <a:r>
              <a:rPr lang="de-DE" dirty="0"/>
              <a:t>Informationen protokollieren</a:t>
            </a:r>
          </a:p>
          <a:p>
            <a:endParaRPr lang="de-DE" dirty="0"/>
          </a:p>
        </p:txBody>
      </p:sp>
      <p:sp>
        <p:nvSpPr>
          <p:cNvPr id="4" name="Inhaltsplatzhalter 3">
            <a:extLst>
              <a:ext uri="{FF2B5EF4-FFF2-40B4-BE49-F238E27FC236}">
                <a16:creationId xmlns:a16="http://schemas.microsoft.com/office/drawing/2014/main" id="{24048544-F8BB-A361-76AA-673B5A8475B3}"/>
              </a:ext>
            </a:extLst>
          </p:cNvPr>
          <p:cNvSpPr>
            <a:spLocks noGrp="1"/>
          </p:cNvSpPr>
          <p:nvPr>
            <p:ph sz="half" idx="2"/>
          </p:nvPr>
        </p:nvSpPr>
        <p:spPr/>
        <p:txBody>
          <a:bodyPr/>
          <a:lstStyle/>
          <a:p>
            <a:pPr marL="0" indent="0">
              <a:buNone/>
            </a:pPr>
            <a:r>
              <a:rPr lang="de-DE" dirty="0"/>
              <a:t>Beispiele</a:t>
            </a:r>
          </a:p>
          <a:p>
            <a:r>
              <a:rPr lang="de-DE" dirty="0" err="1"/>
              <a:t>Verify</a:t>
            </a:r>
            <a:r>
              <a:rPr lang="de-DE" dirty="0"/>
              <a:t> API Key</a:t>
            </a:r>
          </a:p>
          <a:p>
            <a:r>
              <a:rPr lang="de-DE" dirty="0"/>
              <a:t>Spike Arrest</a:t>
            </a:r>
          </a:p>
          <a:p>
            <a:r>
              <a:rPr lang="de-DE" dirty="0" err="1"/>
              <a:t>Assign</a:t>
            </a:r>
            <a:r>
              <a:rPr lang="de-DE" dirty="0"/>
              <a:t> Message</a:t>
            </a:r>
          </a:p>
        </p:txBody>
      </p:sp>
    </p:spTree>
    <p:extLst>
      <p:ext uri="{BB962C8B-B14F-4D97-AF65-F5344CB8AC3E}">
        <p14:creationId xmlns:p14="http://schemas.microsoft.com/office/powerpoint/2010/main" val="3403637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BADB6E-4468-B30C-2099-AA0007881BEB}"/>
              </a:ext>
            </a:extLst>
          </p:cNvPr>
          <p:cNvSpPr>
            <a:spLocks noGrp="1"/>
          </p:cNvSpPr>
          <p:nvPr>
            <p:ph type="title"/>
          </p:nvPr>
        </p:nvSpPr>
        <p:spPr/>
        <p:txBody>
          <a:bodyPr/>
          <a:lstStyle/>
          <a:p>
            <a:r>
              <a:rPr lang="de-DE" dirty="0"/>
              <a:t>API </a:t>
            </a:r>
            <a:r>
              <a:rPr lang="de-DE" dirty="0" err="1"/>
              <a:t>Product</a:t>
            </a:r>
            <a:r>
              <a:rPr lang="de-DE" dirty="0"/>
              <a:t> und </a:t>
            </a:r>
            <a:r>
              <a:rPr lang="de-DE" dirty="0" err="1"/>
              <a:t>Application</a:t>
            </a:r>
            <a:endParaRPr lang="de-DE" dirty="0"/>
          </a:p>
        </p:txBody>
      </p:sp>
      <p:sp>
        <p:nvSpPr>
          <p:cNvPr id="3" name="Inhaltsplatzhalter 2">
            <a:extLst>
              <a:ext uri="{FF2B5EF4-FFF2-40B4-BE49-F238E27FC236}">
                <a16:creationId xmlns:a16="http://schemas.microsoft.com/office/drawing/2014/main" id="{73218A7E-65C4-3986-6684-A2CBBC1BE180}"/>
              </a:ext>
            </a:extLst>
          </p:cNvPr>
          <p:cNvSpPr>
            <a:spLocks noGrp="1"/>
          </p:cNvSpPr>
          <p:nvPr>
            <p:ph idx="1"/>
          </p:nvPr>
        </p:nvSpPr>
        <p:spPr/>
        <p:txBody>
          <a:bodyPr/>
          <a:lstStyle/>
          <a:p>
            <a:pPr marL="0" indent="0">
              <a:buNone/>
            </a:pPr>
            <a:r>
              <a:rPr lang="de-DE" b="1" dirty="0"/>
              <a:t>API </a:t>
            </a:r>
            <a:r>
              <a:rPr lang="de-DE" b="1" dirty="0" err="1"/>
              <a:t>Product</a:t>
            </a:r>
            <a:endParaRPr lang="de-DE" dirty="0"/>
          </a:p>
          <a:p>
            <a:r>
              <a:rPr lang="de-DE" dirty="0"/>
              <a:t>bündelt eine oder mehrere APIs </a:t>
            </a:r>
          </a:p>
          <a:p>
            <a:r>
              <a:rPr lang="de-DE" dirty="0"/>
              <a:t>definiert ein Angebot für Konsumenten </a:t>
            </a:r>
          </a:p>
          <a:p>
            <a:r>
              <a:rPr lang="de-DE" dirty="0"/>
              <a:t>kann Zugriff und Kontingente festlegen </a:t>
            </a:r>
          </a:p>
          <a:p>
            <a:pPr marL="0" indent="0">
              <a:buNone/>
            </a:pPr>
            <a:r>
              <a:rPr lang="de-DE" b="1" dirty="0" err="1"/>
              <a:t>Application</a:t>
            </a:r>
            <a:endParaRPr lang="de-DE" dirty="0"/>
          </a:p>
          <a:p>
            <a:r>
              <a:rPr lang="de-DE" dirty="0"/>
              <a:t>repräsentiert einen API-Konsumenten </a:t>
            </a:r>
          </a:p>
          <a:p>
            <a:r>
              <a:rPr lang="de-DE" dirty="0"/>
              <a:t>abonniert ein </a:t>
            </a:r>
            <a:r>
              <a:rPr lang="de-DE" dirty="0" err="1"/>
              <a:t>Product</a:t>
            </a:r>
            <a:r>
              <a:rPr lang="de-DE" dirty="0"/>
              <a:t> </a:t>
            </a:r>
          </a:p>
          <a:p>
            <a:r>
              <a:rPr lang="de-DE" dirty="0"/>
              <a:t>erhält Zugangsdaten</a:t>
            </a:r>
          </a:p>
          <a:p>
            <a:endParaRPr lang="de-DE" dirty="0"/>
          </a:p>
        </p:txBody>
      </p:sp>
      <p:pic>
        <p:nvPicPr>
          <p:cNvPr id="7" name="Grafik 6">
            <a:extLst>
              <a:ext uri="{FF2B5EF4-FFF2-40B4-BE49-F238E27FC236}">
                <a16:creationId xmlns:a16="http://schemas.microsoft.com/office/drawing/2014/main" id="{530375EF-BD27-AC0A-B72A-A34F5D60CBC3}"/>
              </a:ext>
            </a:extLst>
          </p:cNvPr>
          <p:cNvPicPr>
            <a:picLocks noChangeAspect="1"/>
          </p:cNvPicPr>
          <p:nvPr/>
        </p:nvPicPr>
        <p:blipFill>
          <a:blip r:embed="rId3"/>
          <a:stretch>
            <a:fillRect/>
          </a:stretch>
        </p:blipFill>
        <p:spPr>
          <a:xfrm>
            <a:off x="7083435" y="1732159"/>
            <a:ext cx="4993851" cy="3754243"/>
          </a:xfrm>
          <a:prstGeom prst="rect">
            <a:avLst/>
          </a:prstGeom>
        </p:spPr>
      </p:pic>
    </p:spTree>
    <p:extLst>
      <p:ext uri="{BB962C8B-B14F-4D97-AF65-F5344CB8AC3E}">
        <p14:creationId xmlns:p14="http://schemas.microsoft.com/office/powerpoint/2010/main" val="355081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E7402-99CF-716A-228B-6CA3A8939792}"/>
              </a:ext>
            </a:extLst>
          </p:cNvPr>
          <p:cNvSpPr>
            <a:spLocks noGrp="1"/>
          </p:cNvSpPr>
          <p:nvPr>
            <p:ph type="title"/>
          </p:nvPr>
        </p:nvSpPr>
        <p:spPr/>
        <p:txBody>
          <a:bodyPr/>
          <a:lstStyle/>
          <a:p>
            <a:r>
              <a:rPr lang="de-DE" dirty="0"/>
              <a:t>Vom API Proxy zum API-Konsum</a:t>
            </a:r>
          </a:p>
        </p:txBody>
      </p:sp>
      <p:graphicFrame>
        <p:nvGraphicFramePr>
          <p:cNvPr id="4" name="Inhaltsplatzhalter 3">
            <a:extLst>
              <a:ext uri="{FF2B5EF4-FFF2-40B4-BE49-F238E27FC236}">
                <a16:creationId xmlns:a16="http://schemas.microsoft.com/office/drawing/2014/main" id="{30A41A67-0522-934E-2584-17620BB4707A}"/>
              </a:ext>
            </a:extLst>
          </p:cNvPr>
          <p:cNvGraphicFramePr>
            <a:graphicFrameLocks noGrp="1"/>
          </p:cNvGraphicFramePr>
          <p:nvPr>
            <p:ph idx="1"/>
            <p:extLst>
              <p:ext uri="{D42A27DB-BD31-4B8C-83A1-F6EECF244321}">
                <p14:modId xmlns:p14="http://schemas.microsoft.com/office/powerpoint/2010/main" val="995308584"/>
              </p:ext>
            </p:extLst>
          </p:nvPr>
        </p:nvGraphicFramePr>
        <p:xfrm>
          <a:off x="838200" y="1945546"/>
          <a:ext cx="8320789" cy="3337560"/>
        </p:xfrm>
        <a:graphic>
          <a:graphicData uri="http://schemas.openxmlformats.org/drawingml/2006/table">
            <a:tbl>
              <a:tblPr firstRow="1" bandRow="1">
                <a:tableStyleId>{5C22544A-7EE6-4342-B048-85BDC9FD1C3A}</a:tableStyleId>
              </a:tblPr>
              <a:tblGrid>
                <a:gridCol w="1155491">
                  <a:extLst>
                    <a:ext uri="{9D8B030D-6E8A-4147-A177-3AD203B41FA5}">
                      <a16:colId xmlns:a16="http://schemas.microsoft.com/office/drawing/2014/main" val="1420618423"/>
                    </a:ext>
                  </a:extLst>
                </a:gridCol>
                <a:gridCol w="3282846">
                  <a:extLst>
                    <a:ext uri="{9D8B030D-6E8A-4147-A177-3AD203B41FA5}">
                      <a16:colId xmlns:a16="http://schemas.microsoft.com/office/drawing/2014/main" val="76641122"/>
                    </a:ext>
                  </a:extLst>
                </a:gridCol>
                <a:gridCol w="3882452">
                  <a:extLst>
                    <a:ext uri="{9D8B030D-6E8A-4147-A177-3AD203B41FA5}">
                      <a16:colId xmlns:a16="http://schemas.microsoft.com/office/drawing/2014/main" val="3428105871"/>
                    </a:ext>
                  </a:extLst>
                </a:gridCol>
              </a:tblGrid>
              <a:tr h="370840">
                <a:tc>
                  <a:txBody>
                    <a:bodyPr/>
                    <a:lstStyle/>
                    <a:p>
                      <a:pPr algn="r"/>
                      <a:r>
                        <a:rPr lang="de-DE" dirty="0"/>
                        <a:t>Schritt</a:t>
                      </a:r>
                    </a:p>
                  </a:txBody>
                  <a:tcPr/>
                </a:tc>
                <a:tc>
                  <a:txBody>
                    <a:bodyPr/>
                    <a:lstStyle/>
                    <a:p>
                      <a:r>
                        <a:rPr lang="de-DE" dirty="0"/>
                        <a:t>Artefakt</a:t>
                      </a:r>
                    </a:p>
                  </a:txBody>
                  <a:tcPr/>
                </a:tc>
                <a:tc>
                  <a:txBody>
                    <a:bodyPr/>
                    <a:lstStyle/>
                    <a:p>
                      <a:r>
                        <a:rPr lang="de-DE" dirty="0"/>
                        <a:t>Verantwortliche Rolle</a:t>
                      </a:r>
                    </a:p>
                  </a:txBody>
                  <a:tcPr/>
                </a:tc>
                <a:extLst>
                  <a:ext uri="{0D108BD9-81ED-4DB2-BD59-A6C34878D82A}">
                    <a16:rowId xmlns:a16="http://schemas.microsoft.com/office/drawing/2014/main" val="3983662181"/>
                  </a:ext>
                </a:extLst>
              </a:tr>
              <a:tr h="370840">
                <a:tc>
                  <a:txBody>
                    <a:bodyPr/>
                    <a:lstStyle/>
                    <a:p>
                      <a:pPr algn="r"/>
                      <a:r>
                        <a:rPr lang="de-DE" dirty="0"/>
                        <a:t>1</a:t>
                      </a:r>
                    </a:p>
                  </a:txBody>
                  <a:tcPr/>
                </a:tc>
                <a:tc>
                  <a:txBody>
                    <a:bodyPr/>
                    <a:lstStyle/>
                    <a:p>
                      <a:r>
                        <a:rPr lang="de-DE" dirty="0"/>
                        <a:t>Backend bereitstellen</a:t>
                      </a:r>
                    </a:p>
                  </a:txBody>
                  <a:tcPr/>
                </a:tc>
                <a:tc>
                  <a:txBody>
                    <a:bodyPr/>
                    <a:lstStyle/>
                    <a:p>
                      <a:r>
                        <a:rPr lang="de-DE" dirty="0"/>
                        <a:t>Backend-Entwickler</a:t>
                      </a:r>
                    </a:p>
                  </a:txBody>
                  <a:tcPr/>
                </a:tc>
                <a:extLst>
                  <a:ext uri="{0D108BD9-81ED-4DB2-BD59-A6C34878D82A}">
                    <a16:rowId xmlns:a16="http://schemas.microsoft.com/office/drawing/2014/main" val="2556203231"/>
                  </a:ext>
                </a:extLst>
              </a:tr>
              <a:tr h="370840">
                <a:tc>
                  <a:txBody>
                    <a:bodyPr/>
                    <a:lstStyle/>
                    <a:p>
                      <a:pPr algn="r"/>
                      <a:r>
                        <a:rPr lang="de-DE" dirty="0"/>
                        <a:t>2</a:t>
                      </a:r>
                    </a:p>
                  </a:txBody>
                  <a:tcPr/>
                </a:tc>
                <a:tc>
                  <a:txBody>
                    <a:bodyPr/>
                    <a:lstStyle/>
                    <a:p>
                      <a:r>
                        <a:rPr lang="de-DE" dirty="0"/>
                        <a:t>API Provider konfigurieren</a:t>
                      </a:r>
                    </a:p>
                  </a:txBody>
                  <a:tcPr/>
                </a:tc>
                <a:tc>
                  <a:txBody>
                    <a:bodyPr/>
                    <a:lstStyle/>
                    <a:p>
                      <a:r>
                        <a:rPr lang="de-DE" dirty="0"/>
                        <a:t>API-Administrator</a:t>
                      </a:r>
                    </a:p>
                  </a:txBody>
                  <a:tcPr/>
                </a:tc>
                <a:extLst>
                  <a:ext uri="{0D108BD9-81ED-4DB2-BD59-A6C34878D82A}">
                    <a16:rowId xmlns:a16="http://schemas.microsoft.com/office/drawing/2014/main" val="2876572051"/>
                  </a:ext>
                </a:extLst>
              </a:tr>
              <a:tr h="370840">
                <a:tc>
                  <a:txBody>
                    <a:bodyPr/>
                    <a:lstStyle/>
                    <a:p>
                      <a:pPr algn="r"/>
                      <a:r>
                        <a:rPr lang="de-DE" dirty="0"/>
                        <a:t>3</a:t>
                      </a:r>
                    </a:p>
                  </a:txBody>
                  <a:tcPr/>
                </a:tc>
                <a:tc>
                  <a:txBody>
                    <a:bodyPr/>
                    <a:lstStyle/>
                    <a:p>
                      <a:r>
                        <a:rPr lang="de-DE" dirty="0"/>
                        <a:t>API Proxy erstellen</a:t>
                      </a:r>
                    </a:p>
                  </a:txBody>
                  <a:tcPr/>
                </a:tc>
                <a:tc>
                  <a:txBody>
                    <a:bodyPr/>
                    <a:lstStyle/>
                    <a:p>
                      <a:r>
                        <a:rPr lang="de-DE" dirty="0"/>
                        <a:t>API-Entwickler</a:t>
                      </a:r>
                    </a:p>
                  </a:txBody>
                  <a:tcPr/>
                </a:tc>
                <a:extLst>
                  <a:ext uri="{0D108BD9-81ED-4DB2-BD59-A6C34878D82A}">
                    <a16:rowId xmlns:a16="http://schemas.microsoft.com/office/drawing/2014/main" val="903902471"/>
                  </a:ext>
                </a:extLst>
              </a:tr>
              <a:tr h="370840">
                <a:tc>
                  <a:txBody>
                    <a:bodyPr/>
                    <a:lstStyle/>
                    <a:p>
                      <a:pPr algn="r"/>
                      <a:r>
                        <a:rPr lang="de-DE" dirty="0"/>
                        <a:t>4</a:t>
                      </a:r>
                    </a:p>
                  </a:txBody>
                  <a:tcPr/>
                </a:tc>
                <a:tc>
                  <a:txBody>
                    <a:bodyPr/>
                    <a:lstStyle/>
                    <a:p>
                      <a:r>
                        <a:rPr lang="de-DE" dirty="0" err="1"/>
                        <a:t>Policies</a:t>
                      </a:r>
                      <a:r>
                        <a:rPr lang="de-DE" dirty="0"/>
                        <a:t> ergänzen</a:t>
                      </a:r>
                    </a:p>
                  </a:txBody>
                  <a:tcPr/>
                </a:tc>
                <a:tc>
                  <a:txBody>
                    <a:bodyPr/>
                    <a:lstStyle/>
                    <a:p>
                      <a:r>
                        <a:rPr lang="de-DE" dirty="0"/>
                        <a:t>API-Entwickler</a:t>
                      </a:r>
                    </a:p>
                  </a:txBody>
                  <a:tcPr/>
                </a:tc>
                <a:extLst>
                  <a:ext uri="{0D108BD9-81ED-4DB2-BD59-A6C34878D82A}">
                    <a16:rowId xmlns:a16="http://schemas.microsoft.com/office/drawing/2014/main" val="735920501"/>
                  </a:ext>
                </a:extLst>
              </a:tr>
              <a:tr h="370840">
                <a:tc>
                  <a:txBody>
                    <a:bodyPr/>
                    <a:lstStyle/>
                    <a:p>
                      <a:pPr algn="r"/>
                      <a:r>
                        <a:rPr lang="de-DE" dirty="0"/>
                        <a:t>5</a:t>
                      </a:r>
                    </a:p>
                  </a:txBody>
                  <a:tcPr/>
                </a:tc>
                <a:tc>
                  <a:txBody>
                    <a:bodyPr/>
                    <a:lstStyle/>
                    <a:p>
                      <a:r>
                        <a:rPr lang="de-DE" dirty="0"/>
                        <a:t>API </a:t>
                      </a:r>
                      <a:r>
                        <a:rPr lang="de-DE" dirty="0" err="1"/>
                        <a:t>Product</a:t>
                      </a:r>
                      <a:r>
                        <a:rPr lang="de-DE" dirty="0"/>
                        <a:t> veröffentlichen</a:t>
                      </a:r>
                    </a:p>
                  </a:txBody>
                  <a:tcPr/>
                </a:tc>
                <a:tc>
                  <a:txBody>
                    <a:bodyPr/>
                    <a:lstStyle/>
                    <a:p>
                      <a:r>
                        <a:rPr lang="de-DE" dirty="0"/>
                        <a:t>API-Product-Manager</a:t>
                      </a:r>
                    </a:p>
                  </a:txBody>
                  <a:tcPr/>
                </a:tc>
                <a:extLst>
                  <a:ext uri="{0D108BD9-81ED-4DB2-BD59-A6C34878D82A}">
                    <a16:rowId xmlns:a16="http://schemas.microsoft.com/office/drawing/2014/main" val="457374945"/>
                  </a:ext>
                </a:extLst>
              </a:tr>
              <a:tr h="370840">
                <a:tc>
                  <a:txBody>
                    <a:bodyPr/>
                    <a:lstStyle/>
                    <a:p>
                      <a:pPr algn="r"/>
                      <a:r>
                        <a:rPr lang="de-DE" dirty="0"/>
                        <a:t>6</a:t>
                      </a:r>
                    </a:p>
                  </a:txBody>
                  <a:tcPr/>
                </a:tc>
                <a:tc>
                  <a:txBody>
                    <a:bodyPr/>
                    <a:lstStyle/>
                    <a:p>
                      <a:r>
                        <a:rPr lang="de-DE" dirty="0" err="1"/>
                        <a:t>Application</a:t>
                      </a:r>
                      <a:r>
                        <a:rPr lang="de-DE" dirty="0"/>
                        <a:t> registrieren</a:t>
                      </a:r>
                    </a:p>
                  </a:txBody>
                  <a:tcPr/>
                </a:tc>
                <a:tc>
                  <a:txBody>
                    <a:bodyPr/>
                    <a:lstStyle/>
                    <a:p>
                      <a:r>
                        <a:rPr lang="de-DE" dirty="0"/>
                        <a:t>API-Konsument</a:t>
                      </a:r>
                    </a:p>
                  </a:txBody>
                  <a:tcPr/>
                </a:tc>
                <a:extLst>
                  <a:ext uri="{0D108BD9-81ED-4DB2-BD59-A6C34878D82A}">
                    <a16:rowId xmlns:a16="http://schemas.microsoft.com/office/drawing/2014/main" val="2517221285"/>
                  </a:ext>
                </a:extLst>
              </a:tr>
              <a:tr h="370840">
                <a:tc>
                  <a:txBody>
                    <a:bodyPr/>
                    <a:lstStyle/>
                    <a:p>
                      <a:pPr algn="r"/>
                      <a:r>
                        <a:rPr lang="de-DE" dirty="0"/>
                        <a:t>7</a:t>
                      </a:r>
                    </a:p>
                  </a:txBody>
                  <a:tcPr/>
                </a:tc>
                <a:tc>
                  <a:txBody>
                    <a:bodyPr/>
                    <a:lstStyle/>
                    <a:p>
                      <a:r>
                        <a:rPr lang="de-DE" dirty="0"/>
                        <a:t>API aufrufen</a:t>
                      </a:r>
                    </a:p>
                  </a:txBody>
                  <a:tcPr/>
                </a:tc>
                <a:tc>
                  <a:txBody>
                    <a:bodyPr/>
                    <a:lstStyle/>
                    <a:p>
                      <a:r>
                        <a:rPr lang="de-DE" dirty="0"/>
                        <a:t>Client-Anwendung</a:t>
                      </a:r>
                    </a:p>
                  </a:txBody>
                  <a:tcPr/>
                </a:tc>
                <a:extLst>
                  <a:ext uri="{0D108BD9-81ED-4DB2-BD59-A6C34878D82A}">
                    <a16:rowId xmlns:a16="http://schemas.microsoft.com/office/drawing/2014/main" val="3023410630"/>
                  </a:ext>
                </a:extLst>
              </a:tr>
              <a:tr h="370840">
                <a:tc>
                  <a:txBody>
                    <a:bodyPr/>
                    <a:lstStyle/>
                    <a:p>
                      <a:pPr algn="r"/>
                      <a:r>
                        <a:rPr lang="de-DE" dirty="0"/>
                        <a:t>8</a:t>
                      </a:r>
                    </a:p>
                  </a:txBody>
                  <a:tcPr/>
                </a:tc>
                <a:tc>
                  <a:txBody>
                    <a:bodyPr/>
                    <a:lstStyle/>
                    <a:p>
                      <a:r>
                        <a:rPr lang="de-DE" dirty="0"/>
                        <a:t>Nutzung überwachen</a:t>
                      </a:r>
                    </a:p>
                  </a:txBody>
                  <a:tcPr/>
                </a:tc>
                <a:tc>
                  <a:txBody>
                    <a:bodyPr/>
                    <a:lstStyle/>
                    <a:p>
                      <a:r>
                        <a:rPr lang="de-DE" dirty="0"/>
                        <a:t>API-Betreiber</a:t>
                      </a:r>
                    </a:p>
                  </a:txBody>
                  <a:tcPr/>
                </a:tc>
                <a:extLst>
                  <a:ext uri="{0D108BD9-81ED-4DB2-BD59-A6C34878D82A}">
                    <a16:rowId xmlns:a16="http://schemas.microsoft.com/office/drawing/2014/main" val="3565172839"/>
                  </a:ext>
                </a:extLst>
              </a:tr>
            </a:tbl>
          </a:graphicData>
        </a:graphic>
      </p:graphicFrame>
    </p:spTree>
    <p:extLst>
      <p:ext uri="{BB962C8B-B14F-4D97-AF65-F5344CB8AC3E}">
        <p14:creationId xmlns:p14="http://schemas.microsoft.com/office/powerpoint/2010/main" val="421856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E7F19C-3621-BD9B-CB16-13778C697739}"/>
              </a:ext>
            </a:extLst>
          </p:cNvPr>
          <p:cNvSpPr>
            <a:spLocks noGrp="1"/>
          </p:cNvSpPr>
          <p:nvPr>
            <p:ph type="title"/>
          </p:nvPr>
        </p:nvSpPr>
        <p:spPr/>
        <p:txBody>
          <a:bodyPr/>
          <a:lstStyle/>
          <a:p>
            <a:r>
              <a:rPr lang="de-DE" dirty="0"/>
              <a:t>API Provider</a:t>
            </a:r>
          </a:p>
        </p:txBody>
      </p:sp>
      <p:sp>
        <p:nvSpPr>
          <p:cNvPr id="5" name="Inhaltsplatzhalter 4">
            <a:extLst>
              <a:ext uri="{FF2B5EF4-FFF2-40B4-BE49-F238E27FC236}">
                <a16:creationId xmlns:a16="http://schemas.microsoft.com/office/drawing/2014/main" id="{ED9DEEBE-511F-CE5E-7565-F2B09E9DC350}"/>
              </a:ext>
            </a:extLst>
          </p:cNvPr>
          <p:cNvSpPr>
            <a:spLocks noGrp="1"/>
          </p:cNvSpPr>
          <p:nvPr>
            <p:ph idx="1"/>
          </p:nvPr>
        </p:nvSpPr>
        <p:spPr/>
        <p:txBody>
          <a:bodyPr/>
          <a:lstStyle/>
          <a:p>
            <a:r>
              <a:rPr lang="de-DE" dirty="0"/>
              <a:t>Was ist ein API Provider?</a:t>
            </a:r>
          </a:p>
          <a:p>
            <a:r>
              <a:rPr lang="de-DE" dirty="0"/>
              <a:t>Verbindungstypen</a:t>
            </a:r>
          </a:p>
          <a:p>
            <a:r>
              <a:rPr lang="de-DE" dirty="0"/>
              <a:t>Catalog Service</a:t>
            </a:r>
          </a:p>
          <a:p>
            <a:endParaRPr lang="de-DE" dirty="0"/>
          </a:p>
        </p:txBody>
      </p:sp>
    </p:spTree>
    <p:extLst>
      <p:ext uri="{BB962C8B-B14F-4D97-AF65-F5344CB8AC3E}">
        <p14:creationId xmlns:p14="http://schemas.microsoft.com/office/powerpoint/2010/main" val="1169051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FDB264-7832-7963-B816-247605176D55}"/>
              </a:ext>
            </a:extLst>
          </p:cNvPr>
          <p:cNvSpPr>
            <a:spLocks noGrp="1"/>
          </p:cNvSpPr>
          <p:nvPr>
            <p:ph type="title"/>
          </p:nvPr>
        </p:nvSpPr>
        <p:spPr/>
        <p:txBody>
          <a:bodyPr/>
          <a:lstStyle/>
          <a:p>
            <a:r>
              <a:rPr lang="de-DE" dirty="0"/>
              <a:t>Was ist ein API Provider?</a:t>
            </a:r>
          </a:p>
        </p:txBody>
      </p:sp>
      <p:sp>
        <p:nvSpPr>
          <p:cNvPr id="3" name="Inhaltsplatzhalter 2">
            <a:extLst>
              <a:ext uri="{FF2B5EF4-FFF2-40B4-BE49-F238E27FC236}">
                <a16:creationId xmlns:a16="http://schemas.microsoft.com/office/drawing/2014/main" id="{E45389A6-5E84-852D-6525-7060867FA1DB}"/>
              </a:ext>
            </a:extLst>
          </p:cNvPr>
          <p:cNvSpPr>
            <a:spLocks noGrp="1"/>
          </p:cNvSpPr>
          <p:nvPr>
            <p:ph idx="1"/>
          </p:nvPr>
        </p:nvSpPr>
        <p:spPr/>
        <p:txBody>
          <a:bodyPr/>
          <a:lstStyle/>
          <a:p>
            <a:pPr marL="0" indent="0">
              <a:buNone/>
            </a:pPr>
            <a:r>
              <a:rPr lang="de-DE" dirty="0"/>
              <a:t>Ein API Provider beschreibt ein Backend-System:</a:t>
            </a:r>
          </a:p>
          <a:p>
            <a:r>
              <a:rPr lang="de-DE" dirty="0"/>
              <a:t>Host und Port </a:t>
            </a:r>
          </a:p>
          <a:p>
            <a:r>
              <a:rPr lang="de-DE" dirty="0"/>
              <a:t>Internet- oder On-</a:t>
            </a:r>
            <a:r>
              <a:rPr lang="de-DE" dirty="0" err="1"/>
              <a:t>Premise</a:t>
            </a:r>
            <a:r>
              <a:rPr lang="de-DE" dirty="0"/>
              <a:t>-Verbindung </a:t>
            </a:r>
          </a:p>
          <a:p>
            <a:r>
              <a:rPr lang="de-DE" dirty="0"/>
              <a:t>TLS- und Zertifikatseinstellungen </a:t>
            </a:r>
          </a:p>
          <a:p>
            <a:r>
              <a:rPr lang="de-DE" dirty="0"/>
              <a:t>Authentifizierung am Servicekatalog </a:t>
            </a:r>
          </a:p>
          <a:p>
            <a:r>
              <a:rPr lang="de-DE" dirty="0"/>
              <a:t>Pfad zum API- beziehungsweise </a:t>
            </a:r>
            <a:r>
              <a:rPr lang="de-DE" dirty="0" err="1"/>
              <a:t>OData</a:t>
            </a:r>
            <a:r>
              <a:rPr lang="de-DE" dirty="0"/>
              <a:t>-Katalog </a:t>
            </a:r>
          </a:p>
          <a:p>
            <a:r>
              <a:rPr lang="de-DE" dirty="0"/>
              <a:t>Ein Provider kann von mehreren API </a:t>
            </a:r>
            <a:r>
              <a:rPr lang="de-DE" dirty="0" err="1"/>
              <a:t>Proxies</a:t>
            </a:r>
            <a:r>
              <a:rPr lang="de-DE" dirty="0"/>
              <a:t> verwendet werden.</a:t>
            </a:r>
          </a:p>
          <a:p>
            <a:endParaRPr lang="de-DE" dirty="0"/>
          </a:p>
        </p:txBody>
      </p:sp>
      <p:sp>
        <p:nvSpPr>
          <p:cNvPr id="7" name="Textfeld 6">
            <a:extLst>
              <a:ext uri="{FF2B5EF4-FFF2-40B4-BE49-F238E27FC236}">
                <a16:creationId xmlns:a16="http://schemas.microsoft.com/office/drawing/2014/main" id="{F5E7934C-2D8D-85A1-FE29-1BAFD5B62D75}"/>
              </a:ext>
            </a:extLst>
          </p:cNvPr>
          <p:cNvSpPr txBox="1"/>
          <p:nvPr/>
        </p:nvSpPr>
        <p:spPr>
          <a:xfrm>
            <a:off x="838200" y="6021594"/>
            <a:ext cx="4724370" cy="369332"/>
          </a:xfrm>
          <a:prstGeom prst="rect">
            <a:avLst/>
          </a:prstGeom>
          <a:noFill/>
        </p:spPr>
        <p:txBody>
          <a:bodyPr wrap="none" rtlCol="0">
            <a:spAutoFit/>
          </a:bodyPr>
          <a:lstStyle/>
          <a:p>
            <a:r>
              <a:rPr lang="de-DE" dirty="0">
                <a:highlight>
                  <a:srgbClr val="FFFF00"/>
                </a:highlight>
              </a:rPr>
              <a:t>Der API Provider ist noch keine aufrufbare API.</a:t>
            </a:r>
          </a:p>
        </p:txBody>
      </p:sp>
    </p:spTree>
    <p:extLst>
      <p:ext uri="{BB962C8B-B14F-4D97-AF65-F5344CB8AC3E}">
        <p14:creationId xmlns:p14="http://schemas.microsoft.com/office/powerpoint/2010/main" val="3529958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EF67E9-BBCF-A7B4-3799-325B75B741D6}"/>
              </a:ext>
            </a:extLst>
          </p:cNvPr>
          <p:cNvSpPr>
            <a:spLocks noGrp="1"/>
          </p:cNvSpPr>
          <p:nvPr>
            <p:ph type="title"/>
          </p:nvPr>
        </p:nvSpPr>
        <p:spPr/>
        <p:txBody>
          <a:bodyPr/>
          <a:lstStyle/>
          <a:p>
            <a:r>
              <a:rPr lang="de-DE" dirty="0"/>
              <a:t>Zwei Wege zum API Proxy</a:t>
            </a:r>
          </a:p>
        </p:txBody>
      </p:sp>
      <p:sp>
        <p:nvSpPr>
          <p:cNvPr id="4" name="Textplatzhalter 3">
            <a:extLst>
              <a:ext uri="{FF2B5EF4-FFF2-40B4-BE49-F238E27FC236}">
                <a16:creationId xmlns:a16="http://schemas.microsoft.com/office/drawing/2014/main" id="{E4C06908-5D84-F757-E962-AF88058CD4FE}"/>
              </a:ext>
            </a:extLst>
          </p:cNvPr>
          <p:cNvSpPr>
            <a:spLocks noGrp="1"/>
          </p:cNvSpPr>
          <p:nvPr>
            <p:ph type="body" idx="1"/>
          </p:nvPr>
        </p:nvSpPr>
        <p:spPr/>
        <p:txBody>
          <a:bodyPr/>
          <a:lstStyle/>
          <a:p>
            <a:r>
              <a:rPr lang="de-DE" dirty="0"/>
              <a:t>Katalogbasierte Erstellung</a:t>
            </a:r>
          </a:p>
        </p:txBody>
      </p:sp>
      <p:sp>
        <p:nvSpPr>
          <p:cNvPr id="5" name="Inhaltsplatzhalter 4">
            <a:extLst>
              <a:ext uri="{FF2B5EF4-FFF2-40B4-BE49-F238E27FC236}">
                <a16:creationId xmlns:a16="http://schemas.microsoft.com/office/drawing/2014/main" id="{2CC473C2-7ABB-80FA-78B7-DFC575BD1C8F}"/>
              </a:ext>
            </a:extLst>
          </p:cNvPr>
          <p:cNvSpPr>
            <a:spLocks noGrp="1"/>
          </p:cNvSpPr>
          <p:nvPr>
            <p:ph sz="half" idx="2"/>
          </p:nvPr>
        </p:nvSpPr>
        <p:spPr/>
        <p:txBody>
          <a:bodyPr/>
          <a:lstStyle/>
          <a:p>
            <a:pPr marL="514350" indent="-514350">
              <a:buFont typeface="+mj-lt"/>
              <a:buAutoNum type="arabicPeriod"/>
            </a:pPr>
            <a:r>
              <a:rPr lang="de-DE" dirty="0"/>
              <a:t>API Proxy erstellen</a:t>
            </a:r>
          </a:p>
          <a:p>
            <a:pPr marL="514350" indent="-514350">
              <a:buFont typeface="+mj-lt"/>
              <a:buAutoNum type="arabicPeriod"/>
            </a:pPr>
            <a:r>
              <a:rPr lang="de-DE" dirty="0"/>
              <a:t>API Provider auswählen</a:t>
            </a:r>
          </a:p>
          <a:p>
            <a:pPr marL="514350" indent="-514350">
              <a:buFont typeface="+mj-lt"/>
              <a:buAutoNum type="arabicPeriod"/>
            </a:pPr>
            <a:r>
              <a:rPr lang="de-DE" dirty="0"/>
              <a:t>Service auswählen</a:t>
            </a:r>
          </a:p>
          <a:p>
            <a:pPr marL="514350" indent="-514350">
              <a:buFont typeface="+mj-lt"/>
              <a:buAutoNum type="arabicPeriod"/>
            </a:pPr>
            <a:r>
              <a:rPr lang="de-DE" dirty="0"/>
              <a:t>Ressourcen übernehmen</a:t>
            </a:r>
          </a:p>
        </p:txBody>
      </p:sp>
      <p:sp>
        <p:nvSpPr>
          <p:cNvPr id="6" name="Textplatzhalter 5">
            <a:extLst>
              <a:ext uri="{FF2B5EF4-FFF2-40B4-BE49-F238E27FC236}">
                <a16:creationId xmlns:a16="http://schemas.microsoft.com/office/drawing/2014/main" id="{250678CD-27C3-009C-80E5-DC85C0D53236}"/>
              </a:ext>
            </a:extLst>
          </p:cNvPr>
          <p:cNvSpPr>
            <a:spLocks noGrp="1"/>
          </p:cNvSpPr>
          <p:nvPr>
            <p:ph type="body" sz="quarter" idx="3"/>
          </p:nvPr>
        </p:nvSpPr>
        <p:spPr/>
        <p:txBody>
          <a:bodyPr/>
          <a:lstStyle/>
          <a:p>
            <a:r>
              <a:rPr lang="de-DE" dirty="0"/>
              <a:t>Direkte Erstellung</a:t>
            </a:r>
          </a:p>
        </p:txBody>
      </p:sp>
      <p:sp>
        <p:nvSpPr>
          <p:cNvPr id="7" name="Inhaltsplatzhalter 6">
            <a:extLst>
              <a:ext uri="{FF2B5EF4-FFF2-40B4-BE49-F238E27FC236}">
                <a16:creationId xmlns:a16="http://schemas.microsoft.com/office/drawing/2014/main" id="{BD92E78F-8C4E-0B2C-B177-DA1FC90BC606}"/>
              </a:ext>
            </a:extLst>
          </p:cNvPr>
          <p:cNvSpPr>
            <a:spLocks noGrp="1"/>
          </p:cNvSpPr>
          <p:nvPr>
            <p:ph sz="quarter" idx="4"/>
          </p:nvPr>
        </p:nvSpPr>
        <p:spPr/>
        <p:txBody>
          <a:bodyPr/>
          <a:lstStyle/>
          <a:p>
            <a:pPr marL="514350" indent="-514350">
              <a:buFont typeface="+mj-lt"/>
              <a:buAutoNum type="arabicPeriod"/>
            </a:pPr>
            <a:r>
              <a:rPr lang="de-DE" dirty="0"/>
              <a:t>API Proxy erstellen</a:t>
            </a:r>
          </a:p>
          <a:p>
            <a:pPr marL="514350" indent="-514350">
              <a:buFont typeface="+mj-lt"/>
              <a:buAutoNum type="arabicPeriod"/>
            </a:pPr>
            <a:r>
              <a:rPr lang="de-DE" dirty="0"/>
              <a:t>URL auswählen</a:t>
            </a:r>
          </a:p>
          <a:p>
            <a:pPr marL="514350" indent="-514350">
              <a:buFont typeface="+mj-lt"/>
              <a:buAutoNum type="arabicPeriod"/>
            </a:pPr>
            <a:r>
              <a:rPr lang="de-DE" dirty="0"/>
              <a:t>Ressourcen selbst erstellen oder importieren</a:t>
            </a:r>
          </a:p>
          <a:p>
            <a:pPr marL="514350" indent="-514350">
              <a:buFont typeface="+mj-lt"/>
              <a:buAutoNum type="arabicPeriod"/>
            </a:pPr>
            <a:endParaRPr lang="de-DE" dirty="0"/>
          </a:p>
          <a:p>
            <a:pPr marL="514350" indent="-514350">
              <a:buFont typeface="+mj-lt"/>
              <a:buAutoNum type="arabicPeriod"/>
            </a:pPr>
            <a:endParaRPr lang="de-DE" dirty="0"/>
          </a:p>
        </p:txBody>
      </p:sp>
      <p:sp>
        <p:nvSpPr>
          <p:cNvPr id="9" name="Textfeld 8">
            <a:extLst>
              <a:ext uri="{FF2B5EF4-FFF2-40B4-BE49-F238E27FC236}">
                <a16:creationId xmlns:a16="http://schemas.microsoft.com/office/drawing/2014/main" id="{3B0CC0FD-E28A-FDC1-4CC6-4D76F0960B15}"/>
              </a:ext>
            </a:extLst>
          </p:cNvPr>
          <p:cNvSpPr txBox="1"/>
          <p:nvPr/>
        </p:nvSpPr>
        <p:spPr>
          <a:xfrm>
            <a:off x="838200" y="6021594"/>
            <a:ext cx="8168646" cy="369332"/>
          </a:xfrm>
          <a:prstGeom prst="rect">
            <a:avLst/>
          </a:prstGeom>
          <a:noFill/>
        </p:spPr>
        <p:txBody>
          <a:bodyPr wrap="none" rtlCol="0">
            <a:spAutoFit/>
          </a:bodyPr>
          <a:lstStyle/>
          <a:p>
            <a:r>
              <a:rPr lang="de-DE" dirty="0">
                <a:highlight>
                  <a:srgbClr val="FFFF00"/>
                </a:highlight>
              </a:rPr>
              <a:t>Der API Provider ist hilfreich, aber nicht für jeden API Proxy zwingend erforderlich.</a:t>
            </a:r>
          </a:p>
        </p:txBody>
      </p:sp>
    </p:spTree>
    <p:extLst>
      <p:ext uri="{BB962C8B-B14F-4D97-AF65-F5344CB8AC3E}">
        <p14:creationId xmlns:p14="http://schemas.microsoft.com/office/powerpoint/2010/main" val="3009245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51C17F-3DEE-24C5-D863-0CCEE2C72FE8}"/>
              </a:ext>
            </a:extLst>
          </p:cNvPr>
          <p:cNvSpPr>
            <a:spLocks noGrp="1"/>
          </p:cNvSpPr>
          <p:nvPr>
            <p:ph type="title"/>
          </p:nvPr>
        </p:nvSpPr>
        <p:spPr/>
        <p:txBody>
          <a:bodyPr/>
          <a:lstStyle/>
          <a:p>
            <a:r>
              <a:rPr lang="de-DE" dirty="0"/>
              <a:t>Aufbau eines API Providers</a:t>
            </a:r>
          </a:p>
        </p:txBody>
      </p:sp>
      <p:sp>
        <p:nvSpPr>
          <p:cNvPr id="3" name="Inhaltsplatzhalter 2">
            <a:extLst>
              <a:ext uri="{FF2B5EF4-FFF2-40B4-BE49-F238E27FC236}">
                <a16:creationId xmlns:a16="http://schemas.microsoft.com/office/drawing/2014/main" id="{3FF6644F-35B3-790A-0D60-FA1DAED649F1}"/>
              </a:ext>
            </a:extLst>
          </p:cNvPr>
          <p:cNvSpPr>
            <a:spLocks noGrp="1"/>
          </p:cNvSpPr>
          <p:nvPr>
            <p:ph idx="1"/>
          </p:nvPr>
        </p:nvSpPr>
        <p:spPr/>
        <p:txBody>
          <a:bodyPr>
            <a:normAutofit fontScale="85000" lnSpcReduction="20000"/>
          </a:bodyPr>
          <a:lstStyle/>
          <a:p>
            <a:pPr marL="0" indent="0">
              <a:buNone/>
            </a:pPr>
            <a:r>
              <a:rPr lang="de-DE" b="1" dirty="0" err="1"/>
              <a:t>Overview</a:t>
            </a:r>
            <a:endParaRPr lang="de-DE" b="1" dirty="0"/>
          </a:p>
          <a:p>
            <a:r>
              <a:rPr lang="de-DE" dirty="0"/>
              <a:t>Name und Beschreibung</a:t>
            </a:r>
          </a:p>
          <a:p>
            <a:pPr marL="0" indent="0">
              <a:buNone/>
            </a:pPr>
            <a:r>
              <a:rPr lang="de-DE" b="1" dirty="0"/>
              <a:t>Connection</a:t>
            </a:r>
          </a:p>
          <a:p>
            <a:r>
              <a:rPr lang="de-DE" dirty="0"/>
              <a:t>Verbindungstyp</a:t>
            </a:r>
          </a:p>
          <a:p>
            <a:r>
              <a:rPr lang="de-DE" dirty="0"/>
              <a:t>Host und Port</a:t>
            </a:r>
          </a:p>
          <a:p>
            <a:r>
              <a:rPr lang="de-DE" dirty="0"/>
              <a:t>SSL</a:t>
            </a:r>
          </a:p>
          <a:p>
            <a:pPr marL="0" indent="0">
              <a:buNone/>
            </a:pPr>
            <a:r>
              <a:rPr lang="de-DE" b="1" dirty="0"/>
              <a:t>Catalog Service Settings</a:t>
            </a:r>
          </a:p>
          <a:p>
            <a:r>
              <a:rPr lang="de-DE" dirty="0"/>
              <a:t>Path </a:t>
            </a:r>
            <a:r>
              <a:rPr lang="de-DE" dirty="0" err="1"/>
              <a:t>Prefix</a:t>
            </a:r>
            <a:r>
              <a:rPr lang="de-DE" dirty="0"/>
              <a:t> </a:t>
            </a:r>
          </a:p>
          <a:p>
            <a:r>
              <a:rPr lang="de-DE" dirty="0"/>
              <a:t>Service Collection URL </a:t>
            </a:r>
          </a:p>
          <a:p>
            <a:r>
              <a:rPr lang="de-DE" dirty="0"/>
              <a:t>Authentifizierung </a:t>
            </a:r>
          </a:p>
          <a:p>
            <a:r>
              <a:rPr lang="de-DE" dirty="0"/>
              <a:t>technischer Benutzer</a:t>
            </a:r>
          </a:p>
        </p:txBody>
      </p:sp>
    </p:spTree>
    <p:extLst>
      <p:ext uri="{BB962C8B-B14F-4D97-AF65-F5344CB8AC3E}">
        <p14:creationId xmlns:p14="http://schemas.microsoft.com/office/powerpoint/2010/main" val="1199936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D953CD-2F43-1283-5291-FA0C58C998CB}"/>
              </a:ext>
            </a:extLst>
          </p:cNvPr>
          <p:cNvSpPr>
            <a:spLocks noGrp="1"/>
          </p:cNvSpPr>
          <p:nvPr>
            <p:ph type="title"/>
          </p:nvPr>
        </p:nvSpPr>
        <p:spPr/>
        <p:txBody>
          <a:bodyPr/>
          <a:lstStyle/>
          <a:p>
            <a:r>
              <a:rPr lang="de-DE" dirty="0"/>
              <a:t>Verbindungstypen</a:t>
            </a:r>
          </a:p>
        </p:txBody>
      </p:sp>
      <p:sp>
        <p:nvSpPr>
          <p:cNvPr id="3" name="Inhaltsplatzhalter 2">
            <a:extLst>
              <a:ext uri="{FF2B5EF4-FFF2-40B4-BE49-F238E27FC236}">
                <a16:creationId xmlns:a16="http://schemas.microsoft.com/office/drawing/2014/main" id="{BE6510ED-40BF-52F7-F373-E89C45485BC6}"/>
              </a:ext>
            </a:extLst>
          </p:cNvPr>
          <p:cNvSpPr>
            <a:spLocks noGrp="1"/>
          </p:cNvSpPr>
          <p:nvPr>
            <p:ph idx="1"/>
          </p:nvPr>
        </p:nvSpPr>
        <p:spPr>
          <a:xfrm>
            <a:off x="838200" y="1690688"/>
            <a:ext cx="5832423" cy="4486275"/>
          </a:xfrm>
        </p:spPr>
        <p:txBody>
          <a:bodyPr>
            <a:normAutofit lnSpcReduction="10000"/>
          </a:bodyPr>
          <a:lstStyle/>
          <a:p>
            <a:pPr marL="0" indent="0">
              <a:buNone/>
            </a:pPr>
            <a:r>
              <a:rPr lang="de-DE" b="1" dirty="0"/>
              <a:t>Internet</a:t>
            </a:r>
            <a:endParaRPr lang="de-DE" dirty="0"/>
          </a:p>
          <a:p>
            <a:r>
              <a:rPr lang="de-DE" dirty="0"/>
              <a:t>öffentlich erreichbare </a:t>
            </a:r>
            <a:br>
              <a:rPr lang="de-DE" dirty="0"/>
            </a:br>
            <a:r>
              <a:rPr lang="de-DE" dirty="0"/>
              <a:t>Cloud-Systeme </a:t>
            </a:r>
          </a:p>
          <a:p>
            <a:r>
              <a:rPr lang="de-DE" dirty="0"/>
              <a:t>HTTPS-Verbindung </a:t>
            </a:r>
          </a:p>
          <a:p>
            <a:r>
              <a:rPr lang="de-DE" dirty="0"/>
              <a:t>z.B. SAP BTP ABAP </a:t>
            </a:r>
          </a:p>
          <a:p>
            <a:pPr marL="0" indent="0">
              <a:buNone/>
            </a:pPr>
            <a:r>
              <a:rPr lang="de-DE" b="1" dirty="0"/>
              <a:t>On </a:t>
            </a:r>
            <a:r>
              <a:rPr lang="de-DE" b="1" dirty="0" err="1"/>
              <a:t>Premise</a:t>
            </a:r>
            <a:endParaRPr lang="de-DE" dirty="0"/>
          </a:p>
          <a:p>
            <a:r>
              <a:rPr lang="de-DE" dirty="0"/>
              <a:t>internes Backend </a:t>
            </a:r>
          </a:p>
          <a:p>
            <a:r>
              <a:rPr lang="de-DE" dirty="0"/>
              <a:t>Verbindung über </a:t>
            </a:r>
            <a:br>
              <a:rPr lang="de-DE" dirty="0"/>
            </a:br>
            <a:r>
              <a:rPr lang="de-DE" dirty="0"/>
              <a:t>SAP Cloud Connector </a:t>
            </a:r>
          </a:p>
          <a:p>
            <a:r>
              <a:rPr lang="de-DE" dirty="0"/>
              <a:t>virtueller Host und virtueller Port</a:t>
            </a:r>
          </a:p>
          <a:p>
            <a:endParaRPr lang="de-DE" dirty="0"/>
          </a:p>
        </p:txBody>
      </p:sp>
      <p:pic>
        <p:nvPicPr>
          <p:cNvPr id="4" name="Grafik 3">
            <a:extLst>
              <a:ext uri="{FF2B5EF4-FFF2-40B4-BE49-F238E27FC236}">
                <a16:creationId xmlns:a16="http://schemas.microsoft.com/office/drawing/2014/main" id="{9DEE9B44-35DC-2C06-271D-66BA9D0359C4}"/>
              </a:ext>
            </a:extLst>
          </p:cNvPr>
          <p:cNvPicPr>
            <a:picLocks noChangeAspect="1"/>
          </p:cNvPicPr>
          <p:nvPr/>
        </p:nvPicPr>
        <p:blipFill>
          <a:blip r:embed="rId3"/>
          <a:stretch>
            <a:fillRect/>
          </a:stretch>
        </p:blipFill>
        <p:spPr>
          <a:xfrm>
            <a:off x="4910080" y="1665534"/>
            <a:ext cx="6443720" cy="3241076"/>
          </a:xfrm>
          <a:prstGeom prst="rect">
            <a:avLst/>
          </a:prstGeom>
        </p:spPr>
      </p:pic>
    </p:spTree>
    <p:extLst>
      <p:ext uri="{BB962C8B-B14F-4D97-AF65-F5344CB8AC3E}">
        <p14:creationId xmlns:p14="http://schemas.microsoft.com/office/powerpoint/2010/main" val="1684978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9C6BE3-3517-A4BF-B2A2-A2F8AEFB157B}"/>
              </a:ext>
            </a:extLst>
          </p:cNvPr>
          <p:cNvSpPr>
            <a:spLocks noGrp="1"/>
          </p:cNvSpPr>
          <p:nvPr>
            <p:ph type="title"/>
          </p:nvPr>
        </p:nvSpPr>
        <p:spPr/>
        <p:txBody>
          <a:bodyPr/>
          <a:lstStyle/>
          <a:p>
            <a:r>
              <a:rPr lang="de-DE" dirty="0"/>
              <a:t>Catalog Service Settings</a:t>
            </a:r>
          </a:p>
        </p:txBody>
      </p:sp>
      <p:pic>
        <p:nvPicPr>
          <p:cNvPr id="7" name="Inhaltsplatzhalter 6">
            <a:extLst>
              <a:ext uri="{FF2B5EF4-FFF2-40B4-BE49-F238E27FC236}">
                <a16:creationId xmlns:a16="http://schemas.microsoft.com/office/drawing/2014/main" id="{A2D43ED6-94DE-3EF1-34B6-CB020FAE93EF}"/>
              </a:ext>
            </a:extLst>
          </p:cNvPr>
          <p:cNvPicPr>
            <a:picLocks noGrp="1" noChangeAspect="1"/>
          </p:cNvPicPr>
          <p:nvPr>
            <p:ph idx="1"/>
          </p:nvPr>
        </p:nvPicPr>
        <p:blipFill>
          <a:blip r:embed="rId3"/>
          <a:stretch>
            <a:fillRect/>
          </a:stretch>
        </p:blipFill>
        <p:spPr>
          <a:xfrm>
            <a:off x="838199" y="1561839"/>
            <a:ext cx="6596921" cy="4435665"/>
          </a:xfrm>
          <a:prstGeom prst="rect">
            <a:avLst/>
          </a:prstGeom>
        </p:spPr>
      </p:pic>
    </p:spTree>
    <p:extLst>
      <p:ext uri="{BB962C8B-B14F-4D97-AF65-F5344CB8AC3E}">
        <p14:creationId xmlns:p14="http://schemas.microsoft.com/office/powerpoint/2010/main" val="1551982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70C677-2CC4-BAC4-1E82-75BF96B676EB}"/>
              </a:ext>
            </a:extLst>
          </p:cNvPr>
          <p:cNvSpPr>
            <a:spLocks noGrp="1"/>
          </p:cNvSpPr>
          <p:nvPr>
            <p:ph type="title"/>
          </p:nvPr>
        </p:nvSpPr>
        <p:spPr/>
        <p:txBody>
          <a:bodyPr/>
          <a:lstStyle/>
          <a:p>
            <a:r>
              <a:rPr lang="de-DE" dirty="0"/>
              <a:t>Was kann beim Provider schiefgehen?</a:t>
            </a:r>
          </a:p>
        </p:txBody>
      </p:sp>
      <p:graphicFrame>
        <p:nvGraphicFramePr>
          <p:cNvPr id="4" name="Inhaltsplatzhalter 3">
            <a:extLst>
              <a:ext uri="{FF2B5EF4-FFF2-40B4-BE49-F238E27FC236}">
                <a16:creationId xmlns:a16="http://schemas.microsoft.com/office/drawing/2014/main" id="{F4940EA6-855A-8331-FDC5-392DBA55F4EF}"/>
              </a:ext>
            </a:extLst>
          </p:cNvPr>
          <p:cNvGraphicFramePr>
            <a:graphicFrameLocks noGrp="1"/>
          </p:cNvGraphicFramePr>
          <p:nvPr>
            <p:ph idx="1"/>
            <p:extLst>
              <p:ext uri="{D42A27DB-BD31-4B8C-83A1-F6EECF244321}">
                <p14:modId xmlns:p14="http://schemas.microsoft.com/office/powerpoint/2010/main" val="1682207110"/>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4198495">
                  <a:extLst>
                    <a:ext uri="{9D8B030D-6E8A-4147-A177-3AD203B41FA5}">
                      <a16:colId xmlns:a16="http://schemas.microsoft.com/office/drawing/2014/main" val="4263966206"/>
                    </a:ext>
                  </a:extLst>
                </a:gridCol>
                <a:gridCol w="6317105">
                  <a:extLst>
                    <a:ext uri="{9D8B030D-6E8A-4147-A177-3AD203B41FA5}">
                      <a16:colId xmlns:a16="http://schemas.microsoft.com/office/drawing/2014/main" val="1577726214"/>
                    </a:ext>
                  </a:extLst>
                </a:gridCol>
              </a:tblGrid>
              <a:tr h="370840">
                <a:tc>
                  <a:txBody>
                    <a:bodyPr/>
                    <a:lstStyle/>
                    <a:p>
                      <a:r>
                        <a:rPr lang="de-DE" dirty="0"/>
                        <a:t>Symptom</a:t>
                      </a:r>
                    </a:p>
                  </a:txBody>
                  <a:tcPr/>
                </a:tc>
                <a:tc>
                  <a:txBody>
                    <a:bodyPr/>
                    <a:lstStyle/>
                    <a:p>
                      <a:r>
                        <a:rPr lang="de-DE" dirty="0"/>
                        <a:t>Mögliche Ursache</a:t>
                      </a:r>
                    </a:p>
                  </a:txBody>
                  <a:tcPr/>
                </a:tc>
                <a:extLst>
                  <a:ext uri="{0D108BD9-81ED-4DB2-BD59-A6C34878D82A}">
                    <a16:rowId xmlns:a16="http://schemas.microsoft.com/office/drawing/2014/main" val="2206143643"/>
                  </a:ext>
                </a:extLst>
              </a:tr>
              <a:tr h="370840">
                <a:tc>
                  <a:txBody>
                    <a:bodyPr/>
                    <a:lstStyle/>
                    <a:p>
                      <a:r>
                        <a:rPr lang="de-DE" dirty="0"/>
                        <a:t>Verbindungstest schlägt fehl</a:t>
                      </a:r>
                    </a:p>
                  </a:txBody>
                  <a:tcPr/>
                </a:tc>
                <a:tc>
                  <a:txBody>
                    <a:bodyPr/>
                    <a:lstStyle/>
                    <a:p>
                      <a:r>
                        <a:rPr lang="de-DE" dirty="0"/>
                        <a:t>Host, Port, TLS oder Netzwerk</a:t>
                      </a:r>
                    </a:p>
                  </a:txBody>
                  <a:tcPr/>
                </a:tc>
                <a:extLst>
                  <a:ext uri="{0D108BD9-81ED-4DB2-BD59-A6C34878D82A}">
                    <a16:rowId xmlns:a16="http://schemas.microsoft.com/office/drawing/2014/main" val="4181450909"/>
                  </a:ext>
                </a:extLst>
              </a:tr>
              <a:tr h="370840">
                <a:tc>
                  <a:txBody>
                    <a:bodyPr/>
                    <a:lstStyle/>
                    <a:p>
                      <a:r>
                        <a:rPr lang="de-DE" dirty="0"/>
                        <a:t>HTTP 401</a:t>
                      </a:r>
                    </a:p>
                  </a:txBody>
                  <a:tcPr/>
                </a:tc>
                <a:tc>
                  <a:txBody>
                    <a:bodyPr/>
                    <a:lstStyle/>
                    <a:p>
                      <a:r>
                        <a:rPr lang="de-DE" dirty="0"/>
                        <a:t>Zugangsdaten fehlen oder sind falsch</a:t>
                      </a:r>
                    </a:p>
                  </a:txBody>
                  <a:tcPr/>
                </a:tc>
                <a:extLst>
                  <a:ext uri="{0D108BD9-81ED-4DB2-BD59-A6C34878D82A}">
                    <a16:rowId xmlns:a16="http://schemas.microsoft.com/office/drawing/2014/main" val="2234690594"/>
                  </a:ext>
                </a:extLst>
              </a:tr>
              <a:tr h="370840">
                <a:tc>
                  <a:txBody>
                    <a:bodyPr/>
                    <a:lstStyle/>
                    <a:p>
                      <a:r>
                        <a:rPr lang="de-DE" dirty="0"/>
                        <a:t>HTTP 403</a:t>
                      </a:r>
                    </a:p>
                  </a:txBody>
                  <a:tcPr/>
                </a:tc>
                <a:tc>
                  <a:txBody>
                    <a:bodyPr/>
                    <a:lstStyle/>
                    <a:p>
                      <a:r>
                        <a:rPr lang="de-DE" dirty="0"/>
                        <a:t>Benutzer darf den Katalog nicht lesen</a:t>
                      </a:r>
                    </a:p>
                  </a:txBody>
                  <a:tcPr/>
                </a:tc>
                <a:extLst>
                  <a:ext uri="{0D108BD9-81ED-4DB2-BD59-A6C34878D82A}">
                    <a16:rowId xmlns:a16="http://schemas.microsoft.com/office/drawing/2014/main" val="756896248"/>
                  </a:ext>
                </a:extLst>
              </a:tr>
              <a:tr h="370840">
                <a:tc>
                  <a:txBody>
                    <a:bodyPr/>
                    <a:lstStyle/>
                    <a:p>
                      <a:r>
                        <a:rPr lang="de-DE" dirty="0"/>
                        <a:t>Katalog leer</a:t>
                      </a:r>
                    </a:p>
                  </a:txBody>
                  <a:tcPr/>
                </a:tc>
                <a:tc>
                  <a:txBody>
                    <a:bodyPr/>
                    <a:lstStyle/>
                    <a:p>
                      <a:r>
                        <a:rPr lang="de-DE" dirty="0"/>
                        <a:t>falscher Katalogpfad oder fehlende Services</a:t>
                      </a:r>
                    </a:p>
                  </a:txBody>
                  <a:tcPr/>
                </a:tc>
                <a:extLst>
                  <a:ext uri="{0D108BD9-81ED-4DB2-BD59-A6C34878D82A}">
                    <a16:rowId xmlns:a16="http://schemas.microsoft.com/office/drawing/2014/main" val="1741051617"/>
                  </a:ext>
                </a:extLst>
              </a:tr>
              <a:tr h="370840">
                <a:tc>
                  <a:txBody>
                    <a:bodyPr/>
                    <a:lstStyle/>
                    <a:p>
                      <a:r>
                        <a:rPr lang="de-DE" dirty="0"/>
                        <a:t>Einzelner Service funktioniert trotzdem</a:t>
                      </a:r>
                    </a:p>
                  </a:txBody>
                  <a:tcPr/>
                </a:tc>
                <a:tc>
                  <a:txBody>
                    <a:bodyPr/>
                    <a:lstStyle/>
                    <a:p>
                      <a:r>
                        <a:rPr lang="de-DE" dirty="0"/>
                        <a:t>Serviceberechtigung und Katalogberechtigung sind getrennt</a:t>
                      </a:r>
                    </a:p>
                  </a:txBody>
                  <a:tcPr/>
                </a:tc>
                <a:extLst>
                  <a:ext uri="{0D108BD9-81ED-4DB2-BD59-A6C34878D82A}">
                    <a16:rowId xmlns:a16="http://schemas.microsoft.com/office/drawing/2014/main" val="782464606"/>
                  </a:ext>
                </a:extLst>
              </a:tr>
            </a:tbl>
          </a:graphicData>
        </a:graphic>
      </p:graphicFrame>
    </p:spTree>
    <p:extLst>
      <p:ext uri="{BB962C8B-B14F-4D97-AF65-F5344CB8AC3E}">
        <p14:creationId xmlns:p14="http://schemas.microsoft.com/office/powerpoint/2010/main" val="595760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4FC5C5-0D84-33D6-4CFB-90ADE4B32555}"/>
              </a:ext>
            </a:extLst>
          </p:cNvPr>
          <p:cNvSpPr>
            <a:spLocks noGrp="1"/>
          </p:cNvSpPr>
          <p:nvPr>
            <p:ph type="title"/>
          </p:nvPr>
        </p:nvSpPr>
        <p:spPr/>
        <p:txBody>
          <a:bodyPr/>
          <a:lstStyle/>
          <a:p>
            <a:r>
              <a:rPr lang="de-DE" dirty="0"/>
              <a:t>API Provider: Nutzen und Grenzen</a:t>
            </a:r>
          </a:p>
        </p:txBody>
      </p:sp>
      <p:sp>
        <p:nvSpPr>
          <p:cNvPr id="4" name="Textplatzhalter 3">
            <a:extLst>
              <a:ext uri="{FF2B5EF4-FFF2-40B4-BE49-F238E27FC236}">
                <a16:creationId xmlns:a16="http://schemas.microsoft.com/office/drawing/2014/main" id="{A0500E33-45D4-508D-F4AF-3AF3A8B7895F}"/>
              </a:ext>
            </a:extLst>
          </p:cNvPr>
          <p:cNvSpPr>
            <a:spLocks noGrp="1"/>
          </p:cNvSpPr>
          <p:nvPr>
            <p:ph type="body" idx="1"/>
          </p:nvPr>
        </p:nvSpPr>
        <p:spPr/>
        <p:txBody>
          <a:bodyPr/>
          <a:lstStyle/>
          <a:p>
            <a:r>
              <a:rPr lang="de-DE" dirty="0"/>
              <a:t>Nutzen</a:t>
            </a:r>
          </a:p>
        </p:txBody>
      </p:sp>
      <p:sp>
        <p:nvSpPr>
          <p:cNvPr id="5" name="Inhaltsplatzhalter 4">
            <a:extLst>
              <a:ext uri="{FF2B5EF4-FFF2-40B4-BE49-F238E27FC236}">
                <a16:creationId xmlns:a16="http://schemas.microsoft.com/office/drawing/2014/main" id="{C271A4CF-AE1A-FE89-A91A-30663A3668BC}"/>
              </a:ext>
            </a:extLst>
          </p:cNvPr>
          <p:cNvSpPr>
            <a:spLocks noGrp="1"/>
          </p:cNvSpPr>
          <p:nvPr>
            <p:ph sz="half" idx="2"/>
          </p:nvPr>
        </p:nvSpPr>
        <p:spPr>
          <a:xfrm>
            <a:off x="839789" y="2505075"/>
            <a:ext cx="4796514" cy="3684588"/>
          </a:xfrm>
        </p:spPr>
        <p:txBody>
          <a:bodyPr>
            <a:normAutofit fontScale="92500"/>
          </a:bodyPr>
          <a:lstStyle/>
          <a:p>
            <a:r>
              <a:rPr lang="de-DE" dirty="0"/>
              <a:t>zentrale Backend-Konfiguration</a:t>
            </a:r>
          </a:p>
          <a:p>
            <a:r>
              <a:rPr lang="de-DE" dirty="0"/>
              <a:t>Wiederverwendung für mehrere APIs </a:t>
            </a:r>
          </a:p>
          <a:p>
            <a:r>
              <a:rPr lang="de-DE" dirty="0"/>
              <a:t>komfortable Service Discovery</a:t>
            </a:r>
          </a:p>
          <a:p>
            <a:r>
              <a:rPr lang="de-DE" dirty="0"/>
              <a:t>automatische Übernahme von Metadaten </a:t>
            </a:r>
          </a:p>
          <a:p>
            <a:r>
              <a:rPr lang="de-DE" dirty="0"/>
              <a:t>weniger manuelle URL-Konfiguration</a:t>
            </a:r>
          </a:p>
        </p:txBody>
      </p:sp>
      <p:sp>
        <p:nvSpPr>
          <p:cNvPr id="6" name="Textplatzhalter 5">
            <a:extLst>
              <a:ext uri="{FF2B5EF4-FFF2-40B4-BE49-F238E27FC236}">
                <a16:creationId xmlns:a16="http://schemas.microsoft.com/office/drawing/2014/main" id="{AC348624-28AF-8A63-94F6-64BE0801CFEE}"/>
              </a:ext>
            </a:extLst>
          </p:cNvPr>
          <p:cNvSpPr>
            <a:spLocks noGrp="1"/>
          </p:cNvSpPr>
          <p:nvPr>
            <p:ph type="body" sz="quarter" idx="3"/>
          </p:nvPr>
        </p:nvSpPr>
        <p:spPr>
          <a:xfrm>
            <a:off x="5876144" y="1681163"/>
            <a:ext cx="5479244" cy="823912"/>
          </a:xfrm>
        </p:spPr>
        <p:txBody>
          <a:bodyPr/>
          <a:lstStyle/>
          <a:p>
            <a:r>
              <a:rPr lang="de-DE" dirty="0"/>
              <a:t>Grenzen</a:t>
            </a:r>
          </a:p>
        </p:txBody>
      </p:sp>
      <p:sp>
        <p:nvSpPr>
          <p:cNvPr id="7" name="Inhaltsplatzhalter 6">
            <a:extLst>
              <a:ext uri="{FF2B5EF4-FFF2-40B4-BE49-F238E27FC236}">
                <a16:creationId xmlns:a16="http://schemas.microsoft.com/office/drawing/2014/main" id="{041D0D40-CACD-D2E9-8A69-B218F00E4B9B}"/>
              </a:ext>
            </a:extLst>
          </p:cNvPr>
          <p:cNvSpPr>
            <a:spLocks noGrp="1"/>
          </p:cNvSpPr>
          <p:nvPr>
            <p:ph sz="quarter" idx="4"/>
          </p:nvPr>
        </p:nvSpPr>
        <p:spPr>
          <a:xfrm>
            <a:off x="5876144" y="2505075"/>
            <a:ext cx="5479244" cy="3684588"/>
          </a:xfrm>
        </p:spPr>
        <p:txBody>
          <a:bodyPr>
            <a:normAutofit fontScale="92500"/>
          </a:bodyPr>
          <a:lstStyle/>
          <a:p>
            <a:r>
              <a:rPr lang="de-DE" dirty="0"/>
              <a:t>abhängig von einem erreichbaren Servicekatalog</a:t>
            </a:r>
          </a:p>
          <a:p>
            <a:r>
              <a:rPr lang="de-DE" dirty="0"/>
              <a:t>zusätzliche Katalogberechtigungen erforderlich </a:t>
            </a:r>
          </a:p>
          <a:p>
            <a:r>
              <a:rPr lang="de-DE" dirty="0"/>
              <a:t>nicht für jede REST-API verfügbar </a:t>
            </a:r>
          </a:p>
          <a:p>
            <a:r>
              <a:rPr lang="de-DE" dirty="0"/>
              <a:t>keine Absicherung der öffentlichen Proxy-URL </a:t>
            </a:r>
          </a:p>
          <a:p>
            <a:r>
              <a:rPr lang="de-DE" dirty="0"/>
              <a:t>kein Ersatz für </a:t>
            </a:r>
            <a:r>
              <a:rPr lang="de-DE" dirty="0" err="1"/>
              <a:t>Policies</a:t>
            </a:r>
            <a:endParaRPr lang="de-DE" dirty="0"/>
          </a:p>
        </p:txBody>
      </p:sp>
    </p:spTree>
    <p:extLst>
      <p:ext uri="{BB962C8B-B14F-4D97-AF65-F5344CB8AC3E}">
        <p14:creationId xmlns:p14="http://schemas.microsoft.com/office/powerpoint/2010/main" val="74146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EB1DFA-8021-5DE3-3990-4425519B7E49}"/>
              </a:ext>
            </a:extLst>
          </p:cNvPr>
          <p:cNvSpPr>
            <a:spLocks noGrp="1"/>
          </p:cNvSpPr>
          <p:nvPr>
            <p:ph type="title"/>
          </p:nvPr>
        </p:nvSpPr>
        <p:spPr/>
        <p:txBody>
          <a:bodyPr/>
          <a:lstStyle/>
          <a:p>
            <a:r>
              <a:rPr lang="de-DE" dirty="0"/>
              <a:t>API </a:t>
            </a:r>
            <a:r>
              <a:rPr lang="de-DE" dirty="0" err="1"/>
              <a:t>Proxies</a:t>
            </a:r>
            <a:endParaRPr lang="de-DE" dirty="0"/>
          </a:p>
        </p:txBody>
      </p:sp>
      <p:sp>
        <p:nvSpPr>
          <p:cNvPr id="3" name="Inhaltsplatzhalter 2">
            <a:extLst>
              <a:ext uri="{FF2B5EF4-FFF2-40B4-BE49-F238E27FC236}">
                <a16:creationId xmlns:a16="http://schemas.microsoft.com/office/drawing/2014/main" id="{1339D31C-B235-997B-1C3A-01457EE28F6E}"/>
              </a:ext>
            </a:extLst>
          </p:cNvPr>
          <p:cNvSpPr>
            <a:spLocks noGrp="1"/>
          </p:cNvSpPr>
          <p:nvPr>
            <p:ph idx="1"/>
          </p:nvPr>
        </p:nvSpPr>
        <p:spPr/>
        <p:txBody>
          <a:bodyPr/>
          <a:lstStyle/>
          <a:p>
            <a:r>
              <a:rPr lang="de-DE" dirty="0"/>
              <a:t>Vom Backend-Service zum API Proxy</a:t>
            </a:r>
          </a:p>
          <a:p>
            <a:r>
              <a:rPr lang="de-DE" dirty="0"/>
              <a:t>Proxy- und Target-URL</a:t>
            </a:r>
          </a:p>
          <a:p>
            <a:r>
              <a:rPr lang="de-DE" dirty="0"/>
              <a:t>Ressourcen und Operationen</a:t>
            </a:r>
          </a:p>
          <a:p>
            <a:r>
              <a:rPr lang="de-DE" dirty="0"/>
              <a:t>Der Proxy-Flow</a:t>
            </a:r>
          </a:p>
          <a:p>
            <a:r>
              <a:rPr lang="de-DE" dirty="0"/>
              <a:t>Client- und Backend-Authentifizierung</a:t>
            </a:r>
          </a:p>
          <a:p>
            <a:endParaRPr lang="de-DE" dirty="0"/>
          </a:p>
          <a:p>
            <a:endParaRPr lang="de-DE" dirty="0"/>
          </a:p>
        </p:txBody>
      </p:sp>
    </p:spTree>
    <p:extLst>
      <p:ext uri="{BB962C8B-B14F-4D97-AF65-F5344CB8AC3E}">
        <p14:creationId xmlns:p14="http://schemas.microsoft.com/office/powerpoint/2010/main" val="14915091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1FB247-806A-2E3E-FBA5-E565AEB3637A}"/>
              </a:ext>
            </a:extLst>
          </p:cNvPr>
          <p:cNvSpPr>
            <a:spLocks noGrp="1"/>
          </p:cNvSpPr>
          <p:nvPr>
            <p:ph type="title"/>
          </p:nvPr>
        </p:nvSpPr>
        <p:spPr/>
        <p:txBody>
          <a:bodyPr/>
          <a:lstStyle/>
          <a:p>
            <a:r>
              <a:rPr lang="de-DE" dirty="0"/>
              <a:t>Vom Backend-Service zum API Proxy</a:t>
            </a:r>
          </a:p>
        </p:txBody>
      </p:sp>
      <p:sp>
        <p:nvSpPr>
          <p:cNvPr id="3" name="Inhaltsplatzhalter 2">
            <a:extLst>
              <a:ext uri="{FF2B5EF4-FFF2-40B4-BE49-F238E27FC236}">
                <a16:creationId xmlns:a16="http://schemas.microsoft.com/office/drawing/2014/main" id="{645D9C56-FD7E-F3F8-7D97-C5D5B9EC9552}"/>
              </a:ext>
            </a:extLst>
          </p:cNvPr>
          <p:cNvSpPr>
            <a:spLocks noGrp="1"/>
          </p:cNvSpPr>
          <p:nvPr>
            <p:ph idx="1"/>
          </p:nvPr>
        </p:nvSpPr>
        <p:spPr/>
        <p:txBody>
          <a:bodyPr>
            <a:normAutofit/>
          </a:bodyPr>
          <a:lstStyle/>
          <a:p>
            <a:pPr marL="0" indent="0">
              <a:buNone/>
            </a:pPr>
            <a:r>
              <a:rPr lang="de-DE" dirty="0"/>
              <a:t>Der API Proxy stellt eine verwaltete API bereit.</a:t>
            </a:r>
          </a:p>
          <a:p>
            <a:pPr marL="0" indent="0">
              <a:buNone/>
            </a:pPr>
            <a:r>
              <a:rPr lang="de-DE" b="1" dirty="0"/>
              <a:t>Der API Proxy kann:</a:t>
            </a:r>
          </a:p>
          <a:p>
            <a:r>
              <a:rPr lang="de-DE" dirty="0"/>
              <a:t>eine eigene öffentliche URL bereitstellen </a:t>
            </a:r>
          </a:p>
          <a:p>
            <a:r>
              <a:rPr lang="de-DE" dirty="0"/>
              <a:t>Backend-Adressen verbergen </a:t>
            </a:r>
          </a:p>
          <a:p>
            <a:r>
              <a:rPr lang="de-DE" dirty="0"/>
              <a:t>Ressourcen auswählen </a:t>
            </a:r>
          </a:p>
          <a:p>
            <a:r>
              <a:rPr lang="de-DE" dirty="0"/>
              <a:t>Requests und Responses verarbeiten </a:t>
            </a:r>
          </a:p>
          <a:p>
            <a:r>
              <a:rPr lang="de-DE" dirty="0" err="1"/>
              <a:t>Policies</a:t>
            </a:r>
            <a:r>
              <a:rPr lang="de-DE" dirty="0"/>
              <a:t> ausführen </a:t>
            </a:r>
          </a:p>
          <a:p>
            <a:r>
              <a:rPr lang="de-DE" dirty="0"/>
              <a:t>Zugriffe messen und steuern</a:t>
            </a:r>
          </a:p>
          <a:p>
            <a:endParaRPr lang="de-DE" dirty="0"/>
          </a:p>
        </p:txBody>
      </p:sp>
      <p:pic>
        <p:nvPicPr>
          <p:cNvPr id="4" name="Grafik 3">
            <a:extLst>
              <a:ext uri="{FF2B5EF4-FFF2-40B4-BE49-F238E27FC236}">
                <a16:creationId xmlns:a16="http://schemas.microsoft.com/office/drawing/2014/main" id="{73B723C5-69E0-E2D3-76EB-F297A789D2B1}"/>
              </a:ext>
            </a:extLst>
          </p:cNvPr>
          <p:cNvPicPr>
            <a:picLocks noChangeAspect="1"/>
          </p:cNvPicPr>
          <p:nvPr/>
        </p:nvPicPr>
        <p:blipFill>
          <a:blip r:embed="rId3"/>
          <a:stretch>
            <a:fillRect/>
          </a:stretch>
        </p:blipFill>
        <p:spPr>
          <a:xfrm>
            <a:off x="8349521" y="1690688"/>
            <a:ext cx="3334062" cy="4483739"/>
          </a:xfrm>
          <a:prstGeom prst="rect">
            <a:avLst/>
          </a:prstGeom>
        </p:spPr>
      </p:pic>
    </p:spTree>
    <p:extLst>
      <p:ext uri="{BB962C8B-B14F-4D97-AF65-F5344CB8AC3E}">
        <p14:creationId xmlns:p14="http://schemas.microsoft.com/office/powerpoint/2010/main" val="3158140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3F2785-D1B7-3873-52A1-24CA892DA126}"/>
              </a:ext>
            </a:extLst>
          </p:cNvPr>
          <p:cNvSpPr>
            <a:spLocks noGrp="1"/>
          </p:cNvSpPr>
          <p:nvPr>
            <p:ph type="title"/>
          </p:nvPr>
        </p:nvSpPr>
        <p:spPr/>
        <p:txBody>
          <a:bodyPr/>
          <a:lstStyle/>
          <a:p>
            <a:r>
              <a:rPr lang="de-DE" dirty="0"/>
              <a:t>Warum eine Proxy-URL?</a:t>
            </a:r>
          </a:p>
        </p:txBody>
      </p:sp>
      <p:sp>
        <p:nvSpPr>
          <p:cNvPr id="3" name="Inhaltsplatzhalter 2">
            <a:extLst>
              <a:ext uri="{FF2B5EF4-FFF2-40B4-BE49-F238E27FC236}">
                <a16:creationId xmlns:a16="http://schemas.microsoft.com/office/drawing/2014/main" id="{F216110C-DFAF-4701-E24B-DE6BD596DA44}"/>
              </a:ext>
            </a:extLst>
          </p:cNvPr>
          <p:cNvSpPr>
            <a:spLocks noGrp="1"/>
          </p:cNvSpPr>
          <p:nvPr>
            <p:ph idx="1"/>
          </p:nvPr>
        </p:nvSpPr>
        <p:spPr/>
        <p:txBody>
          <a:bodyPr>
            <a:normAutofit fontScale="77500" lnSpcReduction="20000"/>
          </a:bodyPr>
          <a:lstStyle/>
          <a:p>
            <a:pPr marL="0" indent="0">
              <a:buNone/>
            </a:pPr>
            <a:r>
              <a:rPr lang="de-DE" dirty="0">
                <a:highlight>
                  <a:srgbClr val="FFFF00"/>
                </a:highlight>
              </a:rPr>
              <a:t>Die Proxy-URL entkoppelt Konsument und Backend.</a:t>
            </a:r>
          </a:p>
          <a:p>
            <a:pPr marL="0" indent="0">
              <a:buNone/>
            </a:pPr>
            <a:endParaRPr lang="de-DE" sz="100" dirty="0"/>
          </a:p>
          <a:p>
            <a:pPr marL="0" indent="0">
              <a:buNone/>
            </a:pPr>
            <a:r>
              <a:rPr lang="de-DE" sz="2400" dirty="0"/>
              <a:t>Backend-URL</a:t>
            </a:r>
          </a:p>
          <a:p>
            <a:pPr marL="0" indent="0">
              <a:buNone/>
            </a:pPr>
            <a:r>
              <a:rPr lang="de-DE" sz="2400" dirty="0">
                <a:latin typeface="Courier New" panose="02070309020205020404" pitchFamily="49" charset="0"/>
                <a:cs typeface="Courier New" panose="02070309020205020404" pitchFamily="49" charset="0"/>
              </a:rPr>
              <a:t>https://&lt;system&gt;/sap/opu/odata/sap/&lt;technischer-service&gt;</a:t>
            </a:r>
          </a:p>
          <a:p>
            <a:pPr marL="0" indent="0">
              <a:buNone/>
            </a:pPr>
            <a:endParaRPr lang="de-DE" sz="100" dirty="0">
              <a:latin typeface="Courier New" panose="02070309020205020404" pitchFamily="49" charset="0"/>
              <a:cs typeface="Courier New" panose="02070309020205020404" pitchFamily="49" charset="0"/>
            </a:endParaRPr>
          </a:p>
          <a:p>
            <a:pPr marL="0" indent="0">
              <a:buNone/>
            </a:pPr>
            <a:r>
              <a:rPr lang="de-DE" sz="2400" dirty="0"/>
              <a:t>Proxy-URL</a:t>
            </a:r>
          </a:p>
          <a:p>
            <a:pPr marL="0" indent="0">
              <a:buNone/>
            </a:pPr>
            <a:r>
              <a:rPr lang="de-DE" sz="2400" dirty="0">
                <a:latin typeface="Courier New" panose="02070309020205020404" pitchFamily="49" charset="0"/>
                <a:cs typeface="Courier New" panose="02070309020205020404" pitchFamily="49" charset="0"/>
              </a:rPr>
              <a:t>https://&lt;api-runtime&gt;/&lt;fachlicher-pfad&gt;/v1</a:t>
            </a:r>
          </a:p>
          <a:p>
            <a:pPr marL="0" indent="0">
              <a:buNone/>
            </a:pPr>
            <a:endParaRPr lang="de-DE" sz="100" dirty="0"/>
          </a:p>
          <a:p>
            <a:pPr marL="0" indent="0">
              <a:buNone/>
            </a:pPr>
            <a:r>
              <a:rPr lang="de-DE" b="1" dirty="0"/>
              <a:t>Vorteile:</a:t>
            </a:r>
          </a:p>
          <a:p>
            <a:r>
              <a:rPr lang="de-DE" dirty="0"/>
              <a:t>Backend-Host bleibt verborgen </a:t>
            </a:r>
          </a:p>
          <a:p>
            <a:r>
              <a:rPr lang="de-DE" dirty="0"/>
              <a:t>stabiler Endpunkt für Konsumenten </a:t>
            </a:r>
          </a:p>
          <a:p>
            <a:r>
              <a:rPr lang="de-DE" dirty="0"/>
              <a:t>fachlich verständlicher Pfad </a:t>
            </a:r>
          </a:p>
          <a:p>
            <a:r>
              <a:rPr lang="de-DE" dirty="0"/>
              <a:t>kontrollierte Versionierung </a:t>
            </a:r>
          </a:p>
          <a:p>
            <a:r>
              <a:rPr lang="de-DE" dirty="0"/>
              <a:t>Backend kann später ausgetauscht werden </a:t>
            </a:r>
          </a:p>
          <a:p>
            <a:pPr marL="0" indent="0">
              <a:buNone/>
            </a:pPr>
            <a:endParaRPr lang="de-DE" sz="2400" dirty="0">
              <a:latin typeface="Courier New" panose="02070309020205020404" pitchFamily="49" charset="0"/>
              <a:cs typeface="Courier New" panose="02070309020205020404" pitchFamily="49" charset="0"/>
            </a:endParaRPr>
          </a:p>
          <a:p>
            <a:pPr marL="0" indent="0">
              <a:buNone/>
            </a:pPr>
            <a:endParaRPr lang="de-DE" dirty="0"/>
          </a:p>
        </p:txBody>
      </p:sp>
    </p:spTree>
    <p:extLst>
      <p:ext uri="{BB962C8B-B14F-4D97-AF65-F5344CB8AC3E}">
        <p14:creationId xmlns:p14="http://schemas.microsoft.com/office/powerpoint/2010/main" val="220723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917992-2E2E-A277-EB8A-E4C51BB98F88}"/>
              </a:ext>
            </a:extLst>
          </p:cNvPr>
          <p:cNvSpPr>
            <a:spLocks noGrp="1"/>
          </p:cNvSpPr>
          <p:nvPr>
            <p:ph type="title"/>
          </p:nvPr>
        </p:nvSpPr>
        <p:spPr/>
        <p:txBody>
          <a:bodyPr/>
          <a:lstStyle/>
          <a:p>
            <a:r>
              <a:rPr lang="de-DE" dirty="0"/>
              <a:t>Einen sinnvollen Base Path wählen</a:t>
            </a:r>
          </a:p>
        </p:txBody>
      </p:sp>
      <p:sp>
        <p:nvSpPr>
          <p:cNvPr id="3" name="Inhaltsplatzhalter 2">
            <a:extLst>
              <a:ext uri="{FF2B5EF4-FFF2-40B4-BE49-F238E27FC236}">
                <a16:creationId xmlns:a16="http://schemas.microsoft.com/office/drawing/2014/main" id="{FE299ACF-E286-B38F-9F47-C9E592CD7EA7}"/>
              </a:ext>
            </a:extLst>
          </p:cNvPr>
          <p:cNvSpPr>
            <a:spLocks noGrp="1"/>
          </p:cNvSpPr>
          <p:nvPr>
            <p:ph idx="1"/>
          </p:nvPr>
        </p:nvSpPr>
        <p:spPr/>
        <p:txBody>
          <a:bodyPr>
            <a:normAutofit fontScale="92500" lnSpcReduction="10000"/>
          </a:bodyPr>
          <a:lstStyle/>
          <a:p>
            <a:pPr marL="0" indent="0">
              <a:buNone/>
            </a:pPr>
            <a:r>
              <a:rPr lang="de-DE" dirty="0">
                <a:highlight>
                  <a:srgbClr val="FFFF00"/>
                </a:highlight>
              </a:rPr>
              <a:t>Der Base Path ist Bestandteil des öffentlichen API-Vertrags.</a:t>
            </a:r>
          </a:p>
          <a:p>
            <a:pPr marL="0" indent="0">
              <a:buNone/>
            </a:pPr>
            <a:r>
              <a:rPr lang="de-DE" b="1" dirty="0"/>
              <a:t>Empfehlungen:</a:t>
            </a:r>
          </a:p>
          <a:p>
            <a:r>
              <a:rPr lang="de-DE" dirty="0"/>
              <a:t>fachliche Bezeichnung verwenden </a:t>
            </a:r>
          </a:p>
          <a:p>
            <a:r>
              <a:rPr lang="de-DE" dirty="0"/>
              <a:t>Kleinbuchstaben bevorzugen </a:t>
            </a:r>
          </a:p>
          <a:p>
            <a:r>
              <a:rPr lang="de-DE" dirty="0"/>
              <a:t>keine Backend-Technik offenlegen </a:t>
            </a:r>
          </a:p>
          <a:p>
            <a:r>
              <a:rPr lang="de-DE" dirty="0"/>
              <a:t>Version berücksichtigen </a:t>
            </a:r>
          </a:p>
          <a:p>
            <a:r>
              <a:rPr lang="de-DE" dirty="0"/>
              <a:t>dauerhaft stabil halten</a:t>
            </a:r>
          </a:p>
          <a:p>
            <a:pPr marL="0" indent="0">
              <a:buNone/>
            </a:pPr>
            <a:r>
              <a:rPr lang="de-DE" b="1" dirty="0"/>
              <a:t>Beispiele:</a:t>
            </a:r>
          </a:p>
          <a:p>
            <a:pPr marL="0" indent="0">
              <a:buNone/>
            </a:pPr>
            <a:r>
              <a:rPr lang="de-DE" sz="2200" dirty="0">
                <a:latin typeface="Courier New" panose="02070309020205020404" pitchFamily="49" charset="0"/>
                <a:cs typeface="Courier New" panose="02070309020205020404" pitchFamily="49" charset="0"/>
              </a:rPr>
              <a:t>/</a:t>
            </a:r>
            <a:r>
              <a:rPr lang="de-DE" sz="2200" dirty="0" err="1">
                <a:latin typeface="Courier New" panose="02070309020205020404" pitchFamily="49" charset="0"/>
                <a:cs typeface="Courier New" panose="02070309020205020404" pitchFamily="49" charset="0"/>
              </a:rPr>
              <a:t>sales</a:t>
            </a:r>
            <a:r>
              <a:rPr lang="de-DE" sz="2200" dirty="0">
                <a:latin typeface="Courier New" panose="02070309020205020404" pitchFamily="49" charset="0"/>
                <a:cs typeface="Courier New" panose="02070309020205020404" pitchFamily="49" charset="0"/>
              </a:rPr>
              <a:t>-orders</a:t>
            </a:r>
          </a:p>
          <a:p>
            <a:pPr marL="0" indent="0">
              <a:buNone/>
            </a:pPr>
            <a:r>
              <a:rPr lang="de-DE" sz="2200" dirty="0">
                <a:latin typeface="Courier New" panose="02070309020205020404" pitchFamily="49" charset="0"/>
                <a:cs typeface="Courier New" panose="02070309020205020404" pitchFamily="49" charset="0"/>
              </a:rPr>
              <a:t>/2/business-partners</a:t>
            </a:r>
          </a:p>
          <a:p>
            <a:endParaRPr lang="de-DE" dirty="0"/>
          </a:p>
        </p:txBody>
      </p:sp>
    </p:spTree>
    <p:extLst>
      <p:ext uri="{BB962C8B-B14F-4D97-AF65-F5344CB8AC3E}">
        <p14:creationId xmlns:p14="http://schemas.microsoft.com/office/powerpoint/2010/main" val="3988901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90B091-61A8-C273-D894-BC0176092506}"/>
              </a:ext>
            </a:extLst>
          </p:cNvPr>
          <p:cNvSpPr>
            <a:spLocks noGrp="1"/>
          </p:cNvSpPr>
          <p:nvPr>
            <p:ph type="title"/>
          </p:nvPr>
        </p:nvSpPr>
        <p:spPr/>
        <p:txBody>
          <a:bodyPr/>
          <a:lstStyle/>
          <a:p>
            <a:r>
              <a:rPr lang="de-DE" dirty="0"/>
              <a:t>Ressourcen und Operationen</a:t>
            </a:r>
          </a:p>
        </p:txBody>
      </p:sp>
      <p:pic>
        <p:nvPicPr>
          <p:cNvPr id="5" name="Inhaltsplatzhalter 4">
            <a:extLst>
              <a:ext uri="{FF2B5EF4-FFF2-40B4-BE49-F238E27FC236}">
                <a16:creationId xmlns:a16="http://schemas.microsoft.com/office/drawing/2014/main" id="{42F96109-2DB2-74ED-77ED-A9155B6E6F9A}"/>
              </a:ext>
            </a:extLst>
          </p:cNvPr>
          <p:cNvPicPr>
            <a:picLocks noGrp="1" noChangeAspect="1"/>
          </p:cNvPicPr>
          <p:nvPr>
            <p:ph idx="1"/>
          </p:nvPr>
        </p:nvPicPr>
        <p:blipFill>
          <a:blip r:embed="rId3"/>
          <a:stretch>
            <a:fillRect/>
          </a:stretch>
        </p:blipFill>
        <p:spPr>
          <a:xfrm>
            <a:off x="2432841" y="1825625"/>
            <a:ext cx="7326318" cy="4351338"/>
          </a:xfrm>
          <a:prstGeom prst="rect">
            <a:avLst/>
          </a:prstGeom>
        </p:spPr>
      </p:pic>
    </p:spTree>
    <p:extLst>
      <p:ext uri="{BB962C8B-B14F-4D97-AF65-F5344CB8AC3E}">
        <p14:creationId xmlns:p14="http://schemas.microsoft.com/office/powerpoint/2010/main" val="229858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35CA06-758E-D5CF-9AE2-C7D64858F765}"/>
              </a:ext>
            </a:extLst>
          </p:cNvPr>
          <p:cNvSpPr>
            <a:spLocks noGrp="1"/>
          </p:cNvSpPr>
          <p:nvPr>
            <p:ph type="title"/>
          </p:nvPr>
        </p:nvSpPr>
        <p:spPr/>
        <p:txBody>
          <a:bodyPr/>
          <a:lstStyle/>
          <a:p>
            <a:r>
              <a:rPr lang="de-DE" dirty="0"/>
              <a:t>Der Proxy-Flow</a:t>
            </a:r>
          </a:p>
        </p:txBody>
      </p:sp>
      <p:pic>
        <p:nvPicPr>
          <p:cNvPr id="7" name="Inhaltsplatzhalter 6">
            <a:extLst>
              <a:ext uri="{FF2B5EF4-FFF2-40B4-BE49-F238E27FC236}">
                <a16:creationId xmlns:a16="http://schemas.microsoft.com/office/drawing/2014/main" id="{8EADCBB0-91E3-EC87-CC74-83FC4FFDAF94}"/>
              </a:ext>
            </a:extLst>
          </p:cNvPr>
          <p:cNvPicPr>
            <a:picLocks noGrp="1" noChangeAspect="1"/>
          </p:cNvPicPr>
          <p:nvPr>
            <p:ph idx="1"/>
          </p:nvPr>
        </p:nvPicPr>
        <p:blipFill>
          <a:blip r:embed="rId3"/>
          <a:stretch>
            <a:fillRect/>
          </a:stretch>
        </p:blipFill>
        <p:spPr>
          <a:xfrm>
            <a:off x="959317" y="1825625"/>
            <a:ext cx="10273366" cy="4351338"/>
          </a:xfrm>
          <a:prstGeom prst="rect">
            <a:avLst/>
          </a:prstGeom>
        </p:spPr>
      </p:pic>
      <p:sp>
        <p:nvSpPr>
          <p:cNvPr id="11" name="Textfeld 10">
            <a:extLst>
              <a:ext uri="{FF2B5EF4-FFF2-40B4-BE49-F238E27FC236}">
                <a16:creationId xmlns:a16="http://schemas.microsoft.com/office/drawing/2014/main" id="{E0404DD2-A595-A280-D7A5-B4F0138B84F2}"/>
              </a:ext>
            </a:extLst>
          </p:cNvPr>
          <p:cNvSpPr txBox="1"/>
          <p:nvPr/>
        </p:nvSpPr>
        <p:spPr>
          <a:xfrm>
            <a:off x="959317" y="6311900"/>
            <a:ext cx="10394483" cy="307777"/>
          </a:xfrm>
          <a:prstGeom prst="rect">
            <a:avLst/>
          </a:prstGeom>
          <a:noFill/>
        </p:spPr>
        <p:txBody>
          <a:bodyPr wrap="square" rtlCol="0">
            <a:spAutoFit/>
          </a:bodyPr>
          <a:lstStyle/>
          <a:p>
            <a:r>
              <a:rPr lang="de-DE" sz="1400" dirty="0">
                <a:hlinkClick r:id="rId4"/>
              </a:rPr>
              <a:t>https://community.sap.com/t5/technology-blog-posts-by-sap/sap-api-management-understanding-policy-flow/ba-p/13187144</a:t>
            </a:r>
            <a:r>
              <a:rPr lang="de-DE" sz="1400" dirty="0"/>
              <a:t> </a:t>
            </a:r>
          </a:p>
        </p:txBody>
      </p:sp>
    </p:spTree>
    <p:extLst>
      <p:ext uri="{BB962C8B-B14F-4D97-AF65-F5344CB8AC3E}">
        <p14:creationId xmlns:p14="http://schemas.microsoft.com/office/powerpoint/2010/main" val="1941946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EF796E-057F-C909-14D0-613C333B0AFF}"/>
              </a:ext>
            </a:extLst>
          </p:cNvPr>
          <p:cNvSpPr>
            <a:spLocks noGrp="1"/>
          </p:cNvSpPr>
          <p:nvPr>
            <p:ph type="title"/>
          </p:nvPr>
        </p:nvSpPr>
        <p:spPr/>
        <p:txBody>
          <a:bodyPr/>
          <a:lstStyle/>
          <a:p>
            <a:r>
              <a:rPr lang="de-DE" dirty="0"/>
              <a:t>Speichern, Deployen und Aufrufen</a:t>
            </a:r>
          </a:p>
        </p:txBody>
      </p:sp>
      <p:sp>
        <p:nvSpPr>
          <p:cNvPr id="3" name="Inhaltsplatzhalter 2">
            <a:extLst>
              <a:ext uri="{FF2B5EF4-FFF2-40B4-BE49-F238E27FC236}">
                <a16:creationId xmlns:a16="http://schemas.microsoft.com/office/drawing/2014/main" id="{11FE9F3A-E206-C5F8-37F9-A0673D6E6E1D}"/>
              </a:ext>
            </a:extLst>
          </p:cNvPr>
          <p:cNvSpPr>
            <a:spLocks noGrp="1"/>
          </p:cNvSpPr>
          <p:nvPr>
            <p:ph idx="1"/>
          </p:nvPr>
        </p:nvSpPr>
        <p:spPr/>
        <p:txBody>
          <a:bodyPr>
            <a:normAutofit fontScale="92500" lnSpcReduction="20000"/>
          </a:bodyPr>
          <a:lstStyle/>
          <a:p>
            <a:pPr marL="0" indent="0">
              <a:buNone/>
            </a:pPr>
            <a:r>
              <a:rPr lang="de-DE" b="1" dirty="0"/>
              <a:t>Speichern</a:t>
            </a:r>
            <a:endParaRPr lang="de-DE" dirty="0"/>
          </a:p>
          <a:p>
            <a:r>
              <a:rPr lang="de-DE" dirty="0"/>
              <a:t>Änderungen bleiben im </a:t>
            </a:r>
            <a:r>
              <a:rPr lang="de-DE" dirty="0" err="1"/>
              <a:t>Draft</a:t>
            </a:r>
            <a:r>
              <a:rPr lang="de-DE" dirty="0"/>
              <a:t> </a:t>
            </a:r>
          </a:p>
          <a:p>
            <a:r>
              <a:rPr lang="de-DE" dirty="0"/>
              <a:t>noch keine Auswirkung auf die </a:t>
            </a:r>
            <a:r>
              <a:rPr lang="de-DE" dirty="0" err="1"/>
              <a:t>Runtime</a:t>
            </a:r>
            <a:r>
              <a:rPr lang="de-DE" dirty="0"/>
              <a:t> </a:t>
            </a:r>
          </a:p>
          <a:p>
            <a:pPr marL="0" indent="0">
              <a:buNone/>
            </a:pPr>
            <a:r>
              <a:rPr lang="de-DE" b="1" dirty="0"/>
              <a:t>Deployen</a:t>
            </a:r>
            <a:endParaRPr lang="de-DE" dirty="0"/>
          </a:p>
          <a:p>
            <a:r>
              <a:rPr lang="de-DE" dirty="0"/>
              <a:t>aktuelle Revision wird auf der </a:t>
            </a:r>
            <a:r>
              <a:rPr lang="de-DE" dirty="0" err="1"/>
              <a:t>Runtime</a:t>
            </a:r>
            <a:r>
              <a:rPr lang="de-DE" dirty="0"/>
              <a:t> aktiviert </a:t>
            </a:r>
          </a:p>
          <a:p>
            <a:r>
              <a:rPr lang="de-DE" dirty="0"/>
              <a:t>Proxy-URL wird aufrufbar </a:t>
            </a:r>
          </a:p>
          <a:p>
            <a:pPr marL="0" indent="0">
              <a:buNone/>
            </a:pPr>
            <a:r>
              <a:rPr lang="de-DE" b="1" dirty="0"/>
              <a:t>Testen</a:t>
            </a:r>
            <a:endParaRPr lang="de-DE" dirty="0"/>
          </a:p>
          <a:p>
            <a:r>
              <a:rPr lang="de-DE" dirty="0"/>
              <a:t>Test Console </a:t>
            </a:r>
          </a:p>
          <a:p>
            <a:r>
              <a:rPr lang="de-DE" dirty="0"/>
              <a:t>Postman </a:t>
            </a:r>
          </a:p>
          <a:p>
            <a:r>
              <a:rPr lang="de-DE" dirty="0"/>
              <a:t>Browser bei einfachen GET-Anfragen</a:t>
            </a:r>
          </a:p>
          <a:p>
            <a:endParaRPr lang="de-DE" dirty="0"/>
          </a:p>
        </p:txBody>
      </p:sp>
    </p:spTree>
    <p:extLst>
      <p:ext uri="{BB962C8B-B14F-4D97-AF65-F5344CB8AC3E}">
        <p14:creationId xmlns:p14="http://schemas.microsoft.com/office/powerpoint/2010/main" val="720727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E7AEDB-A432-AFFD-5D5A-6F8A3C9F3E0D}"/>
              </a:ext>
            </a:extLst>
          </p:cNvPr>
          <p:cNvSpPr>
            <a:spLocks noGrp="1"/>
          </p:cNvSpPr>
          <p:nvPr>
            <p:ph type="title"/>
          </p:nvPr>
        </p:nvSpPr>
        <p:spPr/>
        <p:txBody>
          <a:bodyPr/>
          <a:lstStyle/>
          <a:p>
            <a:r>
              <a:rPr lang="de-DE" dirty="0"/>
              <a:t>Zwei Authentifizierungsrichtungen</a:t>
            </a:r>
          </a:p>
        </p:txBody>
      </p:sp>
      <p:sp>
        <p:nvSpPr>
          <p:cNvPr id="3" name="Inhaltsplatzhalter 2">
            <a:extLst>
              <a:ext uri="{FF2B5EF4-FFF2-40B4-BE49-F238E27FC236}">
                <a16:creationId xmlns:a16="http://schemas.microsoft.com/office/drawing/2014/main" id="{EF1103BB-5D9F-FEA5-500D-24AA90886DC5}"/>
              </a:ext>
            </a:extLst>
          </p:cNvPr>
          <p:cNvSpPr>
            <a:spLocks noGrp="1"/>
          </p:cNvSpPr>
          <p:nvPr>
            <p:ph idx="1"/>
          </p:nvPr>
        </p:nvSpPr>
        <p:spPr/>
        <p:txBody>
          <a:bodyPr>
            <a:normAutofit fontScale="85000" lnSpcReduction="20000"/>
          </a:bodyPr>
          <a:lstStyle/>
          <a:p>
            <a:pPr marL="0" indent="0">
              <a:buNone/>
            </a:pPr>
            <a:r>
              <a:rPr lang="de-DE" b="1" dirty="0"/>
              <a:t>Client gegenüber API Management</a:t>
            </a:r>
          </a:p>
          <a:p>
            <a:r>
              <a:rPr lang="de-DE" dirty="0"/>
              <a:t>Beispiele:</a:t>
            </a:r>
          </a:p>
          <a:p>
            <a:r>
              <a:rPr lang="de-DE" dirty="0"/>
              <a:t>API Key </a:t>
            </a:r>
          </a:p>
          <a:p>
            <a:r>
              <a:rPr lang="de-DE" dirty="0"/>
              <a:t>OAuth 2.0 </a:t>
            </a:r>
          </a:p>
          <a:p>
            <a:r>
              <a:rPr lang="de-DE" dirty="0"/>
              <a:t>JWT </a:t>
            </a:r>
          </a:p>
          <a:p>
            <a:r>
              <a:rPr lang="de-DE" dirty="0" err="1"/>
              <a:t>mTLS</a:t>
            </a:r>
            <a:r>
              <a:rPr lang="de-DE" dirty="0"/>
              <a:t> </a:t>
            </a:r>
          </a:p>
          <a:p>
            <a:pPr marL="0" indent="0">
              <a:buNone/>
            </a:pPr>
            <a:r>
              <a:rPr lang="de-DE" b="1" dirty="0"/>
              <a:t>API Management gegenüber Backend</a:t>
            </a:r>
          </a:p>
          <a:p>
            <a:r>
              <a:rPr lang="de-DE" dirty="0"/>
              <a:t>Beispiele:</a:t>
            </a:r>
          </a:p>
          <a:p>
            <a:r>
              <a:rPr lang="de-DE" dirty="0"/>
              <a:t>Basic Authentication </a:t>
            </a:r>
          </a:p>
          <a:p>
            <a:r>
              <a:rPr lang="de-DE" dirty="0"/>
              <a:t>OAuth 2.0 Client </a:t>
            </a:r>
            <a:r>
              <a:rPr lang="de-DE" dirty="0" err="1"/>
              <a:t>Credentials</a:t>
            </a:r>
            <a:r>
              <a:rPr lang="de-DE" dirty="0"/>
              <a:t> </a:t>
            </a:r>
          </a:p>
          <a:p>
            <a:r>
              <a:rPr lang="de-DE" dirty="0"/>
              <a:t>Client-Zertifikat</a:t>
            </a:r>
          </a:p>
          <a:p>
            <a:endParaRPr lang="de-DE" dirty="0"/>
          </a:p>
        </p:txBody>
      </p:sp>
      <p:pic>
        <p:nvPicPr>
          <p:cNvPr id="4" name="Grafik 3">
            <a:extLst>
              <a:ext uri="{FF2B5EF4-FFF2-40B4-BE49-F238E27FC236}">
                <a16:creationId xmlns:a16="http://schemas.microsoft.com/office/drawing/2014/main" id="{F33BBEC1-830E-5AB6-0DB9-B82360A8AFCD}"/>
              </a:ext>
            </a:extLst>
          </p:cNvPr>
          <p:cNvPicPr>
            <a:picLocks noChangeAspect="1"/>
          </p:cNvPicPr>
          <p:nvPr/>
        </p:nvPicPr>
        <p:blipFill>
          <a:blip r:embed="rId3"/>
          <a:stretch>
            <a:fillRect/>
          </a:stretch>
        </p:blipFill>
        <p:spPr>
          <a:xfrm>
            <a:off x="8260638" y="1825625"/>
            <a:ext cx="3093162" cy="4159770"/>
          </a:xfrm>
          <a:prstGeom prst="rect">
            <a:avLst/>
          </a:prstGeom>
        </p:spPr>
      </p:pic>
    </p:spTree>
    <p:extLst>
      <p:ext uri="{BB962C8B-B14F-4D97-AF65-F5344CB8AC3E}">
        <p14:creationId xmlns:p14="http://schemas.microsoft.com/office/powerpoint/2010/main" val="1452293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3CE748-226C-3905-A612-115A36E5B438}"/>
              </a:ext>
            </a:extLst>
          </p:cNvPr>
          <p:cNvSpPr>
            <a:spLocks noGrp="1"/>
          </p:cNvSpPr>
          <p:nvPr>
            <p:ph type="title"/>
          </p:nvPr>
        </p:nvSpPr>
        <p:spPr/>
        <p:txBody>
          <a:bodyPr/>
          <a:lstStyle/>
          <a:p>
            <a:r>
              <a:rPr lang="de-DE" dirty="0"/>
              <a:t>Test Console, Postman und Browser</a:t>
            </a:r>
          </a:p>
        </p:txBody>
      </p:sp>
      <p:sp>
        <p:nvSpPr>
          <p:cNvPr id="3" name="Inhaltsplatzhalter 2">
            <a:extLst>
              <a:ext uri="{FF2B5EF4-FFF2-40B4-BE49-F238E27FC236}">
                <a16:creationId xmlns:a16="http://schemas.microsoft.com/office/drawing/2014/main" id="{D8F4996D-6F12-A53F-80CB-00EA6DEA0481}"/>
              </a:ext>
            </a:extLst>
          </p:cNvPr>
          <p:cNvSpPr>
            <a:spLocks noGrp="1"/>
          </p:cNvSpPr>
          <p:nvPr>
            <p:ph idx="1"/>
          </p:nvPr>
        </p:nvSpPr>
        <p:spPr/>
        <p:txBody>
          <a:bodyPr>
            <a:normAutofit fontScale="77500" lnSpcReduction="20000"/>
          </a:bodyPr>
          <a:lstStyle/>
          <a:p>
            <a:pPr marL="0" indent="0">
              <a:buNone/>
            </a:pPr>
            <a:r>
              <a:rPr lang="de-DE" b="1" dirty="0"/>
              <a:t>Test Console</a:t>
            </a:r>
            <a:endParaRPr lang="de-DE" dirty="0"/>
          </a:p>
          <a:p>
            <a:r>
              <a:rPr lang="de-DE" dirty="0"/>
              <a:t>direkt in der Integration Suite </a:t>
            </a:r>
          </a:p>
          <a:p>
            <a:r>
              <a:rPr lang="de-DE" dirty="0"/>
              <a:t>Ressourcen auswählen </a:t>
            </a:r>
          </a:p>
          <a:p>
            <a:r>
              <a:rPr lang="de-DE" dirty="0"/>
              <a:t>einfache Requests ausführen </a:t>
            </a:r>
          </a:p>
          <a:p>
            <a:pPr marL="0" indent="0">
              <a:buNone/>
            </a:pPr>
            <a:r>
              <a:rPr lang="de-DE" b="1" dirty="0"/>
              <a:t>Postman</a:t>
            </a:r>
            <a:endParaRPr lang="de-DE" dirty="0"/>
          </a:p>
          <a:p>
            <a:r>
              <a:rPr lang="de-DE" dirty="0"/>
              <a:t>vollständige Kontrolle über Header und Authentifizierung </a:t>
            </a:r>
          </a:p>
          <a:p>
            <a:r>
              <a:rPr lang="de-DE" dirty="0"/>
              <a:t>gut für Fehleranalyse </a:t>
            </a:r>
          </a:p>
          <a:p>
            <a:r>
              <a:rPr lang="de-DE" dirty="0"/>
              <a:t>Requests wiederverwendbar </a:t>
            </a:r>
          </a:p>
          <a:p>
            <a:pPr marL="0" indent="0">
              <a:buNone/>
            </a:pPr>
            <a:r>
              <a:rPr lang="de-DE" b="1" dirty="0"/>
              <a:t>Browser</a:t>
            </a:r>
            <a:endParaRPr lang="de-DE" dirty="0"/>
          </a:p>
          <a:p>
            <a:r>
              <a:rPr lang="de-DE" dirty="0"/>
              <a:t>geeignet für einfache GET-Aufrufe </a:t>
            </a:r>
          </a:p>
          <a:p>
            <a:r>
              <a:rPr lang="de-DE" dirty="0"/>
              <a:t>Authentifizierungsdialog kann irreführen </a:t>
            </a:r>
          </a:p>
          <a:p>
            <a:r>
              <a:rPr lang="de-DE" dirty="0"/>
              <a:t>wenig Kontrolle über Header</a:t>
            </a:r>
          </a:p>
          <a:p>
            <a:endParaRPr lang="de-DE" dirty="0"/>
          </a:p>
        </p:txBody>
      </p:sp>
    </p:spTree>
    <p:extLst>
      <p:ext uri="{BB962C8B-B14F-4D97-AF65-F5344CB8AC3E}">
        <p14:creationId xmlns:p14="http://schemas.microsoft.com/office/powerpoint/2010/main" val="3807886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35DFCA-EDE7-BF0E-7F99-0E46D60DA722}"/>
              </a:ext>
            </a:extLst>
          </p:cNvPr>
          <p:cNvSpPr>
            <a:spLocks noGrp="1"/>
          </p:cNvSpPr>
          <p:nvPr>
            <p:ph type="title"/>
          </p:nvPr>
        </p:nvSpPr>
        <p:spPr/>
        <p:txBody>
          <a:bodyPr/>
          <a:lstStyle/>
          <a:p>
            <a:r>
              <a:rPr lang="de-DE" dirty="0"/>
              <a:t>Typische Fehler beim ersten Proxy</a:t>
            </a:r>
          </a:p>
        </p:txBody>
      </p:sp>
      <p:graphicFrame>
        <p:nvGraphicFramePr>
          <p:cNvPr id="4" name="Inhaltsplatzhalter 3">
            <a:extLst>
              <a:ext uri="{FF2B5EF4-FFF2-40B4-BE49-F238E27FC236}">
                <a16:creationId xmlns:a16="http://schemas.microsoft.com/office/drawing/2014/main" id="{BF7EF195-6C62-C2E1-A2FB-37CFE26634E0}"/>
              </a:ext>
            </a:extLst>
          </p:cNvPr>
          <p:cNvGraphicFramePr>
            <a:graphicFrameLocks noGrp="1"/>
          </p:cNvGraphicFramePr>
          <p:nvPr>
            <p:ph idx="1"/>
            <p:extLst>
              <p:ext uri="{D42A27DB-BD31-4B8C-83A1-F6EECF244321}">
                <p14:modId xmlns:p14="http://schemas.microsoft.com/office/powerpoint/2010/main" val="1610023129"/>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895784957"/>
                    </a:ext>
                  </a:extLst>
                </a:gridCol>
                <a:gridCol w="5257800">
                  <a:extLst>
                    <a:ext uri="{9D8B030D-6E8A-4147-A177-3AD203B41FA5}">
                      <a16:colId xmlns:a16="http://schemas.microsoft.com/office/drawing/2014/main" val="1717321410"/>
                    </a:ext>
                  </a:extLst>
                </a:gridCol>
              </a:tblGrid>
              <a:tr h="370840">
                <a:tc>
                  <a:txBody>
                    <a:bodyPr/>
                    <a:lstStyle/>
                    <a:p>
                      <a:r>
                        <a:rPr lang="de-DE" dirty="0"/>
                        <a:t>Ergebnis</a:t>
                      </a:r>
                    </a:p>
                  </a:txBody>
                  <a:tcPr/>
                </a:tc>
                <a:tc>
                  <a:txBody>
                    <a:bodyPr/>
                    <a:lstStyle/>
                    <a:p>
                      <a:r>
                        <a:rPr lang="de-DE" dirty="0"/>
                        <a:t>Wahrscheinliche Ursache</a:t>
                      </a:r>
                    </a:p>
                  </a:txBody>
                  <a:tcPr/>
                </a:tc>
                <a:extLst>
                  <a:ext uri="{0D108BD9-81ED-4DB2-BD59-A6C34878D82A}">
                    <a16:rowId xmlns:a16="http://schemas.microsoft.com/office/drawing/2014/main" val="4294151772"/>
                  </a:ext>
                </a:extLst>
              </a:tr>
              <a:tr h="370840">
                <a:tc>
                  <a:txBody>
                    <a:bodyPr/>
                    <a:lstStyle/>
                    <a:p>
                      <a:r>
                        <a:rPr lang="de-DE" dirty="0"/>
                        <a:t>404 vom API </a:t>
                      </a:r>
                      <a:r>
                        <a:rPr lang="de-DE" dirty="0" err="1"/>
                        <a:t>Runtime</a:t>
                      </a:r>
                      <a:r>
                        <a:rPr lang="de-DE" dirty="0"/>
                        <a:t> Host</a:t>
                      </a:r>
                    </a:p>
                  </a:txBody>
                  <a:tcPr/>
                </a:tc>
                <a:tc>
                  <a:txBody>
                    <a:bodyPr/>
                    <a:lstStyle/>
                    <a:p>
                      <a:r>
                        <a:rPr lang="de-DE" dirty="0"/>
                        <a:t>Base Path oder Ressource falsch</a:t>
                      </a:r>
                    </a:p>
                  </a:txBody>
                  <a:tcPr/>
                </a:tc>
                <a:extLst>
                  <a:ext uri="{0D108BD9-81ED-4DB2-BD59-A6C34878D82A}">
                    <a16:rowId xmlns:a16="http://schemas.microsoft.com/office/drawing/2014/main" val="3144465934"/>
                  </a:ext>
                </a:extLst>
              </a:tr>
              <a:tr h="370840">
                <a:tc>
                  <a:txBody>
                    <a:bodyPr/>
                    <a:lstStyle/>
                    <a:p>
                      <a:r>
                        <a:rPr lang="de-DE" dirty="0"/>
                        <a:t>401 mit Basic Challenge</a:t>
                      </a:r>
                    </a:p>
                  </a:txBody>
                  <a:tcPr/>
                </a:tc>
                <a:tc>
                  <a:txBody>
                    <a:bodyPr/>
                    <a:lstStyle/>
                    <a:p>
                      <a:r>
                        <a:rPr lang="de-DE" dirty="0"/>
                        <a:t>Backend-Authentifizierung fehlt</a:t>
                      </a:r>
                    </a:p>
                  </a:txBody>
                  <a:tcPr/>
                </a:tc>
                <a:extLst>
                  <a:ext uri="{0D108BD9-81ED-4DB2-BD59-A6C34878D82A}">
                    <a16:rowId xmlns:a16="http://schemas.microsoft.com/office/drawing/2014/main" val="2332240392"/>
                  </a:ext>
                </a:extLst>
              </a:tr>
              <a:tr h="370840">
                <a:tc>
                  <a:txBody>
                    <a:bodyPr/>
                    <a:lstStyle/>
                    <a:p>
                      <a:r>
                        <a:rPr lang="de-DE" dirty="0"/>
                        <a:t>403</a:t>
                      </a:r>
                    </a:p>
                  </a:txBody>
                  <a:tcPr/>
                </a:tc>
                <a:tc>
                  <a:txBody>
                    <a:bodyPr/>
                    <a:lstStyle/>
                    <a:p>
                      <a:r>
                        <a:rPr lang="de-DE" dirty="0"/>
                        <a:t>Benutzer authentifiziert, aber nicht berechtigt</a:t>
                      </a:r>
                    </a:p>
                  </a:txBody>
                  <a:tcPr/>
                </a:tc>
                <a:extLst>
                  <a:ext uri="{0D108BD9-81ED-4DB2-BD59-A6C34878D82A}">
                    <a16:rowId xmlns:a16="http://schemas.microsoft.com/office/drawing/2014/main" val="3325278261"/>
                  </a:ext>
                </a:extLst>
              </a:tr>
              <a:tr h="370840">
                <a:tc>
                  <a:txBody>
                    <a:bodyPr/>
                    <a:lstStyle/>
                    <a:p>
                      <a:r>
                        <a:rPr lang="de-DE" dirty="0"/>
                        <a:t>500</a:t>
                      </a:r>
                    </a:p>
                  </a:txBody>
                  <a:tcPr/>
                </a:tc>
                <a:tc>
                  <a:txBody>
                    <a:bodyPr/>
                    <a:lstStyle/>
                    <a:p>
                      <a:r>
                        <a:rPr lang="de-DE" dirty="0"/>
                        <a:t>Target, Policy oder Protokollproblem</a:t>
                      </a:r>
                    </a:p>
                  </a:txBody>
                  <a:tcPr/>
                </a:tc>
                <a:extLst>
                  <a:ext uri="{0D108BD9-81ED-4DB2-BD59-A6C34878D82A}">
                    <a16:rowId xmlns:a16="http://schemas.microsoft.com/office/drawing/2014/main" val="4259194969"/>
                  </a:ext>
                </a:extLst>
              </a:tr>
              <a:tr h="370840">
                <a:tc>
                  <a:txBody>
                    <a:bodyPr/>
                    <a:lstStyle/>
                    <a:p>
                      <a:r>
                        <a:rPr lang="de-DE" dirty="0" err="1">
                          <a:latin typeface="Courier New" panose="02070309020205020404" pitchFamily="49" charset="0"/>
                          <a:cs typeface="Courier New" panose="02070309020205020404" pitchFamily="49" charset="0"/>
                        </a:rPr>
                        <a:t>Unsupported</a:t>
                      </a:r>
                      <a:r>
                        <a:rPr lang="de-DE" dirty="0">
                          <a:latin typeface="Courier New" panose="02070309020205020404" pitchFamily="49" charset="0"/>
                          <a:cs typeface="Courier New" panose="02070309020205020404" pitchFamily="49" charset="0"/>
                        </a:rPr>
                        <a:t> Encoding "</a:t>
                      </a:r>
                      <a:r>
                        <a:rPr lang="de-DE" dirty="0" err="1">
                          <a:latin typeface="Courier New" panose="02070309020205020404" pitchFamily="49" charset="0"/>
                          <a:cs typeface="Courier New" panose="02070309020205020404" pitchFamily="49" charset="0"/>
                        </a:rPr>
                        <a:t>br</a:t>
                      </a:r>
                      <a:r>
                        <a:rPr lang="de-DE" dirty="0">
                          <a:latin typeface="Courier New" panose="02070309020205020404" pitchFamily="49" charset="0"/>
                          <a:cs typeface="Courier New" panose="02070309020205020404" pitchFamily="49" charset="0"/>
                        </a:rPr>
                        <a:t>"</a:t>
                      </a:r>
                    </a:p>
                  </a:txBody>
                  <a:tcPr/>
                </a:tc>
                <a:tc>
                  <a:txBody>
                    <a:bodyPr/>
                    <a:lstStyle/>
                    <a:p>
                      <a:r>
                        <a:rPr lang="de-DE" dirty="0"/>
                        <a:t>Backend und </a:t>
                      </a:r>
                      <a:r>
                        <a:rPr lang="de-DE" dirty="0" err="1"/>
                        <a:t>Runtime</a:t>
                      </a:r>
                      <a:r>
                        <a:rPr lang="de-DE" dirty="0"/>
                        <a:t> uneinig über </a:t>
                      </a:r>
                      <a:r>
                        <a:rPr lang="de-DE" dirty="0" err="1"/>
                        <a:t>Brotli</a:t>
                      </a:r>
                      <a:endParaRPr lang="de-DE" dirty="0"/>
                    </a:p>
                  </a:txBody>
                  <a:tcPr/>
                </a:tc>
                <a:extLst>
                  <a:ext uri="{0D108BD9-81ED-4DB2-BD59-A6C34878D82A}">
                    <a16:rowId xmlns:a16="http://schemas.microsoft.com/office/drawing/2014/main" val="1724154099"/>
                  </a:ext>
                </a:extLst>
              </a:tr>
              <a:tr h="370840">
                <a:tc>
                  <a:txBody>
                    <a:bodyPr/>
                    <a:lstStyle/>
                    <a:p>
                      <a:r>
                        <a:rPr lang="de-DE" dirty="0"/>
                        <a:t>Alte Reaktion trotz Änderung</a:t>
                      </a:r>
                    </a:p>
                  </a:txBody>
                  <a:tcPr/>
                </a:tc>
                <a:tc>
                  <a:txBody>
                    <a:bodyPr/>
                    <a:lstStyle/>
                    <a:p>
                      <a:r>
                        <a:rPr lang="de-DE" dirty="0"/>
                        <a:t>neue Revision nicht deployt</a:t>
                      </a:r>
                    </a:p>
                  </a:txBody>
                  <a:tcPr/>
                </a:tc>
                <a:extLst>
                  <a:ext uri="{0D108BD9-81ED-4DB2-BD59-A6C34878D82A}">
                    <a16:rowId xmlns:a16="http://schemas.microsoft.com/office/drawing/2014/main" val="3423426596"/>
                  </a:ext>
                </a:extLst>
              </a:tr>
            </a:tbl>
          </a:graphicData>
        </a:graphic>
      </p:graphicFrame>
    </p:spTree>
    <p:extLst>
      <p:ext uri="{BB962C8B-B14F-4D97-AF65-F5344CB8AC3E}">
        <p14:creationId xmlns:p14="http://schemas.microsoft.com/office/powerpoint/2010/main" val="1761573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BCD496-BA16-A0BC-CD10-517FF13AE061}"/>
              </a:ext>
            </a:extLst>
          </p:cNvPr>
          <p:cNvSpPr>
            <a:spLocks noGrp="1"/>
          </p:cNvSpPr>
          <p:nvPr>
            <p:ph type="title"/>
          </p:nvPr>
        </p:nvSpPr>
        <p:spPr/>
        <p:txBody>
          <a:bodyPr/>
          <a:lstStyle/>
          <a:p>
            <a:r>
              <a:rPr lang="de-DE" dirty="0" err="1"/>
              <a:t>Policies</a:t>
            </a:r>
            <a:endParaRPr lang="de-DE" dirty="0"/>
          </a:p>
        </p:txBody>
      </p:sp>
      <p:sp>
        <p:nvSpPr>
          <p:cNvPr id="3" name="Inhaltsplatzhalter 2">
            <a:extLst>
              <a:ext uri="{FF2B5EF4-FFF2-40B4-BE49-F238E27FC236}">
                <a16:creationId xmlns:a16="http://schemas.microsoft.com/office/drawing/2014/main" id="{9A7CF2FD-2303-42EC-D476-58B6736D6F54}"/>
              </a:ext>
            </a:extLst>
          </p:cNvPr>
          <p:cNvSpPr>
            <a:spLocks noGrp="1"/>
          </p:cNvSpPr>
          <p:nvPr>
            <p:ph idx="1"/>
          </p:nvPr>
        </p:nvSpPr>
        <p:spPr/>
        <p:txBody>
          <a:bodyPr>
            <a:normAutofit lnSpcReduction="10000"/>
          </a:bodyPr>
          <a:lstStyle/>
          <a:p>
            <a:r>
              <a:rPr lang="de-DE" dirty="0"/>
              <a:t>Vom passiven Proxy zum API Gateway</a:t>
            </a:r>
          </a:p>
          <a:p>
            <a:r>
              <a:rPr lang="de-DE" dirty="0"/>
              <a:t>Policy-Kategorien</a:t>
            </a:r>
          </a:p>
          <a:p>
            <a:r>
              <a:rPr lang="de-DE" dirty="0"/>
              <a:t>Aufbau einer Policy</a:t>
            </a:r>
          </a:p>
          <a:p>
            <a:r>
              <a:rPr lang="de-DE" dirty="0"/>
              <a:t>Der Policy-Editor</a:t>
            </a:r>
          </a:p>
          <a:p>
            <a:r>
              <a:rPr lang="de-DE" dirty="0"/>
              <a:t>Key-Value-</a:t>
            </a:r>
            <a:r>
              <a:rPr lang="de-DE" dirty="0" err="1"/>
              <a:t>Map</a:t>
            </a:r>
            <a:endParaRPr lang="de-DE" dirty="0"/>
          </a:p>
          <a:p>
            <a:r>
              <a:rPr lang="de-DE" dirty="0"/>
              <a:t>Basic Authentication</a:t>
            </a:r>
          </a:p>
          <a:p>
            <a:r>
              <a:rPr lang="de-DE" dirty="0" err="1"/>
              <a:t>Assign</a:t>
            </a:r>
            <a:r>
              <a:rPr lang="de-DE" dirty="0"/>
              <a:t> Message</a:t>
            </a:r>
          </a:p>
          <a:p>
            <a:r>
              <a:rPr lang="de-DE" dirty="0"/>
              <a:t>Der „Debugger“</a:t>
            </a:r>
          </a:p>
          <a:p>
            <a:r>
              <a:rPr lang="de-DE" dirty="0"/>
              <a:t>CSRF-Token-Handling</a:t>
            </a:r>
          </a:p>
          <a:p>
            <a:endParaRPr lang="de-DE" dirty="0"/>
          </a:p>
        </p:txBody>
      </p:sp>
    </p:spTree>
    <p:extLst>
      <p:ext uri="{BB962C8B-B14F-4D97-AF65-F5344CB8AC3E}">
        <p14:creationId xmlns:p14="http://schemas.microsoft.com/office/powerpoint/2010/main" val="1580338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B3C4CA-40D4-DFEC-BD70-8BE2E7F067F4}"/>
              </a:ext>
            </a:extLst>
          </p:cNvPr>
          <p:cNvSpPr>
            <a:spLocks noGrp="1"/>
          </p:cNvSpPr>
          <p:nvPr>
            <p:ph type="title"/>
          </p:nvPr>
        </p:nvSpPr>
        <p:spPr/>
        <p:txBody>
          <a:bodyPr/>
          <a:lstStyle/>
          <a:p>
            <a:r>
              <a:rPr lang="de-DE" dirty="0"/>
              <a:t>Vom passiven Proxy zum API Gateway</a:t>
            </a:r>
          </a:p>
        </p:txBody>
      </p:sp>
      <p:sp>
        <p:nvSpPr>
          <p:cNvPr id="3" name="Inhaltsplatzhalter 2">
            <a:extLst>
              <a:ext uri="{FF2B5EF4-FFF2-40B4-BE49-F238E27FC236}">
                <a16:creationId xmlns:a16="http://schemas.microsoft.com/office/drawing/2014/main" id="{CAAC4715-F19B-209C-3174-DB2ACA55D74F}"/>
              </a:ext>
            </a:extLst>
          </p:cNvPr>
          <p:cNvSpPr>
            <a:spLocks noGrp="1"/>
          </p:cNvSpPr>
          <p:nvPr>
            <p:ph idx="1"/>
          </p:nvPr>
        </p:nvSpPr>
        <p:spPr/>
        <p:txBody>
          <a:bodyPr>
            <a:normAutofit fontScale="92500" lnSpcReduction="20000"/>
          </a:bodyPr>
          <a:lstStyle/>
          <a:p>
            <a:pPr marL="0" indent="0">
              <a:buNone/>
            </a:pPr>
            <a:r>
              <a:rPr lang="de-DE" dirty="0"/>
              <a:t>Ohne </a:t>
            </a:r>
            <a:r>
              <a:rPr lang="de-DE" dirty="0" err="1"/>
              <a:t>Policies</a:t>
            </a:r>
            <a:r>
              <a:rPr lang="de-DE" dirty="0"/>
              <a:t>:</a:t>
            </a:r>
          </a:p>
          <a:p>
            <a:r>
              <a:rPr lang="de-DE" dirty="0"/>
              <a:t>Der Proxy leitet Requests weitgehend unverändert weiter.</a:t>
            </a:r>
          </a:p>
          <a:p>
            <a:pPr marL="0" indent="0">
              <a:buNone/>
            </a:pPr>
            <a:endParaRPr lang="de-DE" dirty="0"/>
          </a:p>
          <a:p>
            <a:pPr marL="0" indent="0">
              <a:buNone/>
            </a:pPr>
            <a:r>
              <a:rPr lang="de-DE" dirty="0" err="1"/>
              <a:t>Policies</a:t>
            </a:r>
            <a:r>
              <a:rPr lang="de-DE" dirty="0"/>
              <a:t> ermöglichen:</a:t>
            </a:r>
          </a:p>
          <a:p>
            <a:r>
              <a:rPr lang="de-DE" dirty="0"/>
              <a:t>Authentifizierung und Autorisierung </a:t>
            </a:r>
          </a:p>
          <a:p>
            <a:r>
              <a:rPr lang="de-DE" dirty="0"/>
              <a:t>Schutz vor Überlastung </a:t>
            </a:r>
          </a:p>
          <a:p>
            <a:r>
              <a:rPr lang="de-DE" dirty="0"/>
              <a:t>Änderung von Requests und Responses </a:t>
            </a:r>
          </a:p>
          <a:p>
            <a:r>
              <a:rPr lang="de-DE" dirty="0"/>
              <a:t>Protokollierung und Analyse </a:t>
            </a:r>
          </a:p>
          <a:p>
            <a:r>
              <a:rPr lang="de-DE" dirty="0"/>
              <a:t>Caching </a:t>
            </a:r>
          </a:p>
          <a:p>
            <a:r>
              <a:rPr lang="de-DE" dirty="0"/>
              <a:t>Fehlerbehandlung</a:t>
            </a:r>
          </a:p>
        </p:txBody>
      </p:sp>
    </p:spTree>
    <p:extLst>
      <p:ext uri="{BB962C8B-B14F-4D97-AF65-F5344CB8AC3E}">
        <p14:creationId xmlns:p14="http://schemas.microsoft.com/office/powerpoint/2010/main" val="1883460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A4CC07-74EF-3C10-A77A-CBFA8D523BDF}"/>
              </a:ext>
            </a:extLst>
          </p:cNvPr>
          <p:cNvSpPr>
            <a:spLocks noGrp="1"/>
          </p:cNvSpPr>
          <p:nvPr>
            <p:ph type="title"/>
          </p:nvPr>
        </p:nvSpPr>
        <p:spPr/>
        <p:txBody>
          <a:bodyPr/>
          <a:lstStyle/>
          <a:p>
            <a:r>
              <a:rPr lang="de-DE" dirty="0"/>
              <a:t>Policy-Kategorien</a:t>
            </a:r>
          </a:p>
        </p:txBody>
      </p:sp>
      <p:graphicFrame>
        <p:nvGraphicFramePr>
          <p:cNvPr id="4" name="Inhaltsplatzhalter 3">
            <a:extLst>
              <a:ext uri="{FF2B5EF4-FFF2-40B4-BE49-F238E27FC236}">
                <a16:creationId xmlns:a16="http://schemas.microsoft.com/office/drawing/2014/main" id="{8E0BDB2B-E3E7-75D5-C27D-62F41CFCBA0D}"/>
              </a:ext>
            </a:extLst>
          </p:cNvPr>
          <p:cNvGraphicFramePr>
            <a:graphicFrameLocks noGrp="1"/>
          </p:cNvGraphicFramePr>
          <p:nvPr>
            <p:ph idx="1"/>
            <p:extLst>
              <p:ext uri="{D42A27DB-BD31-4B8C-83A1-F6EECF244321}">
                <p14:modId xmlns:p14="http://schemas.microsoft.com/office/powerpoint/2010/main" val="2781684855"/>
              </p:ext>
            </p:extLst>
          </p:nvPr>
        </p:nvGraphicFramePr>
        <p:xfrm>
          <a:off x="838200" y="1825625"/>
          <a:ext cx="10515600" cy="2392680"/>
        </p:xfrm>
        <a:graphic>
          <a:graphicData uri="http://schemas.openxmlformats.org/drawingml/2006/table">
            <a:tbl>
              <a:tblPr firstRow="1" bandRow="1">
                <a:tableStyleId>{5C22544A-7EE6-4342-B048-85BDC9FD1C3A}</a:tableStyleId>
              </a:tblPr>
              <a:tblGrid>
                <a:gridCol w="2549577">
                  <a:extLst>
                    <a:ext uri="{9D8B030D-6E8A-4147-A177-3AD203B41FA5}">
                      <a16:colId xmlns:a16="http://schemas.microsoft.com/office/drawing/2014/main" val="899948740"/>
                    </a:ext>
                  </a:extLst>
                </a:gridCol>
                <a:gridCol w="7966023">
                  <a:extLst>
                    <a:ext uri="{9D8B030D-6E8A-4147-A177-3AD203B41FA5}">
                      <a16:colId xmlns:a16="http://schemas.microsoft.com/office/drawing/2014/main" val="382579345"/>
                    </a:ext>
                  </a:extLst>
                </a:gridCol>
              </a:tblGrid>
              <a:tr h="370840">
                <a:tc>
                  <a:txBody>
                    <a:bodyPr/>
                    <a:lstStyle/>
                    <a:p>
                      <a:r>
                        <a:rPr lang="de-DE" dirty="0"/>
                        <a:t>Kategorie</a:t>
                      </a:r>
                    </a:p>
                  </a:txBody>
                  <a:tcPr/>
                </a:tc>
                <a:tc>
                  <a:txBody>
                    <a:bodyPr/>
                    <a:lstStyle/>
                    <a:p>
                      <a:r>
                        <a:rPr lang="de-DE" dirty="0"/>
                        <a:t>Beispiele</a:t>
                      </a:r>
                    </a:p>
                  </a:txBody>
                  <a:tcPr/>
                </a:tc>
                <a:extLst>
                  <a:ext uri="{0D108BD9-81ED-4DB2-BD59-A6C34878D82A}">
                    <a16:rowId xmlns:a16="http://schemas.microsoft.com/office/drawing/2014/main" val="1477028928"/>
                  </a:ext>
                </a:extLst>
              </a:tr>
              <a:tr h="370840">
                <a:tc>
                  <a:txBody>
                    <a:bodyPr/>
                    <a:lstStyle/>
                    <a:p>
                      <a:r>
                        <a:rPr lang="de-DE" dirty="0"/>
                        <a:t>Security</a:t>
                      </a:r>
                    </a:p>
                  </a:txBody>
                  <a:tcPr/>
                </a:tc>
                <a:tc>
                  <a:txBody>
                    <a:bodyPr/>
                    <a:lstStyle/>
                    <a:p>
                      <a:r>
                        <a:rPr lang="de-DE" dirty="0" err="1"/>
                        <a:t>Verify</a:t>
                      </a:r>
                      <a:r>
                        <a:rPr lang="de-DE" dirty="0"/>
                        <a:t> API Key, OAuth 2.0, Basic Authentication, JSON Threat </a:t>
                      </a:r>
                      <a:r>
                        <a:rPr lang="de-DE" dirty="0" err="1"/>
                        <a:t>Protection</a:t>
                      </a:r>
                      <a:r>
                        <a:rPr lang="de-DE" dirty="0"/>
                        <a:t>, XML Threat </a:t>
                      </a:r>
                      <a:r>
                        <a:rPr lang="de-DE" dirty="0" err="1"/>
                        <a:t>Protection</a:t>
                      </a:r>
                      <a:endParaRPr lang="de-DE" dirty="0"/>
                    </a:p>
                  </a:txBody>
                  <a:tcPr/>
                </a:tc>
                <a:extLst>
                  <a:ext uri="{0D108BD9-81ED-4DB2-BD59-A6C34878D82A}">
                    <a16:rowId xmlns:a16="http://schemas.microsoft.com/office/drawing/2014/main" val="2435616802"/>
                  </a:ext>
                </a:extLst>
              </a:tr>
              <a:tr h="370840">
                <a:tc>
                  <a:txBody>
                    <a:bodyPr/>
                    <a:lstStyle/>
                    <a:p>
                      <a:r>
                        <a:rPr lang="de-DE" dirty="0"/>
                        <a:t>Traffic Management</a:t>
                      </a:r>
                    </a:p>
                  </a:txBody>
                  <a:tcPr/>
                </a:tc>
                <a:tc>
                  <a:txBody>
                    <a:bodyPr/>
                    <a:lstStyle/>
                    <a:p>
                      <a:r>
                        <a:rPr lang="de-DE" dirty="0" err="1"/>
                        <a:t>Quota</a:t>
                      </a:r>
                      <a:r>
                        <a:rPr lang="de-DE" dirty="0"/>
                        <a:t>, Spike Arrest, Response Cache</a:t>
                      </a:r>
                    </a:p>
                  </a:txBody>
                  <a:tcPr/>
                </a:tc>
                <a:extLst>
                  <a:ext uri="{0D108BD9-81ED-4DB2-BD59-A6C34878D82A}">
                    <a16:rowId xmlns:a16="http://schemas.microsoft.com/office/drawing/2014/main" val="3516329958"/>
                  </a:ext>
                </a:extLst>
              </a:tr>
              <a:tr h="370840">
                <a:tc>
                  <a:txBody>
                    <a:bodyPr/>
                    <a:lstStyle/>
                    <a:p>
                      <a:r>
                        <a:rPr lang="de-DE" dirty="0"/>
                        <a:t>Mediation</a:t>
                      </a:r>
                    </a:p>
                  </a:txBody>
                  <a:tcPr/>
                </a:tc>
                <a:tc>
                  <a:txBody>
                    <a:bodyPr/>
                    <a:lstStyle/>
                    <a:p>
                      <a:r>
                        <a:rPr lang="de-DE" dirty="0" err="1"/>
                        <a:t>Assign</a:t>
                      </a:r>
                      <a:r>
                        <a:rPr lang="de-DE" dirty="0"/>
                        <a:t> Message, JSON </a:t>
                      </a:r>
                      <a:r>
                        <a:rPr lang="de-DE" dirty="0" err="1"/>
                        <a:t>to</a:t>
                      </a:r>
                      <a:r>
                        <a:rPr lang="de-DE" dirty="0"/>
                        <a:t> XML, XML </a:t>
                      </a:r>
                      <a:r>
                        <a:rPr lang="de-DE" dirty="0" err="1"/>
                        <a:t>to</a:t>
                      </a:r>
                      <a:r>
                        <a:rPr lang="de-DE" dirty="0"/>
                        <a:t> JSON, Key Value </a:t>
                      </a:r>
                      <a:r>
                        <a:rPr lang="de-DE" dirty="0" err="1"/>
                        <a:t>Map</a:t>
                      </a:r>
                      <a:r>
                        <a:rPr lang="de-DE" dirty="0"/>
                        <a:t> </a:t>
                      </a:r>
                      <a:r>
                        <a:rPr lang="de-DE" dirty="0" err="1"/>
                        <a:t>Operations</a:t>
                      </a:r>
                      <a:r>
                        <a:rPr lang="de-DE" dirty="0"/>
                        <a:t>, Extract Variables, Raise Fault</a:t>
                      </a:r>
                    </a:p>
                  </a:txBody>
                  <a:tcPr/>
                </a:tc>
                <a:extLst>
                  <a:ext uri="{0D108BD9-81ED-4DB2-BD59-A6C34878D82A}">
                    <a16:rowId xmlns:a16="http://schemas.microsoft.com/office/drawing/2014/main" val="3281888948"/>
                  </a:ext>
                </a:extLst>
              </a:tr>
              <a:tr h="370840">
                <a:tc>
                  <a:txBody>
                    <a:bodyPr/>
                    <a:lstStyle/>
                    <a:p>
                      <a:r>
                        <a:rPr lang="de-DE" dirty="0"/>
                        <a:t>Extension</a:t>
                      </a:r>
                    </a:p>
                  </a:txBody>
                  <a:tcPr/>
                </a:tc>
                <a:tc>
                  <a:txBody>
                    <a:bodyPr/>
                    <a:lstStyle/>
                    <a:p>
                      <a:r>
                        <a:rPr lang="de-DE" dirty="0" err="1"/>
                        <a:t>avaScript</a:t>
                      </a:r>
                      <a:r>
                        <a:rPr lang="de-DE" dirty="0"/>
                        <a:t>, Python </a:t>
                      </a:r>
                      <a:r>
                        <a:rPr lang="de-DE" dirty="0" err="1"/>
                        <a:t>Script</a:t>
                      </a:r>
                      <a:r>
                        <a:rPr lang="de-DE" dirty="0"/>
                        <a:t>, Service </a:t>
                      </a:r>
                      <a:r>
                        <a:rPr lang="de-DE" dirty="0" err="1"/>
                        <a:t>Callout</a:t>
                      </a:r>
                      <a:endParaRPr lang="de-DE" dirty="0"/>
                    </a:p>
                  </a:txBody>
                  <a:tcPr/>
                </a:tc>
                <a:extLst>
                  <a:ext uri="{0D108BD9-81ED-4DB2-BD59-A6C34878D82A}">
                    <a16:rowId xmlns:a16="http://schemas.microsoft.com/office/drawing/2014/main" val="3011498055"/>
                  </a:ext>
                </a:extLst>
              </a:tr>
            </a:tbl>
          </a:graphicData>
        </a:graphic>
      </p:graphicFrame>
    </p:spTree>
    <p:extLst>
      <p:ext uri="{BB962C8B-B14F-4D97-AF65-F5344CB8AC3E}">
        <p14:creationId xmlns:p14="http://schemas.microsoft.com/office/powerpoint/2010/main" val="30759343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769A88-69E6-1DB4-89E6-25DB0E1AD3CA}"/>
              </a:ext>
            </a:extLst>
          </p:cNvPr>
          <p:cNvSpPr>
            <a:spLocks noGrp="1"/>
          </p:cNvSpPr>
          <p:nvPr>
            <p:ph type="title"/>
          </p:nvPr>
        </p:nvSpPr>
        <p:spPr/>
        <p:txBody>
          <a:bodyPr/>
          <a:lstStyle/>
          <a:p>
            <a:r>
              <a:rPr lang="de-DE" dirty="0"/>
              <a:t>Aufbau einer Policy</a:t>
            </a:r>
          </a:p>
        </p:txBody>
      </p:sp>
      <p:sp>
        <p:nvSpPr>
          <p:cNvPr id="3" name="Inhaltsplatzhalter 2">
            <a:extLst>
              <a:ext uri="{FF2B5EF4-FFF2-40B4-BE49-F238E27FC236}">
                <a16:creationId xmlns:a16="http://schemas.microsoft.com/office/drawing/2014/main" id="{F1EEA07F-BBE3-0F18-7A1E-6171B04CAE4B}"/>
              </a:ext>
            </a:extLst>
          </p:cNvPr>
          <p:cNvSpPr>
            <a:spLocks noGrp="1"/>
          </p:cNvSpPr>
          <p:nvPr>
            <p:ph idx="1"/>
          </p:nvPr>
        </p:nvSpPr>
        <p:spPr/>
        <p:txBody>
          <a:bodyPr/>
          <a:lstStyle/>
          <a:p>
            <a:pPr marL="0" indent="0">
              <a:buNone/>
            </a:pPr>
            <a:r>
              <a:rPr lang="de-DE" dirty="0"/>
              <a:t>Eine Policy besteht aus:</a:t>
            </a:r>
          </a:p>
          <a:p>
            <a:r>
              <a:rPr lang="de-DE" dirty="0"/>
              <a:t>einem Policy-Typ </a:t>
            </a:r>
          </a:p>
          <a:p>
            <a:r>
              <a:rPr lang="de-DE" dirty="0"/>
              <a:t>einer XML-Konfiguration </a:t>
            </a:r>
          </a:p>
          <a:p>
            <a:r>
              <a:rPr lang="de-DE" dirty="0"/>
              <a:t>einer Position im Flow </a:t>
            </a:r>
          </a:p>
          <a:p>
            <a:r>
              <a:rPr lang="de-DE" dirty="0"/>
              <a:t>optional einer Bedingung </a:t>
            </a:r>
          </a:p>
          <a:p>
            <a:r>
              <a:rPr lang="de-DE" dirty="0"/>
              <a:t>einem eindeutigen Namen</a:t>
            </a:r>
          </a:p>
          <a:p>
            <a:endParaRPr lang="de-DE" dirty="0"/>
          </a:p>
        </p:txBody>
      </p:sp>
      <p:pic>
        <p:nvPicPr>
          <p:cNvPr id="9" name="Grafik 8">
            <a:extLst>
              <a:ext uri="{FF2B5EF4-FFF2-40B4-BE49-F238E27FC236}">
                <a16:creationId xmlns:a16="http://schemas.microsoft.com/office/drawing/2014/main" id="{2D77B8A9-8CCC-A241-4F3F-46D9EDC5373A}"/>
              </a:ext>
            </a:extLst>
          </p:cNvPr>
          <p:cNvPicPr>
            <a:picLocks noChangeAspect="1"/>
          </p:cNvPicPr>
          <p:nvPr/>
        </p:nvPicPr>
        <p:blipFill>
          <a:blip r:embed="rId3"/>
          <a:stretch>
            <a:fillRect/>
          </a:stretch>
        </p:blipFill>
        <p:spPr>
          <a:xfrm>
            <a:off x="5887999" y="2410241"/>
            <a:ext cx="5465801" cy="2356631"/>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81308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A4A195-718E-B702-C5D1-AF6297BB06DD}"/>
              </a:ext>
            </a:extLst>
          </p:cNvPr>
          <p:cNvSpPr>
            <a:spLocks noGrp="1"/>
          </p:cNvSpPr>
          <p:nvPr>
            <p:ph type="title"/>
          </p:nvPr>
        </p:nvSpPr>
        <p:spPr/>
        <p:txBody>
          <a:bodyPr/>
          <a:lstStyle/>
          <a:p>
            <a:r>
              <a:rPr lang="de-DE" dirty="0"/>
              <a:t>Request und Response im Policy Editor</a:t>
            </a:r>
          </a:p>
        </p:txBody>
      </p:sp>
      <p:sp>
        <p:nvSpPr>
          <p:cNvPr id="3" name="Inhaltsplatzhalter 2">
            <a:extLst>
              <a:ext uri="{FF2B5EF4-FFF2-40B4-BE49-F238E27FC236}">
                <a16:creationId xmlns:a16="http://schemas.microsoft.com/office/drawing/2014/main" id="{53242475-3E09-D735-5DD4-E85B329E0C3E}"/>
              </a:ext>
            </a:extLst>
          </p:cNvPr>
          <p:cNvSpPr>
            <a:spLocks noGrp="1"/>
          </p:cNvSpPr>
          <p:nvPr>
            <p:ph idx="1"/>
          </p:nvPr>
        </p:nvSpPr>
        <p:spPr/>
        <p:txBody>
          <a:bodyPr/>
          <a:lstStyle/>
          <a:p>
            <a:endParaRPr lang="de-DE"/>
          </a:p>
        </p:txBody>
      </p:sp>
      <p:pic>
        <p:nvPicPr>
          <p:cNvPr id="5" name="Grafik 4">
            <a:extLst>
              <a:ext uri="{FF2B5EF4-FFF2-40B4-BE49-F238E27FC236}">
                <a16:creationId xmlns:a16="http://schemas.microsoft.com/office/drawing/2014/main" id="{726EC97A-564B-5433-0DC1-AE07315AF57F}"/>
              </a:ext>
            </a:extLst>
          </p:cNvPr>
          <p:cNvPicPr>
            <a:picLocks noChangeAspect="1"/>
          </p:cNvPicPr>
          <p:nvPr/>
        </p:nvPicPr>
        <p:blipFill>
          <a:blip r:embed="rId3"/>
          <a:stretch>
            <a:fillRect/>
          </a:stretch>
        </p:blipFill>
        <p:spPr>
          <a:xfrm>
            <a:off x="799361" y="1738076"/>
            <a:ext cx="10593278" cy="3381847"/>
          </a:xfrm>
          <a:prstGeom prst="rect">
            <a:avLst/>
          </a:prstGeom>
        </p:spPr>
      </p:pic>
    </p:spTree>
    <p:extLst>
      <p:ext uri="{BB962C8B-B14F-4D97-AF65-F5344CB8AC3E}">
        <p14:creationId xmlns:p14="http://schemas.microsoft.com/office/powerpoint/2010/main" val="18337785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ECFCD-2B1E-B505-8E42-0292E568ACB8}"/>
              </a:ext>
            </a:extLst>
          </p:cNvPr>
          <p:cNvSpPr>
            <a:spLocks noGrp="1"/>
          </p:cNvSpPr>
          <p:nvPr>
            <p:ph type="title"/>
          </p:nvPr>
        </p:nvSpPr>
        <p:spPr/>
        <p:txBody>
          <a:bodyPr/>
          <a:lstStyle/>
          <a:p>
            <a:r>
              <a:rPr lang="de-DE" dirty="0"/>
              <a:t>Zugangsdaten nicht in der Policy speichern</a:t>
            </a:r>
          </a:p>
        </p:txBody>
      </p:sp>
      <p:sp>
        <p:nvSpPr>
          <p:cNvPr id="3" name="Inhaltsplatzhalter 2">
            <a:extLst>
              <a:ext uri="{FF2B5EF4-FFF2-40B4-BE49-F238E27FC236}">
                <a16:creationId xmlns:a16="http://schemas.microsoft.com/office/drawing/2014/main" id="{CF8DA970-859C-1071-C308-4B077DF65328}"/>
              </a:ext>
            </a:extLst>
          </p:cNvPr>
          <p:cNvSpPr>
            <a:spLocks noGrp="1"/>
          </p:cNvSpPr>
          <p:nvPr>
            <p:ph idx="1"/>
          </p:nvPr>
        </p:nvSpPr>
        <p:spPr/>
        <p:txBody>
          <a:bodyPr>
            <a:normAutofit fontScale="55000" lnSpcReduction="20000"/>
          </a:bodyPr>
          <a:lstStyle/>
          <a:p>
            <a:pPr marL="0" indent="0">
              <a:buNone/>
            </a:pPr>
            <a:r>
              <a:rPr lang="de-DE" dirty="0"/>
              <a:t>Nicht verwenden:</a:t>
            </a:r>
          </a:p>
          <a:p>
            <a:pPr marL="0" indent="0">
              <a:buNone/>
            </a:pPr>
            <a:r>
              <a:rPr lang="de-DE" dirty="0">
                <a:latin typeface="Courier New" panose="02070309020205020404" pitchFamily="49" charset="0"/>
                <a:cs typeface="Courier New" panose="02070309020205020404" pitchFamily="49" charset="0"/>
              </a:rPr>
              <a:t>&lt;Header </a:t>
            </a:r>
            <a:r>
              <a:rPr lang="de-DE" dirty="0" err="1">
                <a:latin typeface="Courier New" panose="02070309020205020404" pitchFamily="49" charset="0"/>
                <a:cs typeface="Courier New" panose="02070309020205020404" pitchFamily="49" charset="0"/>
              </a:rPr>
              <a:t>name</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Authorization</a:t>
            </a:r>
            <a:r>
              <a:rPr lang="de-DE" dirty="0">
                <a:latin typeface="Courier New" panose="02070309020205020404" pitchFamily="49" charset="0"/>
                <a:cs typeface="Courier New" panose="02070309020205020404" pitchFamily="49" charset="0"/>
              </a:rPr>
              <a:t>"&gt;</a:t>
            </a:r>
          </a:p>
          <a:p>
            <a:pPr marL="0" indent="0">
              <a:buNone/>
            </a:pPr>
            <a:r>
              <a:rPr lang="de-DE" dirty="0">
                <a:latin typeface="Courier New" panose="02070309020205020404" pitchFamily="49" charset="0"/>
                <a:cs typeface="Courier New" panose="02070309020205020404" pitchFamily="49" charset="0"/>
              </a:rPr>
              <a:t>    Basic </a:t>
            </a:r>
            <a:r>
              <a:rPr lang="de-DE" dirty="0" err="1">
                <a:latin typeface="Courier New" panose="02070309020205020404" pitchFamily="49" charset="0"/>
                <a:cs typeface="Courier New" panose="02070309020205020404" pitchFamily="49" charset="0"/>
              </a:rPr>
              <a:t>fest_codierter_Wert</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&lt;/Header&gt;</a:t>
            </a:r>
          </a:p>
          <a:p>
            <a:pPr marL="0" indent="0">
              <a:buNone/>
            </a:pPr>
            <a:endParaRPr lang="de-DE" sz="200" dirty="0">
              <a:latin typeface="Courier New" panose="02070309020205020404" pitchFamily="49" charset="0"/>
              <a:cs typeface="Courier New" panose="02070309020205020404" pitchFamily="49" charset="0"/>
            </a:endParaRPr>
          </a:p>
          <a:p>
            <a:pPr marL="0" indent="0">
              <a:buNone/>
            </a:pPr>
            <a:r>
              <a:rPr lang="de-DE" dirty="0"/>
              <a:t>Probleme:</a:t>
            </a:r>
          </a:p>
          <a:p>
            <a:r>
              <a:rPr lang="de-DE" dirty="0"/>
              <a:t>Geheimnis steht im Proxy-Quelltext </a:t>
            </a:r>
          </a:p>
          <a:p>
            <a:r>
              <a:rPr lang="de-DE" dirty="0"/>
              <a:t>sichtbar für Bearbeiter </a:t>
            </a:r>
          </a:p>
          <a:p>
            <a:r>
              <a:rPr lang="de-DE" dirty="0"/>
              <a:t>kann in Exporten und Versionsständen landen </a:t>
            </a:r>
          </a:p>
          <a:p>
            <a:r>
              <a:rPr lang="de-DE" dirty="0"/>
              <a:t>Kennwortwechsel erfordert Codeänderung </a:t>
            </a:r>
          </a:p>
          <a:p>
            <a:pPr marL="0" indent="0">
              <a:buNone/>
            </a:pPr>
            <a:endParaRPr lang="de-DE" sz="200" dirty="0"/>
          </a:p>
          <a:p>
            <a:pPr marL="0" indent="0">
              <a:buNone/>
            </a:pPr>
            <a:r>
              <a:rPr lang="de-DE" dirty="0"/>
              <a:t>Besser:</a:t>
            </a:r>
          </a:p>
          <a:p>
            <a:pPr marL="0" indent="0">
              <a:buNone/>
            </a:pPr>
            <a:r>
              <a:rPr lang="de-DE" dirty="0">
                <a:latin typeface="Courier New" panose="02070309020205020404" pitchFamily="49" charset="0"/>
                <a:cs typeface="Courier New" panose="02070309020205020404" pitchFamily="49" charset="0"/>
              </a:rPr>
              <a:t>verschlüsselte Key Value </a:t>
            </a:r>
            <a:r>
              <a:rPr lang="de-DE" dirty="0" err="1">
                <a:latin typeface="Courier New" panose="02070309020205020404" pitchFamily="49" charset="0"/>
                <a:cs typeface="Courier New" panose="02070309020205020404" pitchFamily="49" charset="0"/>
              </a:rPr>
              <a:t>Map</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private Flow-Variablen</a:t>
            </a:r>
          </a:p>
          <a:p>
            <a:pPr marL="0" indent="0">
              <a:buNone/>
            </a:pPr>
            <a:r>
              <a:rPr lang="de-DE" dirty="0">
                <a:latin typeface="Courier New" panose="02070309020205020404" pitchFamily="49" charset="0"/>
                <a:cs typeface="Courier New" panose="02070309020205020404" pitchFamily="49" charset="0"/>
              </a:rPr>
              <a:t>→ Basic-Authentication-Policy</a:t>
            </a:r>
          </a:p>
          <a:p>
            <a:pPr marL="0" indent="0">
              <a:buNone/>
            </a:pPr>
            <a:endParaRPr lang="de-DE" dirty="0"/>
          </a:p>
        </p:txBody>
      </p:sp>
    </p:spTree>
    <p:extLst>
      <p:ext uri="{BB962C8B-B14F-4D97-AF65-F5344CB8AC3E}">
        <p14:creationId xmlns:p14="http://schemas.microsoft.com/office/powerpoint/2010/main" val="15101748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235323-242C-4543-A7DB-DC79C2EB9233}"/>
              </a:ext>
            </a:extLst>
          </p:cNvPr>
          <p:cNvSpPr>
            <a:spLocks noGrp="1"/>
          </p:cNvSpPr>
          <p:nvPr>
            <p:ph type="title"/>
          </p:nvPr>
        </p:nvSpPr>
        <p:spPr/>
        <p:txBody>
          <a:bodyPr/>
          <a:lstStyle/>
          <a:p>
            <a:r>
              <a:rPr lang="de-DE" dirty="0"/>
              <a:t>Key Value </a:t>
            </a:r>
            <a:r>
              <a:rPr lang="de-DE" dirty="0" err="1"/>
              <a:t>Map</a:t>
            </a:r>
            <a:endParaRPr lang="de-DE" dirty="0"/>
          </a:p>
        </p:txBody>
      </p:sp>
      <p:sp>
        <p:nvSpPr>
          <p:cNvPr id="3" name="Inhaltsplatzhalter 2">
            <a:extLst>
              <a:ext uri="{FF2B5EF4-FFF2-40B4-BE49-F238E27FC236}">
                <a16:creationId xmlns:a16="http://schemas.microsoft.com/office/drawing/2014/main" id="{735B09FC-5324-961B-7153-0180FFB1172B}"/>
              </a:ext>
            </a:extLst>
          </p:cNvPr>
          <p:cNvSpPr>
            <a:spLocks noGrp="1"/>
          </p:cNvSpPr>
          <p:nvPr>
            <p:ph idx="1"/>
          </p:nvPr>
        </p:nvSpPr>
        <p:spPr>
          <a:xfrm>
            <a:off x="838200" y="1469036"/>
            <a:ext cx="10515600" cy="4707927"/>
          </a:xfrm>
        </p:spPr>
        <p:txBody>
          <a:bodyPr/>
          <a:lstStyle/>
          <a:p>
            <a:pPr marL="0" indent="0">
              <a:buNone/>
            </a:pPr>
            <a:r>
              <a:rPr lang="de-DE" dirty="0"/>
              <a:t>Eigenschaften:</a:t>
            </a:r>
          </a:p>
          <a:p>
            <a:r>
              <a:rPr lang="de-DE" dirty="0"/>
              <a:t>zentrale Speicherung von Schlüssel-Wert-Paaren </a:t>
            </a:r>
          </a:p>
          <a:p>
            <a:r>
              <a:rPr lang="de-DE" dirty="0"/>
              <a:t>Verwendung durch </a:t>
            </a:r>
            <a:r>
              <a:rPr lang="de-DE" dirty="0" err="1"/>
              <a:t>Policies</a:t>
            </a:r>
            <a:r>
              <a:rPr lang="de-DE" dirty="0"/>
              <a:t> </a:t>
            </a:r>
          </a:p>
          <a:p>
            <a:r>
              <a:rPr lang="de-DE" dirty="0"/>
              <a:t>Werte können verschlüsselt werden </a:t>
            </a:r>
          </a:p>
          <a:p>
            <a:r>
              <a:rPr lang="de-DE" dirty="0"/>
              <a:t>verschlüsselte Werte nur über private.* auslesen </a:t>
            </a:r>
          </a:p>
          <a:p>
            <a:endParaRPr lang="de-DE" dirty="0"/>
          </a:p>
        </p:txBody>
      </p:sp>
      <p:pic>
        <p:nvPicPr>
          <p:cNvPr id="5" name="Grafik 4">
            <a:extLst>
              <a:ext uri="{FF2B5EF4-FFF2-40B4-BE49-F238E27FC236}">
                <a16:creationId xmlns:a16="http://schemas.microsoft.com/office/drawing/2014/main" id="{66C61DDA-2B24-486A-1208-75E5E17FCF54}"/>
              </a:ext>
            </a:extLst>
          </p:cNvPr>
          <p:cNvPicPr>
            <a:picLocks noChangeAspect="1"/>
          </p:cNvPicPr>
          <p:nvPr/>
        </p:nvPicPr>
        <p:blipFill>
          <a:blip r:embed="rId3"/>
          <a:stretch>
            <a:fillRect/>
          </a:stretch>
        </p:blipFill>
        <p:spPr>
          <a:xfrm>
            <a:off x="838200" y="4106851"/>
            <a:ext cx="5638087" cy="2386024"/>
          </a:xfrm>
          <a:prstGeom prst="rect">
            <a:avLst/>
          </a:prstGeom>
        </p:spPr>
      </p:pic>
    </p:spTree>
    <p:extLst>
      <p:ext uri="{BB962C8B-B14F-4D97-AF65-F5344CB8AC3E}">
        <p14:creationId xmlns:p14="http://schemas.microsoft.com/office/powerpoint/2010/main" val="1168073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45ED51-77F3-BA61-7D4D-6CF28FED3CC6}"/>
              </a:ext>
            </a:extLst>
          </p:cNvPr>
          <p:cNvSpPr>
            <a:spLocks noGrp="1"/>
          </p:cNvSpPr>
          <p:nvPr>
            <p:ph type="title"/>
          </p:nvPr>
        </p:nvSpPr>
        <p:spPr/>
        <p:txBody>
          <a:bodyPr/>
          <a:lstStyle/>
          <a:p>
            <a:r>
              <a:rPr lang="de-DE" dirty="0"/>
              <a:t>Policy 1: Werte aus der KVM lesen</a:t>
            </a:r>
          </a:p>
        </p:txBody>
      </p:sp>
      <p:pic>
        <p:nvPicPr>
          <p:cNvPr id="5" name="Inhaltsplatzhalter 4">
            <a:extLst>
              <a:ext uri="{FF2B5EF4-FFF2-40B4-BE49-F238E27FC236}">
                <a16:creationId xmlns:a16="http://schemas.microsoft.com/office/drawing/2014/main" id="{CA6DB3F1-E181-52C2-376B-801F6942E8E9}"/>
              </a:ext>
            </a:extLst>
          </p:cNvPr>
          <p:cNvPicPr>
            <a:picLocks noGrp="1" noChangeAspect="1"/>
          </p:cNvPicPr>
          <p:nvPr>
            <p:ph idx="1"/>
          </p:nvPr>
        </p:nvPicPr>
        <p:blipFill>
          <a:blip r:embed="rId3"/>
          <a:stretch>
            <a:fillRect/>
          </a:stretch>
        </p:blipFill>
        <p:spPr>
          <a:xfrm>
            <a:off x="2559736" y="1690688"/>
            <a:ext cx="7072528" cy="4802187"/>
          </a:xfrm>
          <a:prstGeom prst="rect">
            <a:avLst/>
          </a:prstGeom>
        </p:spPr>
      </p:pic>
    </p:spTree>
    <p:extLst>
      <p:ext uri="{BB962C8B-B14F-4D97-AF65-F5344CB8AC3E}">
        <p14:creationId xmlns:p14="http://schemas.microsoft.com/office/powerpoint/2010/main" val="41606539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816FE6-E30D-4442-AC84-8A23B6782F6F}"/>
              </a:ext>
            </a:extLst>
          </p:cNvPr>
          <p:cNvSpPr>
            <a:spLocks noGrp="1"/>
          </p:cNvSpPr>
          <p:nvPr>
            <p:ph type="title"/>
          </p:nvPr>
        </p:nvSpPr>
        <p:spPr/>
        <p:txBody>
          <a:bodyPr/>
          <a:lstStyle/>
          <a:p>
            <a:r>
              <a:rPr lang="de-DE" dirty="0"/>
              <a:t>Policy 2: Basic Authentication erzeugen</a:t>
            </a:r>
          </a:p>
        </p:txBody>
      </p:sp>
      <p:pic>
        <p:nvPicPr>
          <p:cNvPr id="5" name="Inhaltsplatzhalter 4">
            <a:extLst>
              <a:ext uri="{FF2B5EF4-FFF2-40B4-BE49-F238E27FC236}">
                <a16:creationId xmlns:a16="http://schemas.microsoft.com/office/drawing/2014/main" id="{7BAA456C-96B5-AF3A-7439-1C35EB325069}"/>
              </a:ext>
            </a:extLst>
          </p:cNvPr>
          <p:cNvPicPr>
            <a:picLocks noGrp="1" noChangeAspect="1"/>
          </p:cNvPicPr>
          <p:nvPr>
            <p:ph idx="1"/>
          </p:nvPr>
        </p:nvPicPr>
        <p:blipFill>
          <a:blip r:embed="rId3"/>
          <a:stretch>
            <a:fillRect/>
          </a:stretch>
        </p:blipFill>
        <p:spPr>
          <a:xfrm>
            <a:off x="1632678" y="1690688"/>
            <a:ext cx="8688905" cy="4802187"/>
          </a:xfrm>
          <a:prstGeom prst="rect">
            <a:avLst/>
          </a:prstGeom>
        </p:spPr>
      </p:pic>
    </p:spTree>
    <p:extLst>
      <p:ext uri="{BB962C8B-B14F-4D97-AF65-F5344CB8AC3E}">
        <p14:creationId xmlns:p14="http://schemas.microsoft.com/office/powerpoint/2010/main" val="3244953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F86C79-21AD-1C1F-A0EB-4941F008F92E}"/>
              </a:ext>
            </a:extLst>
          </p:cNvPr>
          <p:cNvSpPr>
            <a:spLocks noGrp="1"/>
          </p:cNvSpPr>
          <p:nvPr>
            <p:ph type="title"/>
          </p:nvPr>
        </p:nvSpPr>
        <p:spPr/>
        <p:txBody>
          <a:bodyPr/>
          <a:lstStyle/>
          <a:p>
            <a:r>
              <a:rPr lang="de-DE" dirty="0"/>
              <a:t>Policy 3: Request-Header anpassen</a:t>
            </a:r>
          </a:p>
        </p:txBody>
      </p:sp>
      <p:pic>
        <p:nvPicPr>
          <p:cNvPr id="5" name="Inhaltsplatzhalter 4">
            <a:extLst>
              <a:ext uri="{FF2B5EF4-FFF2-40B4-BE49-F238E27FC236}">
                <a16:creationId xmlns:a16="http://schemas.microsoft.com/office/drawing/2014/main" id="{6063B45D-AE56-5E57-9B30-38CD91859E19}"/>
              </a:ext>
            </a:extLst>
          </p:cNvPr>
          <p:cNvPicPr>
            <a:picLocks noGrp="1" noChangeAspect="1"/>
          </p:cNvPicPr>
          <p:nvPr>
            <p:ph idx="1"/>
          </p:nvPr>
        </p:nvPicPr>
        <p:blipFill>
          <a:blip r:embed="rId3"/>
          <a:stretch>
            <a:fillRect/>
          </a:stretch>
        </p:blipFill>
        <p:spPr>
          <a:xfrm>
            <a:off x="2016950" y="1690688"/>
            <a:ext cx="8158100" cy="4802187"/>
          </a:xfrm>
          <a:prstGeom prst="rect">
            <a:avLst/>
          </a:prstGeom>
        </p:spPr>
      </p:pic>
    </p:spTree>
    <p:extLst>
      <p:ext uri="{BB962C8B-B14F-4D97-AF65-F5344CB8AC3E}">
        <p14:creationId xmlns:p14="http://schemas.microsoft.com/office/powerpoint/2010/main" val="28998459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E3B983-E9C5-F33D-6236-934D2060B037}"/>
              </a:ext>
            </a:extLst>
          </p:cNvPr>
          <p:cNvSpPr>
            <a:spLocks noGrp="1"/>
          </p:cNvSpPr>
          <p:nvPr>
            <p:ph type="title"/>
          </p:nvPr>
        </p:nvSpPr>
        <p:spPr/>
        <p:txBody>
          <a:bodyPr/>
          <a:lstStyle/>
          <a:p>
            <a:r>
              <a:rPr lang="de-DE" dirty="0"/>
              <a:t>Die vollständige Policy-Kette</a:t>
            </a:r>
          </a:p>
        </p:txBody>
      </p:sp>
      <p:sp>
        <p:nvSpPr>
          <p:cNvPr id="3" name="Inhaltsplatzhalter 2">
            <a:extLst>
              <a:ext uri="{FF2B5EF4-FFF2-40B4-BE49-F238E27FC236}">
                <a16:creationId xmlns:a16="http://schemas.microsoft.com/office/drawing/2014/main" id="{FE6B2BDF-F735-1985-47C4-8CA4F652325D}"/>
              </a:ext>
            </a:extLst>
          </p:cNvPr>
          <p:cNvSpPr>
            <a:spLocks noGrp="1"/>
          </p:cNvSpPr>
          <p:nvPr>
            <p:ph idx="1"/>
          </p:nvPr>
        </p:nvSpPr>
        <p:spPr/>
        <p:txBody>
          <a:bodyPr/>
          <a:lstStyle/>
          <a:p>
            <a:pPr marL="0" indent="0">
              <a:buNone/>
            </a:pPr>
            <a:r>
              <a:rPr lang="de-DE" dirty="0"/>
              <a:t>Position:</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TargetEndpoint</a:t>
            </a:r>
            <a:r>
              <a:rPr lang="de-DE" dirty="0">
                <a:latin typeface="Courier New" panose="02070309020205020404" pitchFamily="49" charset="0"/>
                <a:cs typeface="Courier New" panose="02070309020205020404" pitchFamily="49" charset="0"/>
              </a:rPr>
              <a:t> </a:t>
            </a:r>
          </a:p>
          <a:p>
            <a:pPr marL="0" indent="0">
              <a:buNone/>
            </a:pPr>
            <a:r>
              <a:rPr lang="de-DE" dirty="0">
                <a:latin typeface="Courier New" panose="02070309020205020404" pitchFamily="49" charset="0"/>
                <a:cs typeface="Courier New" panose="02070309020205020404" pitchFamily="49" charset="0"/>
              </a:rPr>
              <a:t>  └─ Request </a:t>
            </a:r>
          </a:p>
          <a:p>
            <a:pPr marL="0"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PreFlow</a:t>
            </a:r>
            <a:endParaRPr lang="de-DE" dirty="0">
              <a:latin typeface="Courier New" panose="02070309020205020404" pitchFamily="49" charset="0"/>
              <a:cs typeface="Courier New" panose="02070309020205020404" pitchFamily="49" charset="0"/>
            </a:endParaRPr>
          </a:p>
          <a:p>
            <a:pPr marL="0" indent="0">
              <a:buNone/>
            </a:pPr>
            <a:r>
              <a:rPr lang="de-DE" dirty="0">
                <a:cs typeface="Courier New" panose="02070309020205020404" pitchFamily="49" charset="0"/>
              </a:rPr>
              <a:t>Reihenfolge:</a:t>
            </a:r>
          </a:p>
          <a:p>
            <a:pPr marL="0" indent="0">
              <a:buNone/>
            </a:pPr>
            <a:r>
              <a:rPr lang="de-DE" dirty="0">
                <a:latin typeface="Courier New" panose="02070309020205020404" pitchFamily="49" charset="0"/>
                <a:cs typeface="Courier New" panose="02070309020205020404" pitchFamily="49" charset="0"/>
              </a:rPr>
              <a:t>  KVM-Fetch-ABAP </a:t>
            </a:r>
          </a:p>
          <a:p>
            <a:pPr marL="0" indent="0">
              <a:buNone/>
            </a:pPr>
            <a:r>
              <a:rPr lang="de-DE" dirty="0">
                <a:latin typeface="Courier New" panose="02070309020205020404" pitchFamily="49" charset="0"/>
                <a:cs typeface="Courier New" panose="02070309020205020404" pitchFamily="49" charset="0"/>
              </a:rPr>
              <a:t>  BA-ABAP-Backend</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Assign</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Accept</a:t>
            </a:r>
            <a:r>
              <a:rPr lang="de-DE" dirty="0">
                <a:latin typeface="Courier New" panose="02070309020205020404" pitchFamily="49" charset="0"/>
                <a:cs typeface="Courier New" panose="02070309020205020404" pitchFamily="49" charset="0"/>
              </a:rPr>
              <a:t>-Encoding</a:t>
            </a:r>
          </a:p>
        </p:txBody>
      </p:sp>
    </p:spTree>
    <p:extLst>
      <p:ext uri="{BB962C8B-B14F-4D97-AF65-F5344CB8AC3E}">
        <p14:creationId xmlns:p14="http://schemas.microsoft.com/office/powerpoint/2010/main" val="40361865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35BD8A-5B16-C2DE-8BD1-65B1F9429569}"/>
              </a:ext>
            </a:extLst>
          </p:cNvPr>
          <p:cNvSpPr>
            <a:spLocks noGrp="1"/>
          </p:cNvSpPr>
          <p:nvPr>
            <p:ph type="title"/>
          </p:nvPr>
        </p:nvSpPr>
        <p:spPr/>
        <p:txBody>
          <a:bodyPr/>
          <a:lstStyle/>
          <a:p>
            <a:r>
              <a:rPr lang="de-DE" dirty="0"/>
              <a:t>Der sogenannte Debugger</a:t>
            </a:r>
          </a:p>
        </p:txBody>
      </p:sp>
      <p:sp>
        <p:nvSpPr>
          <p:cNvPr id="3" name="Inhaltsplatzhalter 2">
            <a:extLst>
              <a:ext uri="{FF2B5EF4-FFF2-40B4-BE49-F238E27FC236}">
                <a16:creationId xmlns:a16="http://schemas.microsoft.com/office/drawing/2014/main" id="{20DB118A-7A0F-3EA6-D558-6E1FEB9051B3}"/>
              </a:ext>
            </a:extLst>
          </p:cNvPr>
          <p:cNvSpPr>
            <a:spLocks noGrp="1"/>
          </p:cNvSpPr>
          <p:nvPr>
            <p:ph sz="half" idx="1"/>
          </p:nvPr>
        </p:nvSpPr>
        <p:spPr>
          <a:xfrm>
            <a:off x="838200" y="1435886"/>
            <a:ext cx="5181600" cy="4351338"/>
          </a:xfrm>
        </p:spPr>
        <p:txBody>
          <a:bodyPr>
            <a:normAutofit/>
          </a:bodyPr>
          <a:lstStyle/>
          <a:p>
            <a:pPr marL="0" indent="0">
              <a:buNone/>
            </a:pPr>
            <a:r>
              <a:rPr lang="de-DE" dirty="0"/>
              <a:t>Der SAP-„Debugger“ ist ein zeitlich begrenzter Trace:</a:t>
            </a:r>
          </a:p>
          <a:p>
            <a:r>
              <a:rPr lang="de-DE" dirty="0"/>
              <a:t>keine Breakpoints </a:t>
            </a:r>
          </a:p>
          <a:p>
            <a:r>
              <a:rPr lang="de-DE" dirty="0"/>
              <a:t>kein Einzelschritt </a:t>
            </a:r>
          </a:p>
          <a:p>
            <a:r>
              <a:rPr lang="de-DE" dirty="0"/>
              <a:t>kein Anhalten </a:t>
            </a:r>
          </a:p>
          <a:p>
            <a:r>
              <a:rPr lang="de-DE" dirty="0"/>
              <a:t>keine Variablenänderung </a:t>
            </a:r>
          </a:p>
          <a:p>
            <a:pPr marL="0" indent="0">
              <a:buNone/>
            </a:pPr>
            <a:endParaRPr lang="de-DE" dirty="0"/>
          </a:p>
        </p:txBody>
      </p:sp>
      <p:sp>
        <p:nvSpPr>
          <p:cNvPr id="6" name="Inhaltsplatzhalter 5">
            <a:extLst>
              <a:ext uri="{FF2B5EF4-FFF2-40B4-BE49-F238E27FC236}">
                <a16:creationId xmlns:a16="http://schemas.microsoft.com/office/drawing/2014/main" id="{1FEC6531-2027-5CC2-A6E2-0CAC258933B6}"/>
              </a:ext>
            </a:extLst>
          </p:cNvPr>
          <p:cNvSpPr>
            <a:spLocks noGrp="1"/>
          </p:cNvSpPr>
          <p:nvPr>
            <p:ph sz="half" idx="2"/>
          </p:nvPr>
        </p:nvSpPr>
        <p:spPr>
          <a:xfrm>
            <a:off x="6172200" y="1435886"/>
            <a:ext cx="5181600" cy="4351338"/>
          </a:xfrm>
        </p:spPr>
        <p:txBody>
          <a:bodyPr>
            <a:normAutofit/>
          </a:bodyPr>
          <a:lstStyle/>
          <a:p>
            <a:pPr marL="0" indent="0">
              <a:buNone/>
            </a:pPr>
            <a:r>
              <a:rPr lang="de-DE" dirty="0"/>
              <a:t>Er zeigt nach einem Request:</a:t>
            </a:r>
          </a:p>
          <a:p>
            <a:r>
              <a:rPr lang="de-DE" dirty="0"/>
              <a:t>durchlaufene Stationen </a:t>
            </a:r>
          </a:p>
          <a:p>
            <a:r>
              <a:rPr lang="de-DE" dirty="0"/>
              <a:t>ausgeführte </a:t>
            </a:r>
            <a:r>
              <a:rPr lang="de-DE" dirty="0" err="1"/>
              <a:t>Policies</a:t>
            </a:r>
            <a:r>
              <a:rPr lang="de-DE" dirty="0"/>
              <a:t> </a:t>
            </a:r>
          </a:p>
          <a:p>
            <a:r>
              <a:rPr lang="de-DE" dirty="0"/>
              <a:t>Header und Flow-Variablen </a:t>
            </a:r>
          </a:p>
          <a:p>
            <a:r>
              <a:rPr lang="de-DE" dirty="0"/>
              <a:t>Fehler </a:t>
            </a:r>
          </a:p>
          <a:p>
            <a:r>
              <a:rPr lang="de-DE" dirty="0"/>
              <a:t>Request und Response</a:t>
            </a:r>
          </a:p>
          <a:p>
            <a:endParaRPr lang="de-DE" dirty="0"/>
          </a:p>
        </p:txBody>
      </p:sp>
      <p:pic>
        <p:nvPicPr>
          <p:cNvPr id="5" name="Grafik 4">
            <a:extLst>
              <a:ext uri="{FF2B5EF4-FFF2-40B4-BE49-F238E27FC236}">
                <a16:creationId xmlns:a16="http://schemas.microsoft.com/office/drawing/2014/main" id="{E1EE5E0D-7FA0-BF1D-DD18-0E28D3F4CB0C}"/>
              </a:ext>
            </a:extLst>
          </p:cNvPr>
          <p:cNvPicPr>
            <a:picLocks noChangeAspect="1"/>
          </p:cNvPicPr>
          <p:nvPr/>
        </p:nvPicPr>
        <p:blipFill>
          <a:blip r:embed="rId3"/>
          <a:stretch>
            <a:fillRect/>
          </a:stretch>
        </p:blipFill>
        <p:spPr>
          <a:xfrm>
            <a:off x="775421" y="4423937"/>
            <a:ext cx="10144707" cy="2321636"/>
          </a:xfrm>
          <a:prstGeom prst="rect">
            <a:avLst/>
          </a:prstGeom>
        </p:spPr>
      </p:pic>
    </p:spTree>
    <p:extLst>
      <p:ext uri="{BB962C8B-B14F-4D97-AF65-F5344CB8AC3E}">
        <p14:creationId xmlns:p14="http://schemas.microsoft.com/office/powerpoint/2010/main" val="1314406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734F2A90-EF2E-6B7E-E38B-6F3D69848F7C}"/>
              </a:ext>
            </a:extLst>
          </p:cNvPr>
          <p:cNvSpPr>
            <a:spLocks noGrp="1"/>
          </p:cNvSpPr>
          <p:nvPr>
            <p:ph type="title"/>
          </p:nvPr>
        </p:nvSpPr>
        <p:spPr/>
        <p:txBody>
          <a:bodyPr/>
          <a:lstStyle/>
          <a:p>
            <a:r>
              <a:rPr lang="de-DE" dirty="0" err="1"/>
              <a:t>Policies</a:t>
            </a:r>
            <a:r>
              <a:rPr lang="de-DE" dirty="0"/>
              <a:t> systematisch testen</a:t>
            </a:r>
          </a:p>
        </p:txBody>
      </p:sp>
      <p:sp>
        <p:nvSpPr>
          <p:cNvPr id="7" name="Inhaltsplatzhalter 6">
            <a:extLst>
              <a:ext uri="{FF2B5EF4-FFF2-40B4-BE49-F238E27FC236}">
                <a16:creationId xmlns:a16="http://schemas.microsoft.com/office/drawing/2014/main" id="{0DD8C28C-728C-7CB2-F90B-BF6DB51837DC}"/>
              </a:ext>
            </a:extLst>
          </p:cNvPr>
          <p:cNvSpPr>
            <a:spLocks noGrp="1"/>
          </p:cNvSpPr>
          <p:nvPr>
            <p:ph sz="half" idx="1"/>
          </p:nvPr>
        </p:nvSpPr>
        <p:spPr/>
        <p:txBody>
          <a:bodyPr/>
          <a:lstStyle/>
          <a:p>
            <a:pPr marL="0" indent="0">
              <a:buNone/>
            </a:pPr>
            <a:r>
              <a:rPr lang="de-DE" dirty="0"/>
              <a:t>Empfohlene Reihenfolge:</a:t>
            </a:r>
          </a:p>
          <a:p>
            <a:r>
              <a:rPr lang="de-DE" dirty="0"/>
              <a:t>Backend direkt testen </a:t>
            </a:r>
          </a:p>
          <a:p>
            <a:r>
              <a:rPr lang="de-DE" dirty="0"/>
              <a:t>Proxy ohne </a:t>
            </a:r>
            <a:r>
              <a:rPr lang="de-DE" dirty="0" err="1"/>
              <a:t>Policies</a:t>
            </a:r>
            <a:r>
              <a:rPr lang="de-DE" dirty="0"/>
              <a:t> testen </a:t>
            </a:r>
          </a:p>
          <a:p>
            <a:r>
              <a:rPr lang="de-DE" dirty="0" err="1"/>
              <a:t>Policies</a:t>
            </a:r>
            <a:r>
              <a:rPr lang="de-DE" dirty="0"/>
              <a:t> einzeln ergänzen </a:t>
            </a:r>
          </a:p>
          <a:p>
            <a:r>
              <a:rPr lang="de-DE" dirty="0"/>
              <a:t>nach jeder Änderung deployen </a:t>
            </a:r>
          </a:p>
          <a:p>
            <a:r>
              <a:rPr lang="de-DE" dirty="0"/>
              <a:t>Request erneut ausführen </a:t>
            </a:r>
          </a:p>
          <a:p>
            <a:r>
              <a:rPr lang="de-DE" dirty="0"/>
              <a:t>HTTP-Status und Trace vergleichen</a:t>
            </a:r>
          </a:p>
          <a:p>
            <a:endParaRPr lang="de-DE" dirty="0"/>
          </a:p>
        </p:txBody>
      </p:sp>
      <p:graphicFrame>
        <p:nvGraphicFramePr>
          <p:cNvPr id="9" name="Inhaltsplatzhalter 8">
            <a:extLst>
              <a:ext uri="{FF2B5EF4-FFF2-40B4-BE49-F238E27FC236}">
                <a16:creationId xmlns:a16="http://schemas.microsoft.com/office/drawing/2014/main" id="{AEEE6B8A-8600-F8D2-3D04-0D996D8C84C4}"/>
              </a:ext>
            </a:extLst>
          </p:cNvPr>
          <p:cNvGraphicFramePr>
            <a:graphicFrameLocks noGrp="1"/>
          </p:cNvGraphicFramePr>
          <p:nvPr>
            <p:ph sz="half" idx="2"/>
            <p:extLst>
              <p:ext uri="{D42A27DB-BD31-4B8C-83A1-F6EECF244321}">
                <p14:modId xmlns:p14="http://schemas.microsoft.com/office/powerpoint/2010/main" val="1548340575"/>
              </p:ext>
            </p:extLst>
          </p:nvPr>
        </p:nvGraphicFramePr>
        <p:xfrm>
          <a:off x="6172200" y="1825625"/>
          <a:ext cx="5181600" cy="421132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3692327823"/>
                    </a:ext>
                  </a:extLst>
                </a:gridCol>
                <a:gridCol w="2590800">
                  <a:extLst>
                    <a:ext uri="{9D8B030D-6E8A-4147-A177-3AD203B41FA5}">
                      <a16:colId xmlns:a16="http://schemas.microsoft.com/office/drawing/2014/main" val="2096017792"/>
                    </a:ext>
                  </a:extLst>
                </a:gridCol>
              </a:tblGrid>
              <a:tr h="370840">
                <a:tc>
                  <a:txBody>
                    <a:bodyPr/>
                    <a:lstStyle/>
                    <a:p>
                      <a:r>
                        <a:rPr lang="de-DE" dirty="0"/>
                        <a:t>Beobachtung</a:t>
                      </a:r>
                    </a:p>
                  </a:txBody>
                  <a:tcPr/>
                </a:tc>
                <a:tc>
                  <a:txBody>
                    <a:bodyPr/>
                    <a:lstStyle/>
                    <a:p>
                      <a:r>
                        <a:rPr lang="de-DE" dirty="0"/>
                        <a:t>Schlussfolgerung</a:t>
                      </a:r>
                    </a:p>
                  </a:txBody>
                  <a:tcPr/>
                </a:tc>
                <a:extLst>
                  <a:ext uri="{0D108BD9-81ED-4DB2-BD59-A6C34878D82A}">
                    <a16:rowId xmlns:a16="http://schemas.microsoft.com/office/drawing/2014/main" val="2471343459"/>
                  </a:ext>
                </a:extLst>
              </a:tr>
              <a:tr h="370840">
                <a:tc>
                  <a:txBody>
                    <a:bodyPr/>
                    <a:lstStyle/>
                    <a:p>
                      <a:r>
                        <a:rPr lang="de-DE" dirty="0"/>
                        <a:t>Direkter Backend-Aufruf scheitert</a:t>
                      </a:r>
                    </a:p>
                  </a:txBody>
                  <a:tcPr/>
                </a:tc>
                <a:tc>
                  <a:txBody>
                    <a:bodyPr/>
                    <a:lstStyle/>
                    <a:p>
                      <a:r>
                        <a:rPr lang="de-DE" dirty="0"/>
                        <a:t>Backend oder Zugangsdaten prüfen</a:t>
                      </a:r>
                    </a:p>
                  </a:txBody>
                  <a:tcPr/>
                </a:tc>
                <a:extLst>
                  <a:ext uri="{0D108BD9-81ED-4DB2-BD59-A6C34878D82A}">
                    <a16:rowId xmlns:a16="http://schemas.microsoft.com/office/drawing/2014/main" val="4143095227"/>
                  </a:ext>
                </a:extLst>
              </a:tr>
              <a:tr h="370840">
                <a:tc>
                  <a:txBody>
                    <a:bodyPr/>
                    <a:lstStyle/>
                    <a:p>
                      <a:r>
                        <a:rPr lang="de-DE" dirty="0"/>
                        <a:t>Proxy mit Client-Basic funktioniert</a:t>
                      </a:r>
                    </a:p>
                  </a:txBody>
                  <a:tcPr/>
                </a:tc>
                <a:tc>
                  <a:txBody>
                    <a:bodyPr/>
                    <a:lstStyle/>
                    <a:p>
                      <a:r>
                        <a:rPr lang="de-DE" dirty="0"/>
                        <a:t>Routing und Backend sind erreichbar</a:t>
                      </a:r>
                    </a:p>
                  </a:txBody>
                  <a:tcPr/>
                </a:tc>
                <a:extLst>
                  <a:ext uri="{0D108BD9-81ED-4DB2-BD59-A6C34878D82A}">
                    <a16:rowId xmlns:a16="http://schemas.microsoft.com/office/drawing/2014/main" val="1523512775"/>
                  </a:ext>
                </a:extLst>
              </a:tr>
              <a:tr h="370840">
                <a:tc>
                  <a:txBody>
                    <a:bodyPr/>
                    <a:lstStyle/>
                    <a:p>
                      <a:r>
                        <a:rPr lang="de-DE" dirty="0"/>
                        <a:t>Proxy mit </a:t>
                      </a:r>
                      <a:r>
                        <a:rPr lang="de-DE" sz="1800" kern="1200" dirty="0">
                          <a:solidFill>
                            <a:schemeClr val="dk1"/>
                          </a:solidFill>
                          <a:latin typeface="+mn-lt"/>
                          <a:ea typeface="+mn-ea"/>
                          <a:cs typeface="+mn-cs"/>
                        </a:rPr>
                        <a:t>No Auth</a:t>
                      </a:r>
                      <a:r>
                        <a:rPr lang="de-DE" dirty="0"/>
                        <a:t> liefert 401</a:t>
                      </a:r>
                    </a:p>
                  </a:txBody>
                  <a:tcPr/>
                </a:tc>
                <a:tc>
                  <a:txBody>
                    <a:bodyPr/>
                    <a:lstStyle/>
                    <a:p>
                      <a:r>
                        <a:rPr lang="de-DE" dirty="0"/>
                        <a:t>Backend-Header fehlt</a:t>
                      </a:r>
                    </a:p>
                  </a:txBody>
                  <a:tcPr/>
                </a:tc>
                <a:extLst>
                  <a:ext uri="{0D108BD9-81ED-4DB2-BD59-A6C34878D82A}">
                    <a16:rowId xmlns:a16="http://schemas.microsoft.com/office/drawing/2014/main" val="71430673"/>
                  </a:ext>
                </a:extLst>
              </a:tr>
              <a:tr h="370840">
                <a:tc>
                  <a:txBody>
                    <a:bodyPr/>
                    <a:lstStyle/>
                    <a:p>
                      <a:r>
                        <a:rPr lang="de-DE" dirty="0"/>
                        <a:t>KVM-Policy schlägt fehl</a:t>
                      </a:r>
                    </a:p>
                  </a:txBody>
                  <a:tcPr/>
                </a:tc>
                <a:tc>
                  <a:txBody>
                    <a:bodyPr/>
                    <a:lstStyle/>
                    <a:p>
                      <a:r>
                        <a:rPr lang="de-DE" dirty="0" err="1"/>
                        <a:t>Map</a:t>
                      </a:r>
                      <a:r>
                        <a:rPr lang="de-DE" dirty="0"/>
                        <a:t>, Schlüssel oder Scope prüfen</a:t>
                      </a:r>
                    </a:p>
                  </a:txBody>
                  <a:tcPr/>
                </a:tc>
                <a:extLst>
                  <a:ext uri="{0D108BD9-81ED-4DB2-BD59-A6C34878D82A}">
                    <a16:rowId xmlns:a16="http://schemas.microsoft.com/office/drawing/2014/main" val="819887601"/>
                  </a:ext>
                </a:extLst>
              </a:tr>
              <a:tr h="370840">
                <a:tc>
                  <a:txBody>
                    <a:bodyPr/>
                    <a:lstStyle/>
                    <a:p>
                      <a:r>
                        <a:rPr lang="de-DE" dirty="0"/>
                        <a:t>Nach Policy-Änderung keine Wirkung</a:t>
                      </a:r>
                    </a:p>
                  </a:txBody>
                  <a:tcPr/>
                </a:tc>
                <a:tc>
                  <a:txBody>
                    <a:bodyPr/>
                    <a:lstStyle/>
                    <a:p>
                      <a:r>
                        <a:rPr lang="de-DE" dirty="0"/>
                        <a:t>aktuelle Revision nicht deployt</a:t>
                      </a:r>
                    </a:p>
                  </a:txBody>
                  <a:tcPr/>
                </a:tc>
                <a:extLst>
                  <a:ext uri="{0D108BD9-81ED-4DB2-BD59-A6C34878D82A}">
                    <a16:rowId xmlns:a16="http://schemas.microsoft.com/office/drawing/2014/main" val="3752492773"/>
                  </a:ext>
                </a:extLst>
              </a:tr>
              <a:tr h="370840">
                <a:tc>
                  <a:txBody>
                    <a:bodyPr/>
                    <a:lstStyle/>
                    <a:p>
                      <a:r>
                        <a:rPr lang="de-DE" dirty="0"/>
                        <a:t>Header vorhanden, aber 401</a:t>
                      </a:r>
                    </a:p>
                  </a:txBody>
                  <a:tcPr/>
                </a:tc>
                <a:tc>
                  <a:txBody>
                    <a:bodyPr/>
                    <a:lstStyle/>
                    <a:p>
                      <a:r>
                        <a:rPr lang="de-DE" dirty="0"/>
                        <a:t>Zugangsdaten falsch oder Benutzer gesperrt</a:t>
                      </a:r>
                    </a:p>
                  </a:txBody>
                  <a:tcPr/>
                </a:tc>
                <a:extLst>
                  <a:ext uri="{0D108BD9-81ED-4DB2-BD59-A6C34878D82A}">
                    <a16:rowId xmlns:a16="http://schemas.microsoft.com/office/drawing/2014/main" val="1453512159"/>
                  </a:ext>
                </a:extLst>
              </a:tr>
            </a:tbl>
          </a:graphicData>
        </a:graphic>
      </p:graphicFrame>
    </p:spTree>
    <p:extLst>
      <p:ext uri="{BB962C8B-B14F-4D97-AF65-F5344CB8AC3E}">
        <p14:creationId xmlns:p14="http://schemas.microsoft.com/office/powerpoint/2010/main" val="5977561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0E03A6-E68C-84CA-49CC-24206E8DD9A2}"/>
              </a:ext>
            </a:extLst>
          </p:cNvPr>
          <p:cNvSpPr>
            <a:spLocks noGrp="1"/>
          </p:cNvSpPr>
          <p:nvPr>
            <p:ph type="title"/>
          </p:nvPr>
        </p:nvSpPr>
        <p:spPr/>
        <p:txBody>
          <a:bodyPr/>
          <a:lstStyle/>
          <a:p>
            <a:r>
              <a:rPr lang="de-DE" dirty="0"/>
              <a:t>Sicherer Umgang mit Geheimnissen</a:t>
            </a:r>
          </a:p>
        </p:txBody>
      </p:sp>
      <p:sp>
        <p:nvSpPr>
          <p:cNvPr id="5" name="Inhaltsplatzhalter 4">
            <a:extLst>
              <a:ext uri="{FF2B5EF4-FFF2-40B4-BE49-F238E27FC236}">
                <a16:creationId xmlns:a16="http://schemas.microsoft.com/office/drawing/2014/main" id="{7061112A-490C-EF89-46DA-3B0B6DB7984D}"/>
              </a:ext>
            </a:extLst>
          </p:cNvPr>
          <p:cNvSpPr>
            <a:spLocks noGrp="1"/>
          </p:cNvSpPr>
          <p:nvPr>
            <p:ph idx="1"/>
          </p:nvPr>
        </p:nvSpPr>
        <p:spPr/>
        <p:txBody>
          <a:bodyPr/>
          <a:lstStyle/>
          <a:p>
            <a:r>
              <a:rPr lang="de-DE" dirty="0"/>
              <a:t>keine Kennwörter im Policy-XML </a:t>
            </a:r>
          </a:p>
          <a:p>
            <a:r>
              <a:rPr lang="de-DE" dirty="0"/>
              <a:t>keine vollständigen </a:t>
            </a:r>
            <a:r>
              <a:rPr lang="de-DE" dirty="0" err="1"/>
              <a:t>Authorization</a:t>
            </a:r>
            <a:r>
              <a:rPr lang="de-DE" dirty="0"/>
              <a:t>-Header speichern</a:t>
            </a:r>
          </a:p>
          <a:p>
            <a:r>
              <a:rPr lang="de-DE" dirty="0"/>
              <a:t>verschlüsselte KVM verwenden </a:t>
            </a:r>
          </a:p>
          <a:p>
            <a:r>
              <a:rPr lang="de-DE" dirty="0"/>
              <a:t>Variablennamen mit </a:t>
            </a:r>
            <a:r>
              <a:rPr lang="de-DE" sz="2400" dirty="0">
                <a:latin typeface="Courier New" panose="02070309020205020404" pitchFamily="49" charset="0"/>
                <a:cs typeface="Courier New" panose="02070309020205020404" pitchFamily="49" charset="0"/>
              </a:rPr>
              <a:t>private.</a:t>
            </a:r>
            <a:r>
              <a:rPr lang="de-DE" dirty="0"/>
              <a:t> beginnen </a:t>
            </a:r>
          </a:p>
          <a:p>
            <a:r>
              <a:rPr lang="de-DE" dirty="0"/>
              <a:t>Secrets nicht in Screenshots oder Traces zeigen </a:t>
            </a:r>
          </a:p>
          <a:p>
            <a:r>
              <a:rPr lang="de-DE" dirty="0"/>
              <a:t>Kennwörter regelmäßig ändern </a:t>
            </a:r>
          </a:p>
          <a:p>
            <a:r>
              <a:rPr lang="de-DE" dirty="0"/>
              <a:t>nur HTTPS verwenden </a:t>
            </a:r>
          </a:p>
          <a:p>
            <a:r>
              <a:rPr lang="de-DE" dirty="0"/>
              <a:t>Berechtigungen des technischen Benutzers minimieren</a:t>
            </a:r>
          </a:p>
        </p:txBody>
      </p:sp>
    </p:spTree>
    <p:extLst>
      <p:ext uri="{BB962C8B-B14F-4D97-AF65-F5344CB8AC3E}">
        <p14:creationId xmlns:p14="http://schemas.microsoft.com/office/powerpoint/2010/main" val="42720884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F55DAB-49D9-1B8A-4812-A23D1760DA54}"/>
              </a:ext>
            </a:extLst>
          </p:cNvPr>
          <p:cNvSpPr>
            <a:spLocks noGrp="1"/>
          </p:cNvSpPr>
          <p:nvPr>
            <p:ph type="title"/>
          </p:nvPr>
        </p:nvSpPr>
        <p:spPr/>
        <p:txBody>
          <a:bodyPr>
            <a:normAutofit fontScale="90000"/>
          </a:bodyPr>
          <a:lstStyle/>
          <a:p>
            <a:r>
              <a:rPr lang="de-DE" dirty="0"/>
              <a:t>Exkurs: </a:t>
            </a:r>
            <a:br>
              <a:rPr lang="de-DE" dirty="0"/>
            </a:br>
            <a:r>
              <a:rPr lang="de-DE" dirty="0"/>
              <a:t>CSRF-Schutz bei schreibenden </a:t>
            </a:r>
            <a:r>
              <a:rPr lang="de-DE" dirty="0" err="1"/>
              <a:t>OData</a:t>
            </a:r>
            <a:r>
              <a:rPr lang="de-DE" dirty="0"/>
              <a:t>-Aufrufen</a:t>
            </a:r>
          </a:p>
        </p:txBody>
      </p:sp>
      <p:sp>
        <p:nvSpPr>
          <p:cNvPr id="3" name="Inhaltsplatzhalter 2">
            <a:extLst>
              <a:ext uri="{FF2B5EF4-FFF2-40B4-BE49-F238E27FC236}">
                <a16:creationId xmlns:a16="http://schemas.microsoft.com/office/drawing/2014/main" id="{6A1D09A0-0051-3262-2874-D9493FF7CCDE}"/>
              </a:ext>
            </a:extLst>
          </p:cNvPr>
          <p:cNvSpPr>
            <a:spLocks noGrp="1"/>
          </p:cNvSpPr>
          <p:nvPr>
            <p:ph idx="1"/>
          </p:nvPr>
        </p:nvSpPr>
        <p:spPr/>
        <p:txBody>
          <a:bodyPr>
            <a:normAutofit fontScale="77500" lnSpcReduction="20000"/>
          </a:bodyPr>
          <a:lstStyle/>
          <a:p>
            <a:pPr marL="0" indent="0">
              <a:buNone/>
            </a:pPr>
            <a:r>
              <a:rPr lang="de-DE" dirty="0"/>
              <a:t>SAP Gateway schützt verändernde </a:t>
            </a:r>
            <a:r>
              <a:rPr lang="de-DE" dirty="0" err="1"/>
              <a:t>OData</a:t>
            </a:r>
            <a:r>
              <a:rPr lang="de-DE" dirty="0"/>
              <a:t>-Requests:</a:t>
            </a:r>
          </a:p>
          <a:p>
            <a:pPr marL="0" indent="0">
              <a:buNone/>
            </a:pPr>
            <a:r>
              <a:rPr lang="de-DE" dirty="0"/>
              <a:t>  </a:t>
            </a:r>
            <a:r>
              <a:rPr lang="de-DE" dirty="0">
                <a:latin typeface="Courier New" panose="02070309020205020404" pitchFamily="49" charset="0"/>
                <a:cs typeface="Courier New" panose="02070309020205020404" pitchFamily="49" charset="0"/>
              </a:rPr>
              <a:t>POST, PUT, PATCH, MERGE, DELETE</a:t>
            </a:r>
          </a:p>
          <a:p>
            <a:pPr marL="0" indent="0">
              <a:buNone/>
            </a:pPr>
            <a:endParaRPr lang="de-DE" sz="200" dirty="0"/>
          </a:p>
          <a:p>
            <a:pPr marL="0" indent="0">
              <a:buNone/>
            </a:pPr>
            <a:r>
              <a:rPr lang="de-DE" dirty="0"/>
              <a:t>Der Client benötigt:</a:t>
            </a:r>
          </a:p>
          <a:p>
            <a:pPr marL="0" indent="0">
              <a:buNone/>
            </a:pPr>
            <a:r>
              <a:rPr lang="de-DE" dirty="0"/>
              <a:t>  gültige Backend-Authentifizierung </a:t>
            </a:r>
          </a:p>
          <a:p>
            <a:pPr marL="0" indent="0">
              <a:buNone/>
            </a:pPr>
            <a:r>
              <a:rPr lang="de-DE" dirty="0"/>
              <a:t>  CSRF-Token </a:t>
            </a:r>
          </a:p>
          <a:p>
            <a:pPr marL="0" indent="0">
              <a:buNone/>
            </a:pPr>
            <a:r>
              <a:rPr lang="de-DE" dirty="0"/>
              <a:t>  gegebenenfalls das zum Token gehörende Session-Cookie </a:t>
            </a:r>
          </a:p>
          <a:p>
            <a:pPr marL="0" indent="0">
              <a:buNone/>
            </a:pPr>
            <a:endParaRPr lang="de-DE" sz="100" b="1" dirty="0"/>
          </a:p>
          <a:p>
            <a:pPr marL="0" indent="0">
              <a:buNone/>
            </a:pPr>
            <a:r>
              <a:rPr lang="de-DE" b="1" dirty="0"/>
              <a:t>Ablauf</a:t>
            </a:r>
          </a:p>
          <a:p>
            <a:pPr marL="0" indent="0">
              <a:buNone/>
            </a:pPr>
            <a:r>
              <a:rPr lang="de-DE" dirty="0"/>
              <a:t>1. </a:t>
            </a:r>
            <a:r>
              <a:rPr lang="de-DE" dirty="0">
                <a:latin typeface="Courier New" panose="02070309020205020404" pitchFamily="49" charset="0"/>
                <a:cs typeface="Courier New" panose="02070309020205020404" pitchFamily="49" charset="0"/>
              </a:rPr>
              <a:t>GET</a:t>
            </a:r>
            <a:r>
              <a:rPr lang="de-DE" dirty="0"/>
              <a:t> mit</a:t>
            </a:r>
            <a:r>
              <a:rPr lang="de-DE" dirty="0">
                <a:latin typeface="Courier New" panose="02070309020205020404" pitchFamily="49" charset="0"/>
                <a:cs typeface="Courier New" panose="02070309020205020404" pitchFamily="49" charset="0"/>
              </a:rPr>
              <a:t> X-CSRF-Token: Fetch</a:t>
            </a:r>
          </a:p>
          <a:p>
            <a:pPr marL="0" indent="0">
              <a:buNone/>
            </a:pPr>
            <a:r>
              <a:rPr lang="de-DE" dirty="0"/>
              <a:t>2. Backend liefert Token und Session-Cookie</a:t>
            </a:r>
          </a:p>
          <a:p>
            <a:pPr marL="0" indent="0">
              <a:buNone/>
            </a:pPr>
            <a:r>
              <a:rPr lang="de-DE" dirty="0"/>
              <a:t>3. Proxy ergänzt Token und Cookie</a:t>
            </a:r>
          </a:p>
          <a:p>
            <a:pPr marL="0" indent="0">
              <a:buNone/>
            </a:pPr>
            <a:r>
              <a:rPr lang="de-DE" dirty="0"/>
              <a:t>4. </a:t>
            </a:r>
            <a:r>
              <a:rPr lang="de-DE" dirty="0">
                <a:latin typeface="Courier New" panose="02070309020205020404" pitchFamily="49" charset="0"/>
                <a:cs typeface="Courier New" panose="02070309020205020404" pitchFamily="49" charset="0"/>
              </a:rPr>
              <a:t>POST/PUT/PATCH/MERGE/DELETE</a:t>
            </a:r>
            <a:r>
              <a:rPr lang="de-DE" dirty="0"/>
              <a:t> ausführen</a:t>
            </a:r>
          </a:p>
          <a:p>
            <a:pPr marL="0" indent="0">
              <a:buNone/>
            </a:pPr>
            <a:endParaRPr lang="de-DE" dirty="0"/>
          </a:p>
        </p:txBody>
      </p:sp>
    </p:spTree>
    <p:extLst>
      <p:ext uri="{BB962C8B-B14F-4D97-AF65-F5344CB8AC3E}">
        <p14:creationId xmlns:p14="http://schemas.microsoft.com/office/powerpoint/2010/main" val="35248347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5BE839-1F63-C6E2-14A0-BC8746CBE3BC}"/>
              </a:ext>
            </a:extLst>
          </p:cNvPr>
          <p:cNvSpPr>
            <a:spLocks noGrp="1"/>
          </p:cNvSpPr>
          <p:nvPr>
            <p:ph type="title"/>
          </p:nvPr>
        </p:nvSpPr>
        <p:spPr/>
        <p:txBody>
          <a:bodyPr/>
          <a:lstStyle/>
          <a:p>
            <a:r>
              <a:rPr lang="de-DE" dirty="0"/>
              <a:t>API Keys</a:t>
            </a:r>
          </a:p>
        </p:txBody>
      </p:sp>
      <p:sp>
        <p:nvSpPr>
          <p:cNvPr id="3" name="Inhaltsplatzhalter 2">
            <a:extLst>
              <a:ext uri="{FF2B5EF4-FFF2-40B4-BE49-F238E27FC236}">
                <a16:creationId xmlns:a16="http://schemas.microsoft.com/office/drawing/2014/main" id="{F9FE3356-6C7A-3A6F-A063-41A3E8D8AD8D}"/>
              </a:ext>
            </a:extLst>
          </p:cNvPr>
          <p:cNvSpPr>
            <a:spLocks noGrp="1"/>
          </p:cNvSpPr>
          <p:nvPr>
            <p:ph idx="1"/>
          </p:nvPr>
        </p:nvSpPr>
        <p:spPr/>
        <p:txBody>
          <a:bodyPr/>
          <a:lstStyle/>
          <a:p>
            <a:r>
              <a:rPr lang="de-DE" dirty="0"/>
              <a:t>Was ist ein API Key?</a:t>
            </a:r>
          </a:p>
          <a:p>
            <a:r>
              <a:rPr lang="de-DE" dirty="0"/>
              <a:t>Woher kommt ein API Key?</a:t>
            </a:r>
          </a:p>
          <a:p>
            <a:r>
              <a:rPr lang="de-DE" dirty="0"/>
              <a:t>API </a:t>
            </a:r>
            <a:r>
              <a:rPr lang="de-DE" dirty="0" err="1"/>
              <a:t>Product</a:t>
            </a:r>
            <a:endParaRPr lang="de-DE" dirty="0"/>
          </a:p>
          <a:p>
            <a:r>
              <a:rPr lang="de-DE" dirty="0" err="1"/>
              <a:t>Application</a:t>
            </a:r>
            <a:r>
              <a:rPr lang="de-DE" dirty="0"/>
              <a:t> und </a:t>
            </a:r>
            <a:r>
              <a:rPr lang="de-DE" dirty="0" err="1"/>
              <a:t>Subscription</a:t>
            </a:r>
            <a:endParaRPr lang="de-DE" dirty="0"/>
          </a:p>
          <a:p>
            <a:r>
              <a:rPr lang="de-DE" dirty="0"/>
              <a:t>API Key prüfen</a:t>
            </a:r>
          </a:p>
          <a:p>
            <a:r>
              <a:rPr lang="de-DE" dirty="0"/>
              <a:t>API Key sicher verwenden</a:t>
            </a:r>
          </a:p>
          <a:p>
            <a:r>
              <a:rPr lang="de-DE" dirty="0"/>
              <a:t>API Key oder OAuth 2.0?</a:t>
            </a:r>
          </a:p>
          <a:p>
            <a:endParaRPr lang="de-DE" dirty="0"/>
          </a:p>
        </p:txBody>
      </p:sp>
    </p:spTree>
    <p:extLst>
      <p:ext uri="{BB962C8B-B14F-4D97-AF65-F5344CB8AC3E}">
        <p14:creationId xmlns:p14="http://schemas.microsoft.com/office/powerpoint/2010/main" val="21238471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139A6-D60B-2368-5AD9-0557021FD7E5}"/>
              </a:ext>
            </a:extLst>
          </p:cNvPr>
          <p:cNvSpPr>
            <a:spLocks noGrp="1"/>
          </p:cNvSpPr>
          <p:nvPr>
            <p:ph type="title"/>
          </p:nvPr>
        </p:nvSpPr>
        <p:spPr/>
        <p:txBody>
          <a:bodyPr/>
          <a:lstStyle/>
          <a:p>
            <a:r>
              <a:rPr lang="de-DE" dirty="0"/>
              <a:t>Was ist ein API Key?</a:t>
            </a:r>
          </a:p>
        </p:txBody>
      </p:sp>
      <p:sp>
        <p:nvSpPr>
          <p:cNvPr id="3" name="Inhaltsplatzhalter 2">
            <a:extLst>
              <a:ext uri="{FF2B5EF4-FFF2-40B4-BE49-F238E27FC236}">
                <a16:creationId xmlns:a16="http://schemas.microsoft.com/office/drawing/2014/main" id="{84082983-9A91-5902-7511-BFE1FB5EB15F}"/>
              </a:ext>
            </a:extLst>
          </p:cNvPr>
          <p:cNvSpPr>
            <a:spLocks noGrp="1"/>
          </p:cNvSpPr>
          <p:nvPr>
            <p:ph idx="1"/>
          </p:nvPr>
        </p:nvSpPr>
        <p:spPr/>
        <p:txBody>
          <a:bodyPr>
            <a:normAutofit lnSpcReduction="10000"/>
          </a:bodyPr>
          <a:lstStyle/>
          <a:p>
            <a:pPr marL="0" indent="0">
              <a:buNone/>
            </a:pPr>
            <a:r>
              <a:rPr lang="de-DE" dirty="0"/>
              <a:t>Ein API Key ist eine Kennung für eine konsumierende Anwendung.</a:t>
            </a:r>
          </a:p>
          <a:p>
            <a:pPr marL="0" indent="0">
              <a:buNone/>
            </a:pPr>
            <a:r>
              <a:rPr lang="de-DE" dirty="0"/>
              <a:t>  </a:t>
            </a:r>
            <a:r>
              <a:rPr lang="de-DE" sz="2400" dirty="0" err="1">
                <a:latin typeface="Courier New" panose="02070309020205020404" pitchFamily="49" charset="0"/>
                <a:cs typeface="Courier New" panose="02070309020205020404" pitchFamily="49" charset="0"/>
              </a:rPr>
              <a:t>APIKey</a:t>
            </a:r>
            <a:r>
              <a:rPr lang="de-DE" sz="2400" dirty="0">
                <a:latin typeface="Courier New" panose="02070309020205020404" pitchFamily="49" charset="0"/>
                <a:cs typeface="Courier New" panose="02070309020205020404" pitchFamily="49" charset="0"/>
              </a:rPr>
              <a:t>: &lt;Schlüssel&gt;</a:t>
            </a:r>
          </a:p>
          <a:p>
            <a:pPr marL="0" indent="0">
              <a:buNone/>
            </a:pPr>
            <a:endParaRPr lang="de-DE" dirty="0"/>
          </a:p>
          <a:p>
            <a:pPr marL="0" indent="0">
              <a:buNone/>
            </a:pPr>
            <a:r>
              <a:rPr lang="de-DE" dirty="0"/>
              <a:t>API Management kann damit:</a:t>
            </a:r>
          </a:p>
          <a:p>
            <a:r>
              <a:rPr lang="de-DE" dirty="0"/>
              <a:t>die Anwendung identifizieren </a:t>
            </a:r>
          </a:p>
          <a:p>
            <a:r>
              <a:rPr lang="de-DE" dirty="0"/>
              <a:t>den Zugriff auf ein API </a:t>
            </a:r>
            <a:r>
              <a:rPr lang="de-DE" dirty="0" err="1"/>
              <a:t>Product</a:t>
            </a:r>
            <a:r>
              <a:rPr lang="de-DE" dirty="0"/>
              <a:t> prüfen </a:t>
            </a:r>
          </a:p>
          <a:p>
            <a:r>
              <a:rPr lang="de-DE" dirty="0"/>
              <a:t>Aufrufe einer Anwendung zuordnen </a:t>
            </a:r>
          </a:p>
          <a:p>
            <a:r>
              <a:rPr lang="de-DE" dirty="0" err="1"/>
              <a:t>Quotas</a:t>
            </a:r>
            <a:r>
              <a:rPr lang="de-DE" dirty="0"/>
              <a:t> je Anwendung durchsetzen </a:t>
            </a:r>
          </a:p>
          <a:p>
            <a:r>
              <a:rPr lang="de-DE" dirty="0"/>
              <a:t>ungültige Schlüssel ablehnen</a:t>
            </a:r>
          </a:p>
          <a:p>
            <a:endParaRPr lang="de-DE" dirty="0"/>
          </a:p>
        </p:txBody>
      </p:sp>
    </p:spTree>
    <p:extLst>
      <p:ext uri="{BB962C8B-B14F-4D97-AF65-F5344CB8AC3E}">
        <p14:creationId xmlns:p14="http://schemas.microsoft.com/office/powerpoint/2010/main" val="12860182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A70794-CA9E-8A0A-A901-D8D6B8D3B3AD}"/>
              </a:ext>
            </a:extLst>
          </p:cNvPr>
          <p:cNvSpPr>
            <a:spLocks noGrp="1"/>
          </p:cNvSpPr>
          <p:nvPr>
            <p:ph type="title"/>
          </p:nvPr>
        </p:nvSpPr>
        <p:spPr/>
        <p:txBody>
          <a:bodyPr/>
          <a:lstStyle/>
          <a:p>
            <a:r>
              <a:rPr lang="de-DE" dirty="0"/>
              <a:t>Was ein API Key nicht leistet</a:t>
            </a:r>
          </a:p>
        </p:txBody>
      </p:sp>
      <p:sp>
        <p:nvSpPr>
          <p:cNvPr id="4" name="Textplatzhalter 3">
            <a:extLst>
              <a:ext uri="{FF2B5EF4-FFF2-40B4-BE49-F238E27FC236}">
                <a16:creationId xmlns:a16="http://schemas.microsoft.com/office/drawing/2014/main" id="{FC3BB65D-3F02-33E1-8306-7C7AB11F780A}"/>
              </a:ext>
            </a:extLst>
          </p:cNvPr>
          <p:cNvSpPr>
            <a:spLocks noGrp="1"/>
          </p:cNvSpPr>
          <p:nvPr>
            <p:ph type="body" idx="1"/>
          </p:nvPr>
        </p:nvSpPr>
        <p:spPr/>
        <p:txBody>
          <a:bodyPr/>
          <a:lstStyle/>
          <a:p>
            <a:r>
              <a:rPr lang="de-DE" dirty="0"/>
              <a:t>Ein API Key ist:</a:t>
            </a:r>
          </a:p>
        </p:txBody>
      </p:sp>
      <p:sp>
        <p:nvSpPr>
          <p:cNvPr id="5" name="Inhaltsplatzhalter 4">
            <a:extLst>
              <a:ext uri="{FF2B5EF4-FFF2-40B4-BE49-F238E27FC236}">
                <a16:creationId xmlns:a16="http://schemas.microsoft.com/office/drawing/2014/main" id="{F74707E3-617C-94F5-5ED8-26C2E2A4106B}"/>
              </a:ext>
            </a:extLst>
          </p:cNvPr>
          <p:cNvSpPr>
            <a:spLocks noGrp="1"/>
          </p:cNvSpPr>
          <p:nvPr>
            <p:ph sz="half" idx="2"/>
          </p:nvPr>
        </p:nvSpPr>
        <p:spPr/>
        <p:txBody>
          <a:bodyPr/>
          <a:lstStyle/>
          <a:p>
            <a:r>
              <a:rPr lang="de-DE" dirty="0"/>
              <a:t>keine Benutzeranmeldung</a:t>
            </a:r>
          </a:p>
          <a:p>
            <a:r>
              <a:rPr lang="de-DE" dirty="0"/>
              <a:t>keine Rollenprüfung im Backend</a:t>
            </a:r>
          </a:p>
          <a:p>
            <a:r>
              <a:rPr lang="de-DE" dirty="0"/>
              <a:t>keine Verschlüsselung </a:t>
            </a:r>
          </a:p>
          <a:p>
            <a:r>
              <a:rPr lang="de-DE" dirty="0"/>
              <a:t>kein Ersatz für HTTPS </a:t>
            </a:r>
          </a:p>
          <a:p>
            <a:r>
              <a:rPr lang="de-DE" dirty="0"/>
              <a:t>meist weniger sicher als OAuth 2.0 oder </a:t>
            </a:r>
            <a:r>
              <a:rPr lang="de-DE" dirty="0" err="1"/>
              <a:t>mTLS</a:t>
            </a:r>
            <a:endParaRPr lang="de-DE" dirty="0"/>
          </a:p>
        </p:txBody>
      </p:sp>
      <p:sp>
        <p:nvSpPr>
          <p:cNvPr id="6" name="Textplatzhalter 5">
            <a:extLst>
              <a:ext uri="{FF2B5EF4-FFF2-40B4-BE49-F238E27FC236}">
                <a16:creationId xmlns:a16="http://schemas.microsoft.com/office/drawing/2014/main" id="{66708FB5-8DB4-0222-989D-468C746445BF}"/>
              </a:ext>
            </a:extLst>
          </p:cNvPr>
          <p:cNvSpPr>
            <a:spLocks noGrp="1"/>
          </p:cNvSpPr>
          <p:nvPr>
            <p:ph type="body" sz="quarter" idx="3"/>
          </p:nvPr>
        </p:nvSpPr>
        <p:spPr/>
        <p:txBody>
          <a:bodyPr/>
          <a:lstStyle/>
          <a:p>
            <a:r>
              <a:rPr lang="de-DE" dirty="0"/>
              <a:t>Geeignet für:</a:t>
            </a:r>
          </a:p>
        </p:txBody>
      </p:sp>
      <p:sp>
        <p:nvSpPr>
          <p:cNvPr id="7" name="Inhaltsplatzhalter 6">
            <a:extLst>
              <a:ext uri="{FF2B5EF4-FFF2-40B4-BE49-F238E27FC236}">
                <a16:creationId xmlns:a16="http://schemas.microsoft.com/office/drawing/2014/main" id="{4DC15278-FF65-8B2B-AA7E-EDFF97087E81}"/>
              </a:ext>
            </a:extLst>
          </p:cNvPr>
          <p:cNvSpPr>
            <a:spLocks noGrp="1"/>
          </p:cNvSpPr>
          <p:nvPr>
            <p:ph sz="quarter" idx="4"/>
          </p:nvPr>
        </p:nvSpPr>
        <p:spPr/>
        <p:txBody>
          <a:bodyPr/>
          <a:lstStyle/>
          <a:p>
            <a:r>
              <a:rPr lang="de-DE" dirty="0"/>
              <a:t>einfache technische Konsumenten </a:t>
            </a:r>
          </a:p>
          <a:p>
            <a:r>
              <a:rPr lang="de-DE" dirty="0"/>
              <a:t>interne APIs </a:t>
            </a:r>
          </a:p>
          <a:p>
            <a:r>
              <a:rPr lang="de-DE" dirty="0"/>
              <a:t>Schulungs- und Testszenarien</a:t>
            </a:r>
          </a:p>
          <a:p>
            <a:r>
              <a:rPr lang="de-DE" dirty="0"/>
              <a:t>Identifikation für </a:t>
            </a:r>
            <a:r>
              <a:rPr lang="de-DE" dirty="0" err="1"/>
              <a:t>Quota</a:t>
            </a:r>
            <a:r>
              <a:rPr lang="de-DE" dirty="0"/>
              <a:t> und Analytics</a:t>
            </a:r>
          </a:p>
        </p:txBody>
      </p:sp>
    </p:spTree>
    <p:extLst>
      <p:ext uri="{BB962C8B-B14F-4D97-AF65-F5344CB8AC3E}">
        <p14:creationId xmlns:p14="http://schemas.microsoft.com/office/powerpoint/2010/main" val="3440667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85F81E-B010-6EA7-5514-EF7ED31042B8}"/>
              </a:ext>
            </a:extLst>
          </p:cNvPr>
          <p:cNvSpPr>
            <a:spLocks noGrp="1"/>
          </p:cNvSpPr>
          <p:nvPr>
            <p:ph type="title"/>
          </p:nvPr>
        </p:nvSpPr>
        <p:spPr/>
        <p:txBody>
          <a:bodyPr/>
          <a:lstStyle/>
          <a:p>
            <a:r>
              <a:rPr lang="de-DE" dirty="0"/>
              <a:t>Zwei getrennte Sicherheitsbeziehungen</a:t>
            </a:r>
          </a:p>
        </p:txBody>
      </p:sp>
      <p:pic>
        <p:nvPicPr>
          <p:cNvPr id="5" name="Inhaltsplatzhalter 4">
            <a:extLst>
              <a:ext uri="{FF2B5EF4-FFF2-40B4-BE49-F238E27FC236}">
                <a16:creationId xmlns:a16="http://schemas.microsoft.com/office/drawing/2014/main" id="{42AFE5AC-1FB8-DCB3-25B0-369E6ED05637}"/>
              </a:ext>
            </a:extLst>
          </p:cNvPr>
          <p:cNvPicPr>
            <a:picLocks noGrp="1" noChangeAspect="1"/>
          </p:cNvPicPr>
          <p:nvPr>
            <p:ph idx="1"/>
          </p:nvPr>
        </p:nvPicPr>
        <p:blipFill>
          <a:blip r:embed="rId3"/>
          <a:stretch>
            <a:fillRect/>
          </a:stretch>
        </p:blipFill>
        <p:spPr>
          <a:xfrm>
            <a:off x="4478195" y="1825625"/>
            <a:ext cx="3235610" cy="4351338"/>
          </a:xfrm>
          <a:prstGeom prst="rect">
            <a:avLst/>
          </a:prstGeom>
        </p:spPr>
      </p:pic>
    </p:spTree>
    <p:extLst>
      <p:ext uri="{BB962C8B-B14F-4D97-AF65-F5344CB8AC3E}">
        <p14:creationId xmlns:p14="http://schemas.microsoft.com/office/powerpoint/2010/main" val="934375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793B1E-B990-5F55-476E-B12700CA151D}"/>
              </a:ext>
            </a:extLst>
          </p:cNvPr>
          <p:cNvSpPr>
            <a:spLocks noGrp="1"/>
          </p:cNvSpPr>
          <p:nvPr>
            <p:ph type="title"/>
          </p:nvPr>
        </p:nvSpPr>
        <p:spPr/>
        <p:txBody>
          <a:bodyPr/>
          <a:lstStyle/>
          <a:p>
            <a:r>
              <a:rPr lang="de-DE" dirty="0"/>
              <a:t>Woher kommt der API Key?</a:t>
            </a:r>
          </a:p>
        </p:txBody>
      </p:sp>
      <p:graphicFrame>
        <p:nvGraphicFramePr>
          <p:cNvPr id="4" name="Inhaltsplatzhalter 3">
            <a:extLst>
              <a:ext uri="{FF2B5EF4-FFF2-40B4-BE49-F238E27FC236}">
                <a16:creationId xmlns:a16="http://schemas.microsoft.com/office/drawing/2014/main" id="{E5CBE90D-A48E-CBEE-7A80-05F3B0092897}"/>
              </a:ext>
            </a:extLst>
          </p:cNvPr>
          <p:cNvGraphicFramePr>
            <a:graphicFrameLocks noGrp="1"/>
          </p:cNvGraphicFramePr>
          <p:nvPr>
            <p:ph idx="1"/>
            <p:extLst>
              <p:ext uri="{D42A27DB-BD31-4B8C-83A1-F6EECF244321}">
                <p14:modId xmlns:p14="http://schemas.microsoft.com/office/powerpoint/2010/main" val="1984787798"/>
              </p:ext>
            </p:extLst>
          </p:nvPr>
        </p:nvGraphicFramePr>
        <p:xfrm>
          <a:off x="838200" y="1690687"/>
          <a:ext cx="10515600" cy="4802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140466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C18415-6DD9-5BC1-0F94-7F7EE6DF8A9E}"/>
              </a:ext>
            </a:extLst>
          </p:cNvPr>
          <p:cNvSpPr>
            <a:spLocks noGrp="1"/>
          </p:cNvSpPr>
          <p:nvPr>
            <p:ph type="title"/>
          </p:nvPr>
        </p:nvSpPr>
        <p:spPr/>
        <p:txBody>
          <a:bodyPr/>
          <a:lstStyle/>
          <a:p>
            <a:r>
              <a:rPr lang="de-DE" dirty="0"/>
              <a:t>Was ist ein API </a:t>
            </a:r>
            <a:r>
              <a:rPr lang="de-DE" dirty="0" err="1"/>
              <a:t>Product</a:t>
            </a:r>
            <a:r>
              <a:rPr lang="de-DE" dirty="0"/>
              <a:t>?</a:t>
            </a:r>
          </a:p>
        </p:txBody>
      </p:sp>
      <p:sp>
        <p:nvSpPr>
          <p:cNvPr id="5" name="Inhaltsplatzhalter 4">
            <a:extLst>
              <a:ext uri="{FF2B5EF4-FFF2-40B4-BE49-F238E27FC236}">
                <a16:creationId xmlns:a16="http://schemas.microsoft.com/office/drawing/2014/main" id="{446CE6FB-CF16-0B6F-824A-DE7FD56065A4}"/>
              </a:ext>
            </a:extLst>
          </p:cNvPr>
          <p:cNvSpPr>
            <a:spLocks noGrp="1"/>
          </p:cNvSpPr>
          <p:nvPr>
            <p:ph idx="1"/>
          </p:nvPr>
        </p:nvSpPr>
        <p:spPr/>
        <p:txBody>
          <a:bodyPr/>
          <a:lstStyle/>
          <a:p>
            <a:pPr marL="0" indent="0">
              <a:buNone/>
            </a:pPr>
            <a:r>
              <a:rPr lang="de-DE" dirty="0"/>
              <a:t>Ein API </a:t>
            </a:r>
            <a:r>
              <a:rPr lang="de-DE" dirty="0" err="1"/>
              <a:t>Product</a:t>
            </a:r>
            <a:r>
              <a:rPr lang="de-DE" dirty="0"/>
              <a:t> bündelt:</a:t>
            </a:r>
          </a:p>
          <a:p>
            <a:r>
              <a:rPr lang="de-DE" dirty="0"/>
              <a:t>eine oder mehrere APIs</a:t>
            </a:r>
          </a:p>
          <a:p>
            <a:r>
              <a:rPr lang="de-DE" dirty="0"/>
              <a:t>fachlich zusammengehörige Funktionen </a:t>
            </a:r>
          </a:p>
          <a:p>
            <a:r>
              <a:rPr lang="de-DE" dirty="0"/>
              <a:t>Sichtbarkeit und Veröffentlichungsstatus </a:t>
            </a:r>
          </a:p>
          <a:p>
            <a:r>
              <a:rPr lang="de-DE" dirty="0"/>
              <a:t>gegebenenfalls Zugriffsbedingungen </a:t>
            </a:r>
          </a:p>
          <a:p>
            <a:r>
              <a:rPr lang="de-DE" dirty="0"/>
              <a:t>Grundlage für </a:t>
            </a:r>
            <a:r>
              <a:rPr lang="de-DE" dirty="0" err="1"/>
              <a:t>Subscriptions</a:t>
            </a:r>
            <a:endParaRPr lang="de-DE" dirty="0"/>
          </a:p>
        </p:txBody>
      </p:sp>
      <p:sp>
        <p:nvSpPr>
          <p:cNvPr id="6" name="Textplatzhalter 5">
            <a:extLst>
              <a:ext uri="{FF2B5EF4-FFF2-40B4-BE49-F238E27FC236}">
                <a16:creationId xmlns:a16="http://schemas.microsoft.com/office/drawing/2014/main" id="{5ADF09B6-B63E-B562-D3E0-2349E2D6B3DF}"/>
              </a:ext>
            </a:extLst>
          </p:cNvPr>
          <p:cNvSpPr>
            <a:spLocks noGrp="1"/>
          </p:cNvSpPr>
          <p:nvPr>
            <p:ph type="body" sz="quarter" idx="4294967295"/>
          </p:nvPr>
        </p:nvSpPr>
        <p:spPr>
          <a:xfrm>
            <a:off x="7627938" y="1825625"/>
            <a:ext cx="3725862" cy="679450"/>
          </a:xfrm>
        </p:spPr>
        <p:txBody>
          <a:bodyPr/>
          <a:lstStyle/>
          <a:p>
            <a:pPr marL="0" indent="0">
              <a:buNone/>
            </a:pPr>
            <a:r>
              <a:rPr lang="de-DE" dirty="0"/>
              <a:t>Beispiel</a:t>
            </a:r>
          </a:p>
        </p:txBody>
      </p:sp>
      <p:sp>
        <p:nvSpPr>
          <p:cNvPr id="7" name="Inhaltsplatzhalter 6">
            <a:extLst>
              <a:ext uri="{FF2B5EF4-FFF2-40B4-BE49-F238E27FC236}">
                <a16:creationId xmlns:a16="http://schemas.microsoft.com/office/drawing/2014/main" id="{1BFAEFE7-C552-6FF9-8E24-E64035AC7617}"/>
              </a:ext>
            </a:extLst>
          </p:cNvPr>
          <p:cNvSpPr>
            <a:spLocks noGrp="1"/>
          </p:cNvSpPr>
          <p:nvPr>
            <p:ph sz="quarter" idx="4294967295"/>
          </p:nvPr>
        </p:nvSpPr>
        <p:spPr>
          <a:xfrm>
            <a:off x="7627938" y="2505075"/>
            <a:ext cx="3725862" cy="1847851"/>
          </a:xfrm>
        </p:spPr>
        <p:txBody>
          <a:bodyPr>
            <a:normAutofit/>
          </a:bodyPr>
          <a:lstStyle/>
          <a:p>
            <a:pPr marL="0" indent="0">
              <a:buNone/>
            </a:pPr>
            <a:r>
              <a:rPr lang="de-DE" sz="2000" dirty="0">
                <a:latin typeface="Courier New" panose="02070309020205020404" pitchFamily="49" charset="0"/>
                <a:cs typeface="Courier New" panose="02070309020205020404" pitchFamily="49" charset="0"/>
              </a:rPr>
              <a:t>Sales API </a:t>
            </a:r>
            <a:r>
              <a:rPr lang="de-DE" sz="2000" dirty="0" err="1">
                <a:latin typeface="Courier New" panose="02070309020205020404" pitchFamily="49" charset="0"/>
                <a:cs typeface="Courier New" panose="02070309020205020404" pitchFamily="49" charset="0"/>
              </a:rPr>
              <a:t>Product</a:t>
            </a:r>
            <a:r>
              <a:rPr lang="de-DE" sz="2000" dirty="0">
                <a:latin typeface="Courier New" panose="02070309020205020404" pitchFamily="49" charset="0"/>
                <a:cs typeface="Courier New" panose="02070309020205020404" pitchFamily="49" charset="0"/>
              </a:rPr>
              <a:t> </a:t>
            </a:r>
          </a:p>
          <a:p>
            <a:pPr marL="0" indent="0">
              <a:buNone/>
            </a:pPr>
            <a:r>
              <a:rPr lang="de-DE" sz="2000" dirty="0">
                <a:latin typeface="Courier New" panose="02070309020205020404" pitchFamily="49" charset="0"/>
                <a:cs typeface="Courier New" panose="02070309020205020404" pitchFamily="49" charset="0"/>
              </a:rPr>
              <a:t>├─ Sales Order API </a:t>
            </a:r>
          </a:p>
          <a:p>
            <a:pPr marL="0" indent="0">
              <a:buNone/>
            </a:pPr>
            <a:r>
              <a:rPr lang="de-DE" sz="2000" dirty="0">
                <a:latin typeface="Courier New" panose="02070309020205020404" pitchFamily="49" charset="0"/>
                <a:cs typeface="Courier New" panose="02070309020205020404" pitchFamily="49" charset="0"/>
              </a:rPr>
              <a:t>├─ Business Partner API </a:t>
            </a:r>
          </a:p>
          <a:p>
            <a:pPr marL="0" indent="0">
              <a:buNone/>
            </a:pPr>
            <a:r>
              <a:rPr lang="de-DE" sz="2000" dirty="0">
                <a:latin typeface="Courier New" panose="02070309020205020404" pitchFamily="49" charset="0"/>
                <a:cs typeface="Courier New" panose="02070309020205020404" pitchFamily="49" charset="0"/>
              </a:rPr>
              <a:t>└─ </a:t>
            </a:r>
            <a:r>
              <a:rPr lang="de-DE" sz="2000" dirty="0" err="1">
                <a:latin typeface="Courier New" panose="02070309020205020404" pitchFamily="49" charset="0"/>
                <a:cs typeface="Courier New" panose="02070309020205020404" pitchFamily="49" charset="0"/>
              </a:rPr>
              <a:t>Product</a:t>
            </a:r>
            <a:r>
              <a:rPr lang="de-DE" sz="2000" dirty="0">
                <a:latin typeface="Courier New" panose="02070309020205020404" pitchFamily="49" charset="0"/>
                <a:cs typeface="Courier New" panose="02070309020205020404" pitchFamily="49" charset="0"/>
              </a:rPr>
              <a:t> API</a:t>
            </a:r>
          </a:p>
        </p:txBody>
      </p:sp>
    </p:spTree>
    <p:extLst>
      <p:ext uri="{BB962C8B-B14F-4D97-AF65-F5344CB8AC3E}">
        <p14:creationId xmlns:p14="http://schemas.microsoft.com/office/powerpoint/2010/main" val="739191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61414F-9DB5-E62F-DF76-2F488D618D6A}"/>
              </a:ext>
            </a:extLst>
          </p:cNvPr>
          <p:cNvSpPr>
            <a:spLocks noGrp="1"/>
          </p:cNvSpPr>
          <p:nvPr>
            <p:ph type="title"/>
          </p:nvPr>
        </p:nvSpPr>
        <p:spPr/>
        <p:txBody>
          <a:bodyPr/>
          <a:lstStyle/>
          <a:p>
            <a:r>
              <a:rPr lang="de-DE" dirty="0"/>
              <a:t>Provider-Sicht und Consumer-Sicht</a:t>
            </a:r>
          </a:p>
        </p:txBody>
      </p:sp>
      <p:sp>
        <p:nvSpPr>
          <p:cNvPr id="4" name="Textplatzhalter 3">
            <a:extLst>
              <a:ext uri="{FF2B5EF4-FFF2-40B4-BE49-F238E27FC236}">
                <a16:creationId xmlns:a16="http://schemas.microsoft.com/office/drawing/2014/main" id="{C2D2F2C1-01F1-F070-967E-E5CEAE6E5248}"/>
              </a:ext>
            </a:extLst>
          </p:cNvPr>
          <p:cNvSpPr>
            <a:spLocks noGrp="1"/>
          </p:cNvSpPr>
          <p:nvPr>
            <p:ph type="body" idx="1"/>
          </p:nvPr>
        </p:nvSpPr>
        <p:spPr/>
        <p:txBody>
          <a:bodyPr/>
          <a:lstStyle/>
          <a:p>
            <a:r>
              <a:rPr lang="de-DE" dirty="0"/>
              <a:t>Integration Suite – </a:t>
            </a:r>
            <a:r>
              <a:rPr lang="de-DE" dirty="0" err="1"/>
              <a:t>Engage</a:t>
            </a:r>
            <a:endParaRPr lang="de-DE" dirty="0"/>
          </a:p>
        </p:txBody>
      </p:sp>
      <p:sp>
        <p:nvSpPr>
          <p:cNvPr id="5" name="Inhaltsplatzhalter 4">
            <a:extLst>
              <a:ext uri="{FF2B5EF4-FFF2-40B4-BE49-F238E27FC236}">
                <a16:creationId xmlns:a16="http://schemas.microsoft.com/office/drawing/2014/main" id="{BDB7E86F-3615-D3E5-9DD4-B63F140DA361}"/>
              </a:ext>
            </a:extLst>
          </p:cNvPr>
          <p:cNvSpPr>
            <a:spLocks noGrp="1"/>
          </p:cNvSpPr>
          <p:nvPr>
            <p:ph sz="half" idx="2"/>
          </p:nvPr>
        </p:nvSpPr>
        <p:spPr/>
        <p:txBody>
          <a:bodyPr/>
          <a:lstStyle/>
          <a:p>
            <a:r>
              <a:rPr lang="de-DE" dirty="0" err="1"/>
              <a:t>Product</a:t>
            </a:r>
            <a:r>
              <a:rPr lang="de-DE" dirty="0"/>
              <a:t> erstellen </a:t>
            </a:r>
          </a:p>
          <a:p>
            <a:r>
              <a:rPr lang="de-DE" dirty="0"/>
              <a:t>APIs zuordnen </a:t>
            </a:r>
          </a:p>
          <a:p>
            <a:r>
              <a:rPr lang="de-DE" dirty="0" err="1"/>
              <a:t>Product</a:t>
            </a:r>
            <a:r>
              <a:rPr lang="de-DE" dirty="0"/>
              <a:t> veröffentlichen </a:t>
            </a:r>
          </a:p>
          <a:p>
            <a:r>
              <a:rPr lang="de-DE" dirty="0" err="1"/>
              <a:t>Subscriptions</a:t>
            </a:r>
            <a:r>
              <a:rPr lang="de-DE" dirty="0"/>
              <a:t> verwalten</a:t>
            </a:r>
          </a:p>
        </p:txBody>
      </p:sp>
      <p:sp>
        <p:nvSpPr>
          <p:cNvPr id="6" name="Textplatzhalter 5">
            <a:extLst>
              <a:ext uri="{FF2B5EF4-FFF2-40B4-BE49-F238E27FC236}">
                <a16:creationId xmlns:a16="http://schemas.microsoft.com/office/drawing/2014/main" id="{5D276880-5292-9810-6034-98945214FBF2}"/>
              </a:ext>
            </a:extLst>
          </p:cNvPr>
          <p:cNvSpPr>
            <a:spLocks noGrp="1"/>
          </p:cNvSpPr>
          <p:nvPr>
            <p:ph type="body" sz="quarter" idx="3"/>
          </p:nvPr>
        </p:nvSpPr>
        <p:spPr/>
        <p:txBody>
          <a:bodyPr/>
          <a:lstStyle/>
          <a:p>
            <a:r>
              <a:rPr lang="de-DE" dirty="0"/>
              <a:t>Developer Hub</a:t>
            </a:r>
          </a:p>
        </p:txBody>
      </p:sp>
      <p:sp>
        <p:nvSpPr>
          <p:cNvPr id="7" name="Inhaltsplatzhalter 6">
            <a:extLst>
              <a:ext uri="{FF2B5EF4-FFF2-40B4-BE49-F238E27FC236}">
                <a16:creationId xmlns:a16="http://schemas.microsoft.com/office/drawing/2014/main" id="{F3AD1279-EFAB-D4D3-923F-23A21163666C}"/>
              </a:ext>
            </a:extLst>
          </p:cNvPr>
          <p:cNvSpPr>
            <a:spLocks noGrp="1"/>
          </p:cNvSpPr>
          <p:nvPr>
            <p:ph sz="quarter" idx="4"/>
          </p:nvPr>
        </p:nvSpPr>
        <p:spPr/>
        <p:txBody>
          <a:bodyPr/>
          <a:lstStyle/>
          <a:p>
            <a:r>
              <a:rPr lang="de-DE" dirty="0" err="1"/>
              <a:t>Product</a:t>
            </a:r>
            <a:r>
              <a:rPr lang="de-DE" dirty="0"/>
              <a:t> entdecken</a:t>
            </a:r>
          </a:p>
          <a:p>
            <a:r>
              <a:rPr lang="de-DE" dirty="0"/>
              <a:t>Dokumentation lesen </a:t>
            </a:r>
          </a:p>
          <a:p>
            <a:r>
              <a:rPr lang="de-DE" dirty="0"/>
              <a:t>Anwendung registrieren </a:t>
            </a:r>
          </a:p>
          <a:p>
            <a:r>
              <a:rPr lang="de-DE" dirty="0" err="1"/>
              <a:t>Product</a:t>
            </a:r>
            <a:r>
              <a:rPr lang="de-DE" dirty="0"/>
              <a:t> abonnieren </a:t>
            </a:r>
          </a:p>
          <a:p>
            <a:r>
              <a:rPr lang="de-DE" dirty="0"/>
              <a:t>Zugangsdaten erhalten</a:t>
            </a:r>
          </a:p>
        </p:txBody>
      </p:sp>
    </p:spTree>
    <p:extLst>
      <p:ext uri="{BB962C8B-B14F-4D97-AF65-F5344CB8AC3E}">
        <p14:creationId xmlns:p14="http://schemas.microsoft.com/office/powerpoint/2010/main" val="20690304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E3C1CB-7F2C-31EA-3122-FC7110515A37}"/>
              </a:ext>
            </a:extLst>
          </p:cNvPr>
          <p:cNvSpPr>
            <a:spLocks noGrp="1"/>
          </p:cNvSpPr>
          <p:nvPr>
            <p:ph type="title"/>
          </p:nvPr>
        </p:nvSpPr>
        <p:spPr/>
        <p:txBody>
          <a:bodyPr/>
          <a:lstStyle/>
          <a:p>
            <a:r>
              <a:rPr lang="de-DE" dirty="0" err="1"/>
              <a:t>Application</a:t>
            </a:r>
            <a:r>
              <a:rPr lang="de-DE" dirty="0"/>
              <a:t> und </a:t>
            </a:r>
            <a:r>
              <a:rPr lang="de-DE" dirty="0" err="1"/>
              <a:t>Subscription</a:t>
            </a:r>
            <a:endParaRPr lang="de-DE" dirty="0"/>
          </a:p>
        </p:txBody>
      </p:sp>
      <p:sp>
        <p:nvSpPr>
          <p:cNvPr id="3" name="Inhaltsplatzhalter 2">
            <a:extLst>
              <a:ext uri="{FF2B5EF4-FFF2-40B4-BE49-F238E27FC236}">
                <a16:creationId xmlns:a16="http://schemas.microsoft.com/office/drawing/2014/main" id="{596ADD2B-8EAD-68B3-2C38-0E638339FBEB}"/>
              </a:ext>
            </a:extLst>
          </p:cNvPr>
          <p:cNvSpPr>
            <a:spLocks noGrp="1"/>
          </p:cNvSpPr>
          <p:nvPr>
            <p:ph sz="half" idx="1"/>
          </p:nvPr>
        </p:nvSpPr>
        <p:spPr/>
        <p:txBody>
          <a:bodyPr>
            <a:normAutofit fontScale="85000" lnSpcReduction="20000"/>
          </a:bodyPr>
          <a:lstStyle/>
          <a:p>
            <a:pPr marL="0" indent="0">
              <a:buNone/>
            </a:pPr>
            <a:r>
              <a:rPr lang="de-DE" b="1" dirty="0" err="1"/>
              <a:t>Application</a:t>
            </a:r>
            <a:endParaRPr lang="de-DE" dirty="0"/>
          </a:p>
          <a:p>
            <a:pPr marL="0" indent="0">
              <a:buNone/>
            </a:pPr>
            <a:r>
              <a:rPr lang="de-DE" dirty="0"/>
              <a:t>Repräsentiert eine konsumierende Anwendung: </a:t>
            </a:r>
            <a:r>
              <a:rPr lang="de-DE" sz="2600" dirty="0" err="1">
                <a:latin typeface="Courier New" panose="02070309020205020404" pitchFamily="49" charset="0"/>
                <a:cs typeface="Courier New" panose="02070309020205020404" pitchFamily="49" charset="0"/>
              </a:rPr>
              <a:t>SalesOrderTrainingClient</a:t>
            </a:r>
            <a:endParaRPr lang="de-DE" dirty="0">
              <a:latin typeface="Courier New" panose="02070309020205020404" pitchFamily="49" charset="0"/>
              <a:cs typeface="Courier New" panose="02070309020205020404" pitchFamily="49" charset="0"/>
            </a:endParaRPr>
          </a:p>
          <a:p>
            <a:pPr marL="0" indent="0">
              <a:buNone/>
            </a:pPr>
            <a:endParaRPr lang="de-DE" b="1" dirty="0"/>
          </a:p>
          <a:p>
            <a:pPr marL="0" indent="0">
              <a:buNone/>
            </a:pPr>
            <a:r>
              <a:rPr lang="de-DE" b="1" dirty="0" err="1"/>
              <a:t>Subscription</a:t>
            </a:r>
            <a:endParaRPr lang="de-DE" dirty="0"/>
          </a:p>
          <a:p>
            <a:pPr marL="0" indent="0">
              <a:buNone/>
            </a:pPr>
            <a:r>
              <a:rPr lang="de-DE" dirty="0"/>
              <a:t>Verknüpft die Anwendung mit dem </a:t>
            </a:r>
            <a:r>
              <a:rPr lang="de-DE" dirty="0" err="1"/>
              <a:t>Product</a:t>
            </a:r>
            <a:r>
              <a:rPr lang="de-DE" dirty="0"/>
              <a:t>:</a:t>
            </a:r>
          </a:p>
          <a:p>
            <a:pPr marL="0" indent="0">
              <a:buNone/>
            </a:pPr>
            <a:r>
              <a:rPr lang="de-DE" dirty="0" err="1">
                <a:latin typeface="Courier New" panose="02070309020205020404" pitchFamily="49" charset="0"/>
                <a:cs typeface="Courier New" panose="02070309020205020404" pitchFamily="49" charset="0"/>
              </a:rPr>
              <a:t>SalesOrderTrainingClient</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subscribed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to</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a:t>
            </a:r>
          </a:p>
          <a:p>
            <a:pPr marL="0" indent="0">
              <a:buNone/>
            </a:pPr>
            <a:r>
              <a:rPr lang="de-DE" dirty="0">
                <a:latin typeface="Courier New" panose="02070309020205020404" pitchFamily="49" charset="0"/>
                <a:cs typeface="Courier New" panose="02070309020205020404" pitchFamily="49" charset="0"/>
              </a:rPr>
              <a:t>Sales API </a:t>
            </a:r>
            <a:r>
              <a:rPr lang="de-DE" dirty="0" err="1">
                <a:latin typeface="Courier New" panose="02070309020205020404" pitchFamily="49" charset="0"/>
                <a:cs typeface="Courier New" panose="02070309020205020404" pitchFamily="49" charset="0"/>
              </a:rPr>
              <a:t>Product</a:t>
            </a:r>
            <a:endParaRPr lang="de-DE" dirty="0">
              <a:latin typeface="Courier New" panose="02070309020205020404" pitchFamily="49" charset="0"/>
              <a:cs typeface="Courier New" panose="02070309020205020404" pitchFamily="49" charset="0"/>
            </a:endParaRPr>
          </a:p>
          <a:p>
            <a:pPr marL="0" indent="0">
              <a:buNone/>
            </a:pPr>
            <a:endParaRPr lang="de-DE" dirty="0"/>
          </a:p>
          <a:p>
            <a:pPr marL="0" indent="0">
              <a:buNone/>
            </a:pPr>
            <a:endParaRPr lang="de-DE" dirty="0"/>
          </a:p>
        </p:txBody>
      </p:sp>
      <p:sp>
        <p:nvSpPr>
          <p:cNvPr id="4" name="Inhaltsplatzhalter 3">
            <a:extLst>
              <a:ext uri="{FF2B5EF4-FFF2-40B4-BE49-F238E27FC236}">
                <a16:creationId xmlns:a16="http://schemas.microsoft.com/office/drawing/2014/main" id="{8E28DB08-5FDE-D1D8-FB17-07F9F012E062}"/>
              </a:ext>
            </a:extLst>
          </p:cNvPr>
          <p:cNvSpPr>
            <a:spLocks noGrp="1"/>
          </p:cNvSpPr>
          <p:nvPr>
            <p:ph sz="half" idx="2"/>
          </p:nvPr>
        </p:nvSpPr>
        <p:spPr/>
        <p:txBody>
          <a:bodyPr>
            <a:normAutofit fontScale="85000" lnSpcReduction="20000"/>
          </a:bodyPr>
          <a:lstStyle/>
          <a:p>
            <a:pPr marL="0" indent="0">
              <a:buNone/>
            </a:pPr>
            <a:r>
              <a:rPr lang="de-DE" b="1" dirty="0"/>
              <a:t>Ergebnis</a:t>
            </a:r>
            <a:endParaRPr lang="de-DE" dirty="0"/>
          </a:p>
          <a:p>
            <a:r>
              <a:rPr lang="de-DE" dirty="0"/>
              <a:t>Client ID beziehungsweise API Key </a:t>
            </a:r>
          </a:p>
          <a:p>
            <a:r>
              <a:rPr lang="de-DE" dirty="0"/>
              <a:t>gegebenenfalls Client Secret </a:t>
            </a:r>
          </a:p>
          <a:p>
            <a:r>
              <a:rPr lang="de-DE" dirty="0"/>
              <a:t>nachvollziehbare Zuordnung der Aufrufe</a:t>
            </a:r>
          </a:p>
          <a:p>
            <a:endParaRPr lang="de-DE" dirty="0"/>
          </a:p>
        </p:txBody>
      </p:sp>
    </p:spTree>
    <p:extLst>
      <p:ext uri="{BB962C8B-B14F-4D97-AF65-F5344CB8AC3E}">
        <p14:creationId xmlns:p14="http://schemas.microsoft.com/office/powerpoint/2010/main" val="26821403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4FB5F2-D25D-338B-9747-2F06234B01D1}"/>
              </a:ext>
            </a:extLst>
          </p:cNvPr>
          <p:cNvSpPr>
            <a:spLocks noGrp="1"/>
          </p:cNvSpPr>
          <p:nvPr>
            <p:ph type="title"/>
          </p:nvPr>
        </p:nvSpPr>
        <p:spPr/>
        <p:txBody>
          <a:bodyPr/>
          <a:lstStyle/>
          <a:p>
            <a:r>
              <a:rPr lang="de-DE" dirty="0" err="1"/>
              <a:t>Verify</a:t>
            </a:r>
            <a:r>
              <a:rPr lang="de-DE" dirty="0"/>
              <a:t> API Key Policy</a:t>
            </a:r>
          </a:p>
        </p:txBody>
      </p:sp>
      <p:sp>
        <p:nvSpPr>
          <p:cNvPr id="3" name="Inhaltsplatzhalter 2">
            <a:extLst>
              <a:ext uri="{FF2B5EF4-FFF2-40B4-BE49-F238E27FC236}">
                <a16:creationId xmlns:a16="http://schemas.microsoft.com/office/drawing/2014/main" id="{1010D6E4-ADBF-983C-F48C-236B7ED9DA89}"/>
              </a:ext>
            </a:extLst>
          </p:cNvPr>
          <p:cNvSpPr>
            <a:spLocks noGrp="1"/>
          </p:cNvSpPr>
          <p:nvPr>
            <p:ph sz="half" idx="1"/>
          </p:nvPr>
        </p:nvSpPr>
        <p:spPr>
          <a:xfrm>
            <a:off x="838199" y="1825625"/>
            <a:ext cx="3838731" cy="4351338"/>
          </a:xfrm>
        </p:spPr>
        <p:txBody>
          <a:bodyPr>
            <a:normAutofit/>
          </a:bodyPr>
          <a:lstStyle/>
          <a:p>
            <a:pPr marL="0" indent="0">
              <a:buNone/>
            </a:pPr>
            <a:r>
              <a:rPr lang="de-DE" dirty="0"/>
              <a:t>Position:</a:t>
            </a:r>
          </a:p>
          <a:p>
            <a:pPr marL="0" indent="0">
              <a:buNone/>
            </a:pPr>
            <a:r>
              <a:rPr lang="de-DE" sz="2000" dirty="0" err="1">
                <a:latin typeface="Courier New" panose="02070309020205020404" pitchFamily="49" charset="0"/>
                <a:cs typeface="Courier New" panose="02070309020205020404" pitchFamily="49" charset="0"/>
              </a:rPr>
              <a:t>ProxyEndpoint</a:t>
            </a:r>
            <a:endParaRPr lang="de-DE" sz="2000" dirty="0">
              <a:latin typeface="Courier New" panose="02070309020205020404" pitchFamily="49" charset="0"/>
              <a:cs typeface="Courier New" panose="02070309020205020404" pitchFamily="49" charset="0"/>
            </a:endParaRPr>
          </a:p>
          <a:p>
            <a:pPr marL="0" indent="0">
              <a:buNone/>
            </a:pPr>
            <a:r>
              <a:rPr lang="de-DE" sz="2000" dirty="0">
                <a:latin typeface="Courier New" panose="02070309020205020404" pitchFamily="49" charset="0"/>
                <a:cs typeface="Courier New" panose="02070309020205020404" pitchFamily="49" charset="0"/>
              </a:rPr>
              <a:t>└─ Request</a:t>
            </a:r>
          </a:p>
          <a:p>
            <a:pPr marL="0" indent="0">
              <a:buNone/>
            </a:pPr>
            <a:r>
              <a:rPr lang="de-DE" sz="2000" dirty="0">
                <a:latin typeface="Courier New" panose="02070309020205020404" pitchFamily="49" charset="0"/>
                <a:cs typeface="Courier New" panose="02070309020205020404" pitchFamily="49" charset="0"/>
              </a:rPr>
              <a:t>   └─ </a:t>
            </a:r>
            <a:r>
              <a:rPr lang="de-DE" sz="2000" dirty="0" err="1">
                <a:latin typeface="Courier New" panose="02070309020205020404" pitchFamily="49" charset="0"/>
                <a:cs typeface="Courier New" panose="02070309020205020404" pitchFamily="49" charset="0"/>
              </a:rPr>
              <a:t>PreFlow</a:t>
            </a:r>
            <a:endParaRPr lang="de-DE" sz="2000" dirty="0">
              <a:latin typeface="Courier New" panose="02070309020205020404" pitchFamily="49" charset="0"/>
              <a:cs typeface="Courier New" panose="02070309020205020404" pitchFamily="49" charset="0"/>
            </a:endParaRPr>
          </a:p>
          <a:p>
            <a:pPr marL="0" indent="0">
              <a:buNone/>
            </a:pPr>
            <a:endParaRPr lang="de-DE" dirty="0"/>
          </a:p>
          <a:p>
            <a:pPr marL="0" indent="0">
              <a:buNone/>
            </a:pPr>
            <a:endParaRPr lang="de-DE" dirty="0"/>
          </a:p>
        </p:txBody>
      </p:sp>
      <p:sp>
        <p:nvSpPr>
          <p:cNvPr id="4" name="Inhaltsplatzhalter 3">
            <a:extLst>
              <a:ext uri="{FF2B5EF4-FFF2-40B4-BE49-F238E27FC236}">
                <a16:creationId xmlns:a16="http://schemas.microsoft.com/office/drawing/2014/main" id="{EF36EA05-F160-854E-4DFB-601DFE1491BE}"/>
              </a:ext>
            </a:extLst>
          </p:cNvPr>
          <p:cNvSpPr>
            <a:spLocks noGrp="1"/>
          </p:cNvSpPr>
          <p:nvPr>
            <p:ph sz="half" idx="2"/>
          </p:nvPr>
        </p:nvSpPr>
        <p:spPr>
          <a:xfrm>
            <a:off x="4886793" y="1825625"/>
            <a:ext cx="6467007" cy="4351338"/>
          </a:xfrm>
        </p:spPr>
        <p:txBody>
          <a:bodyPr>
            <a:normAutofit/>
          </a:bodyPr>
          <a:lstStyle/>
          <a:p>
            <a:pPr marL="0" indent="0">
              <a:buNone/>
            </a:pPr>
            <a:r>
              <a:rPr lang="de-DE" dirty="0"/>
              <a:t>Beispiel:</a:t>
            </a:r>
          </a:p>
          <a:p>
            <a:pPr marL="0" indent="0">
              <a:buNone/>
            </a:pPr>
            <a:r>
              <a:rPr lang="de-DE" sz="2000" dirty="0">
                <a:solidFill>
                  <a:schemeClr val="accent1"/>
                </a:solidFill>
                <a:latin typeface="Courier New" panose="02070309020205020404" pitchFamily="49" charset="0"/>
                <a:cs typeface="Courier New" panose="02070309020205020404" pitchFamily="49" charset="0"/>
              </a:rPr>
              <a:t>&lt;</a:t>
            </a:r>
            <a:r>
              <a:rPr lang="de-DE" sz="2000" dirty="0" err="1">
                <a:solidFill>
                  <a:schemeClr val="accent1"/>
                </a:solidFill>
                <a:latin typeface="Courier New" panose="02070309020205020404" pitchFamily="49" charset="0"/>
                <a:cs typeface="Courier New" panose="02070309020205020404" pitchFamily="49" charset="0"/>
              </a:rPr>
              <a:t>VerifyAPIKey</a:t>
            </a:r>
            <a:endParaRPr lang="de-DE" sz="2000" dirty="0">
              <a:solidFill>
                <a:schemeClr val="accent1"/>
              </a:solidFill>
              <a:latin typeface="Courier New" panose="02070309020205020404" pitchFamily="49" charset="0"/>
              <a:cs typeface="Courier New" panose="02070309020205020404" pitchFamily="49" charset="0"/>
            </a:endParaRPr>
          </a:p>
          <a:p>
            <a:pPr marL="0" indent="0">
              <a:buNone/>
            </a:pPr>
            <a:r>
              <a:rPr lang="de-DE" sz="2000" dirty="0">
                <a:latin typeface="Courier New" panose="02070309020205020404" pitchFamily="49" charset="0"/>
                <a:cs typeface="Courier New" panose="02070309020205020404" pitchFamily="49" charset="0"/>
              </a:rPr>
              <a:t>    </a:t>
            </a:r>
            <a:r>
              <a:rPr lang="de-DE" sz="2000" dirty="0" err="1">
                <a:latin typeface="Courier New" panose="02070309020205020404" pitchFamily="49" charset="0"/>
                <a:cs typeface="Courier New" panose="02070309020205020404" pitchFamily="49" charset="0"/>
              </a:rPr>
              <a:t>async</a:t>
            </a:r>
            <a:r>
              <a:rPr lang="de-DE" sz="2000" dirty="0">
                <a:latin typeface="Courier New" panose="02070309020205020404" pitchFamily="49" charset="0"/>
                <a:cs typeface="Courier New" panose="02070309020205020404" pitchFamily="49" charset="0"/>
              </a:rPr>
              <a:t>=</a:t>
            </a:r>
            <a:r>
              <a:rPr lang="de-DE" sz="2000" dirty="0">
                <a:solidFill>
                  <a:schemeClr val="accent6"/>
                </a:solidFill>
                <a:latin typeface="Courier New" panose="02070309020205020404" pitchFamily="49" charset="0"/>
                <a:cs typeface="Courier New" panose="02070309020205020404" pitchFamily="49" charset="0"/>
              </a:rPr>
              <a:t> "</a:t>
            </a:r>
            <a:r>
              <a:rPr lang="de-DE" sz="2000" dirty="0" err="1">
                <a:solidFill>
                  <a:schemeClr val="accent6"/>
                </a:solidFill>
                <a:latin typeface="Courier New" panose="02070309020205020404" pitchFamily="49" charset="0"/>
                <a:cs typeface="Courier New" panose="02070309020205020404" pitchFamily="49" charset="0"/>
              </a:rPr>
              <a:t>true</a:t>
            </a:r>
            <a:r>
              <a:rPr lang="de-DE" sz="2000" dirty="0">
                <a:solidFill>
                  <a:schemeClr val="accent6"/>
                </a:solidFill>
                <a:latin typeface="Courier New" panose="02070309020205020404" pitchFamily="49" charset="0"/>
                <a:cs typeface="Courier New" panose="02070309020205020404" pitchFamily="49" charset="0"/>
              </a:rPr>
              <a:t>„</a:t>
            </a:r>
            <a:br>
              <a:rPr lang="de-DE" sz="2000" dirty="0">
                <a:solidFill>
                  <a:schemeClr val="accent6"/>
                </a:solidFill>
                <a:latin typeface="Courier New" panose="02070309020205020404" pitchFamily="49" charset="0"/>
                <a:cs typeface="Courier New" panose="02070309020205020404" pitchFamily="49" charset="0"/>
              </a:rPr>
            </a:br>
            <a:r>
              <a:rPr lang="de-DE" sz="2000" dirty="0">
                <a:solidFill>
                  <a:schemeClr val="accent6"/>
                </a:solidFill>
                <a:latin typeface="Courier New" panose="02070309020205020404" pitchFamily="49" charset="0"/>
                <a:cs typeface="Courier New" panose="02070309020205020404" pitchFamily="49" charset="0"/>
              </a:rPr>
              <a:t>    </a:t>
            </a:r>
            <a:r>
              <a:rPr lang="de-DE" sz="2000" dirty="0" err="1">
                <a:latin typeface="Courier New" panose="02070309020205020404" pitchFamily="49" charset="0"/>
                <a:cs typeface="Courier New" panose="02070309020205020404" pitchFamily="49" charset="0"/>
              </a:rPr>
              <a:t>continueOnError</a:t>
            </a:r>
            <a:r>
              <a:rPr lang="de-DE" sz="2000" dirty="0">
                <a:latin typeface="Courier New" panose="02070309020205020404" pitchFamily="49" charset="0"/>
                <a:cs typeface="Courier New" panose="02070309020205020404" pitchFamily="49" charset="0"/>
              </a:rPr>
              <a:t>=</a:t>
            </a:r>
            <a:r>
              <a:rPr lang="de-DE" sz="2000" dirty="0">
                <a:solidFill>
                  <a:schemeClr val="accent6"/>
                </a:solidFill>
                <a:latin typeface="Courier New" panose="02070309020205020404" pitchFamily="49" charset="0"/>
                <a:cs typeface="Courier New" panose="02070309020205020404" pitchFamily="49" charset="0"/>
              </a:rPr>
              <a:t>"</a:t>
            </a:r>
            <a:r>
              <a:rPr lang="de-DE" sz="2000" dirty="0" err="1">
                <a:solidFill>
                  <a:schemeClr val="accent6"/>
                </a:solidFill>
                <a:latin typeface="Courier New" panose="02070309020205020404" pitchFamily="49" charset="0"/>
                <a:cs typeface="Courier New" panose="02070309020205020404" pitchFamily="49" charset="0"/>
              </a:rPr>
              <a:t>false</a:t>
            </a:r>
            <a:r>
              <a:rPr lang="de-DE" sz="2000" dirty="0">
                <a:solidFill>
                  <a:schemeClr val="accent6"/>
                </a:solidFill>
                <a:latin typeface="Courier New" panose="02070309020205020404" pitchFamily="49" charset="0"/>
                <a:cs typeface="Courier New" panose="02070309020205020404" pitchFamily="49" charset="0"/>
              </a:rPr>
              <a:t>„</a:t>
            </a:r>
            <a:br>
              <a:rPr lang="de-DE" sz="2000" dirty="0">
                <a:solidFill>
                  <a:schemeClr val="accent6"/>
                </a:solidFill>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a:t>
            </a:r>
            <a:r>
              <a:rPr lang="de-DE" sz="2000" dirty="0" err="1">
                <a:latin typeface="Courier New" panose="02070309020205020404" pitchFamily="49" charset="0"/>
                <a:cs typeface="Courier New" panose="02070309020205020404" pitchFamily="49" charset="0"/>
              </a:rPr>
              <a:t>enabled</a:t>
            </a:r>
            <a:r>
              <a:rPr lang="de-DE" sz="2000" dirty="0">
                <a:latin typeface="Courier New" panose="02070309020205020404" pitchFamily="49" charset="0"/>
                <a:cs typeface="Courier New" panose="02070309020205020404" pitchFamily="49" charset="0"/>
              </a:rPr>
              <a:t>=</a:t>
            </a:r>
            <a:r>
              <a:rPr lang="de-DE" sz="2000" dirty="0">
                <a:solidFill>
                  <a:schemeClr val="accent6"/>
                </a:solidFill>
                <a:latin typeface="Courier New" panose="02070309020205020404" pitchFamily="49" charset="0"/>
                <a:cs typeface="Courier New" panose="02070309020205020404" pitchFamily="49" charset="0"/>
              </a:rPr>
              <a:t>"</a:t>
            </a:r>
            <a:r>
              <a:rPr lang="de-DE" sz="2000" dirty="0" err="1">
                <a:solidFill>
                  <a:schemeClr val="accent6"/>
                </a:solidFill>
                <a:latin typeface="Courier New" panose="02070309020205020404" pitchFamily="49" charset="0"/>
                <a:cs typeface="Courier New" panose="02070309020205020404" pitchFamily="49" charset="0"/>
              </a:rPr>
              <a:t>true</a:t>
            </a:r>
            <a:r>
              <a:rPr lang="de-DE" sz="2000" dirty="0">
                <a:solidFill>
                  <a:schemeClr val="accent6"/>
                </a:solidFill>
                <a:latin typeface="Courier New" panose="02070309020205020404" pitchFamily="49" charset="0"/>
                <a:cs typeface="Courier New" panose="02070309020205020404" pitchFamily="49" charset="0"/>
              </a:rPr>
              <a:t>„</a:t>
            </a:r>
            <a:br>
              <a:rPr lang="de-DE" sz="2000" dirty="0">
                <a:solidFill>
                  <a:schemeClr val="accent6"/>
                </a:solidFill>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a:t>
            </a:r>
            <a:r>
              <a:rPr lang="de-DE" sz="2000" dirty="0" err="1">
                <a:latin typeface="Courier New" panose="02070309020205020404" pitchFamily="49" charset="0"/>
                <a:cs typeface="Courier New" panose="02070309020205020404" pitchFamily="49" charset="0"/>
              </a:rPr>
              <a:t>xmlns</a:t>
            </a:r>
            <a:r>
              <a:rPr lang="de-DE" sz="2000" dirty="0">
                <a:latin typeface="Courier New" panose="02070309020205020404" pitchFamily="49" charset="0"/>
                <a:cs typeface="Courier New" panose="02070309020205020404" pitchFamily="49" charset="0"/>
              </a:rPr>
              <a:t>=</a:t>
            </a:r>
            <a:r>
              <a:rPr lang="de-DE" sz="2000" dirty="0">
                <a:solidFill>
                  <a:schemeClr val="accent6"/>
                </a:solidFill>
                <a:latin typeface="Courier New" panose="02070309020205020404" pitchFamily="49" charset="0"/>
                <a:cs typeface="Courier New" panose="02070309020205020404" pitchFamily="49" charset="0"/>
              </a:rPr>
              <a:t>"http://www.sap.com/apimgmt"</a:t>
            </a:r>
            <a:r>
              <a:rPr lang="de-DE" sz="2000" dirty="0">
                <a:solidFill>
                  <a:schemeClr val="accent1"/>
                </a:solidFill>
                <a:latin typeface="Courier New" panose="02070309020205020404" pitchFamily="49" charset="0"/>
                <a:cs typeface="Courier New" panose="02070309020205020404" pitchFamily="49" charset="0"/>
              </a:rPr>
              <a:t>&gt;</a:t>
            </a:r>
          </a:p>
          <a:p>
            <a:pPr marL="0" indent="0">
              <a:buNone/>
            </a:pPr>
            <a:r>
              <a:rPr lang="de-DE" sz="2000" dirty="0">
                <a:latin typeface="Courier New" panose="02070309020205020404" pitchFamily="49" charset="0"/>
                <a:cs typeface="Courier New" panose="02070309020205020404" pitchFamily="49" charset="0"/>
              </a:rPr>
              <a:t>    </a:t>
            </a:r>
            <a:r>
              <a:rPr lang="de-DE" sz="2000" dirty="0">
                <a:solidFill>
                  <a:schemeClr val="accent1"/>
                </a:solidFill>
                <a:latin typeface="Courier New" panose="02070309020205020404" pitchFamily="49" charset="0"/>
                <a:cs typeface="Courier New" panose="02070309020205020404" pitchFamily="49" charset="0"/>
              </a:rPr>
              <a:t>&lt;</a:t>
            </a:r>
            <a:r>
              <a:rPr lang="de-DE" sz="2000" dirty="0" err="1">
                <a:latin typeface="Courier New" panose="02070309020205020404" pitchFamily="49" charset="0"/>
                <a:cs typeface="Courier New" panose="02070309020205020404" pitchFamily="49" charset="0"/>
              </a:rPr>
              <a:t>APIKey</a:t>
            </a:r>
            <a:r>
              <a:rPr lang="de-DE" sz="2000" dirty="0">
                <a:latin typeface="Courier New" panose="02070309020205020404" pitchFamily="49" charset="0"/>
                <a:cs typeface="Courier New" panose="02070309020205020404" pitchFamily="49" charset="0"/>
              </a:rPr>
              <a:t> </a:t>
            </a:r>
            <a:r>
              <a:rPr lang="de-DE" sz="2000" dirty="0" err="1">
                <a:latin typeface="Courier New" panose="02070309020205020404" pitchFamily="49" charset="0"/>
                <a:cs typeface="Courier New" panose="02070309020205020404" pitchFamily="49" charset="0"/>
              </a:rPr>
              <a:t>ref</a:t>
            </a:r>
            <a:r>
              <a:rPr lang="de-DE" sz="2000" dirty="0">
                <a:latin typeface="Courier New" panose="02070309020205020404" pitchFamily="49" charset="0"/>
                <a:cs typeface="Courier New" panose="02070309020205020404" pitchFamily="49" charset="0"/>
              </a:rPr>
              <a:t>=</a:t>
            </a:r>
            <a:r>
              <a:rPr lang="de-DE" sz="2000" dirty="0">
                <a:solidFill>
                  <a:schemeClr val="accent6"/>
                </a:solidFill>
                <a:latin typeface="Courier New" panose="02070309020205020404" pitchFamily="49" charset="0"/>
                <a:cs typeface="Courier New" panose="02070309020205020404" pitchFamily="49" charset="0"/>
              </a:rPr>
              <a:t>"</a:t>
            </a:r>
            <a:r>
              <a:rPr lang="de-DE" sz="2000" dirty="0" err="1">
                <a:solidFill>
                  <a:schemeClr val="accent6"/>
                </a:solidFill>
                <a:latin typeface="Courier New" panose="02070309020205020404" pitchFamily="49" charset="0"/>
                <a:cs typeface="Courier New" panose="02070309020205020404" pitchFamily="49" charset="0"/>
              </a:rPr>
              <a:t>request.header.APIKey</a:t>
            </a:r>
            <a:r>
              <a:rPr lang="de-DE" sz="2000" dirty="0">
                <a:solidFill>
                  <a:schemeClr val="accent6"/>
                </a:solidFill>
                <a:latin typeface="Courier New" panose="02070309020205020404" pitchFamily="49" charset="0"/>
                <a:cs typeface="Courier New" panose="02070309020205020404" pitchFamily="49" charset="0"/>
              </a:rPr>
              <a:t>"</a:t>
            </a:r>
            <a:r>
              <a:rPr lang="de-DE" sz="2000" dirty="0">
                <a:solidFill>
                  <a:schemeClr val="accent1"/>
                </a:solidFill>
                <a:latin typeface="Courier New" panose="02070309020205020404" pitchFamily="49" charset="0"/>
                <a:cs typeface="Courier New" panose="02070309020205020404" pitchFamily="49" charset="0"/>
              </a:rPr>
              <a:t>/&gt;</a:t>
            </a:r>
          </a:p>
          <a:p>
            <a:pPr marL="0" indent="0">
              <a:buNone/>
            </a:pPr>
            <a:r>
              <a:rPr lang="de-DE" sz="2000" dirty="0">
                <a:solidFill>
                  <a:schemeClr val="accent1"/>
                </a:solidFill>
                <a:latin typeface="Courier New" panose="02070309020205020404" pitchFamily="49" charset="0"/>
                <a:cs typeface="Courier New" panose="02070309020205020404" pitchFamily="49" charset="0"/>
              </a:rPr>
              <a:t>&lt;/</a:t>
            </a:r>
            <a:r>
              <a:rPr lang="de-DE" sz="2000" dirty="0" err="1">
                <a:solidFill>
                  <a:schemeClr val="accent1"/>
                </a:solidFill>
                <a:latin typeface="Courier New" panose="02070309020205020404" pitchFamily="49" charset="0"/>
                <a:cs typeface="Courier New" panose="02070309020205020404" pitchFamily="49" charset="0"/>
              </a:rPr>
              <a:t>VerifyAPIKey</a:t>
            </a:r>
            <a:r>
              <a:rPr lang="de-DE" sz="2000" dirty="0">
                <a:solidFill>
                  <a:schemeClr val="accent1"/>
                </a:solidFill>
                <a:latin typeface="Courier New" panose="02070309020205020404" pitchFamily="49" charset="0"/>
                <a:cs typeface="Courier New" panose="02070309020205020404" pitchFamily="49" charset="0"/>
              </a:rPr>
              <a:t>&gt;</a:t>
            </a:r>
          </a:p>
          <a:p>
            <a:pPr marL="0" indent="0">
              <a:buNone/>
            </a:pPr>
            <a:endParaRPr lang="de-DE" dirty="0"/>
          </a:p>
        </p:txBody>
      </p:sp>
    </p:spTree>
    <p:extLst>
      <p:ext uri="{BB962C8B-B14F-4D97-AF65-F5344CB8AC3E}">
        <p14:creationId xmlns:p14="http://schemas.microsoft.com/office/powerpoint/2010/main" val="1946551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9992E0-926D-00C9-D3B0-0981FD223E2E}"/>
              </a:ext>
            </a:extLst>
          </p:cNvPr>
          <p:cNvSpPr>
            <a:spLocks noGrp="1"/>
          </p:cNvSpPr>
          <p:nvPr>
            <p:ph type="title"/>
          </p:nvPr>
        </p:nvSpPr>
        <p:spPr/>
        <p:txBody>
          <a:bodyPr/>
          <a:lstStyle/>
          <a:p>
            <a:r>
              <a:rPr lang="de-DE" dirty="0"/>
              <a:t>Was prüft die Policy?</a:t>
            </a:r>
          </a:p>
        </p:txBody>
      </p:sp>
      <p:graphicFrame>
        <p:nvGraphicFramePr>
          <p:cNvPr id="4" name="Inhaltsplatzhalter 3">
            <a:extLst>
              <a:ext uri="{FF2B5EF4-FFF2-40B4-BE49-F238E27FC236}">
                <a16:creationId xmlns:a16="http://schemas.microsoft.com/office/drawing/2014/main" id="{3D51FE79-3EA2-BD2D-954B-AEC919CFCB3C}"/>
              </a:ext>
            </a:extLst>
          </p:cNvPr>
          <p:cNvGraphicFramePr>
            <a:graphicFrameLocks noGrp="1"/>
          </p:cNvGraphicFramePr>
          <p:nvPr>
            <p:ph idx="1"/>
            <p:extLst>
              <p:ext uri="{D42A27DB-BD31-4B8C-83A1-F6EECF244321}">
                <p14:modId xmlns:p14="http://schemas.microsoft.com/office/powerpoint/2010/main" val="21392445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72735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45EA6F-DE49-DBFB-EF51-20BD70B9CCD1}"/>
              </a:ext>
            </a:extLst>
          </p:cNvPr>
          <p:cNvSpPr>
            <a:spLocks noGrp="1"/>
          </p:cNvSpPr>
          <p:nvPr>
            <p:ph type="title"/>
          </p:nvPr>
        </p:nvSpPr>
        <p:spPr/>
        <p:txBody>
          <a:bodyPr/>
          <a:lstStyle/>
          <a:p>
            <a:r>
              <a:rPr lang="de-DE" dirty="0"/>
              <a:t>Typische Fehler</a:t>
            </a:r>
          </a:p>
        </p:txBody>
      </p:sp>
      <p:graphicFrame>
        <p:nvGraphicFramePr>
          <p:cNvPr id="4" name="Inhaltsplatzhalter 3">
            <a:extLst>
              <a:ext uri="{FF2B5EF4-FFF2-40B4-BE49-F238E27FC236}">
                <a16:creationId xmlns:a16="http://schemas.microsoft.com/office/drawing/2014/main" id="{4433E802-089A-A6C5-5311-1C54FC2B28D0}"/>
              </a:ext>
            </a:extLst>
          </p:cNvPr>
          <p:cNvGraphicFramePr>
            <a:graphicFrameLocks noGrp="1"/>
          </p:cNvGraphicFramePr>
          <p:nvPr>
            <p:ph idx="1"/>
            <p:extLst>
              <p:ext uri="{D42A27DB-BD31-4B8C-83A1-F6EECF244321}">
                <p14:modId xmlns:p14="http://schemas.microsoft.com/office/powerpoint/2010/main" val="3892950706"/>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4093564">
                  <a:extLst>
                    <a:ext uri="{9D8B030D-6E8A-4147-A177-3AD203B41FA5}">
                      <a16:colId xmlns:a16="http://schemas.microsoft.com/office/drawing/2014/main" val="1525148794"/>
                    </a:ext>
                  </a:extLst>
                </a:gridCol>
                <a:gridCol w="6422036">
                  <a:extLst>
                    <a:ext uri="{9D8B030D-6E8A-4147-A177-3AD203B41FA5}">
                      <a16:colId xmlns:a16="http://schemas.microsoft.com/office/drawing/2014/main" val="2521189108"/>
                    </a:ext>
                  </a:extLst>
                </a:gridCol>
              </a:tblGrid>
              <a:tr h="370840">
                <a:tc>
                  <a:txBody>
                    <a:bodyPr/>
                    <a:lstStyle/>
                    <a:p>
                      <a:r>
                        <a:rPr lang="de-DE" dirty="0"/>
                        <a:t>Beobachtung</a:t>
                      </a:r>
                    </a:p>
                  </a:txBody>
                  <a:tcPr/>
                </a:tc>
                <a:tc>
                  <a:txBody>
                    <a:bodyPr/>
                    <a:lstStyle/>
                    <a:p>
                      <a:r>
                        <a:rPr lang="de-DE" dirty="0"/>
                        <a:t>Mögliche Ursache</a:t>
                      </a:r>
                    </a:p>
                  </a:txBody>
                  <a:tcPr/>
                </a:tc>
                <a:extLst>
                  <a:ext uri="{0D108BD9-81ED-4DB2-BD59-A6C34878D82A}">
                    <a16:rowId xmlns:a16="http://schemas.microsoft.com/office/drawing/2014/main" val="3688431909"/>
                  </a:ext>
                </a:extLst>
              </a:tr>
              <a:tr h="370840">
                <a:tc>
                  <a:txBody>
                    <a:bodyPr/>
                    <a:lstStyle/>
                    <a:p>
                      <a:r>
                        <a:rPr lang="de-DE" dirty="0"/>
                        <a:t>Key fehlt</a:t>
                      </a:r>
                    </a:p>
                  </a:txBody>
                  <a:tcPr/>
                </a:tc>
                <a:tc>
                  <a:txBody>
                    <a:bodyPr/>
                    <a:lstStyle/>
                    <a:p>
                      <a:r>
                        <a:rPr lang="de-DE" dirty="0"/>
                        <a:t>Header nicht mitgesendet</a:t>
                      </a:r>
                    </a:p>
                  </a:txBody>
                  <a:tcPr/>
                </a:tc>
                <a:extLst>
                  <a:ext uri="{0D108BD9-81ED-4DB2-BD59-A6C34878D82A}">
                    <a16:rowId xmlns:a16="http://schemas.microsoft.com/office/drawing/2014/main" val="968403861"/>
                  </a:ext>
                </a:extLst>
              </a:tr>
              <a:tr h="370840">
                <a:tc>
                  <a:txBody>
                    <a:bodyPr/>
                    <a:lstStyle/>
                    <a:p>
                      <a:r>
                        <a:rPr lang="de-DE" dirty="0"/>
                        <a:t>Key wird nicht gefunden</a:t>
                      </a:r>
                    </a:p>
                  </a:txBody>
                  <a:tcPr/>
                </a:tc>
                <a:tc>
                  <a:txBody>
                    <a:bodyPr/>
                    <a:lstStyle/>
                    <a:p>
                      <a:r>
                        <a:rPr lang="de-DE" dirty="0"/>
                        <a:t>falscher Wert oder falscher Headername</a:t>
                      </a:r>
                    </a:p>
                  </a:txBody>
                  <a:tcPr/>
                </a:tc>
                <a:extLst>
                  <a:ext uri="{0D108BD9-81ED-4DB2-BD59-A6C34878D82A}">
                    <a16:rowId xmlns:a16="http://schemas.microsoft.com/office/drawing/2014/main" val="631434815"/>
                  </a:ext>
                </a:extLst>
              </a:tr>
              <a:tr h="370840">
                <a:tc>
                  <a:txBody>
                    <a:bodyPr/>
                    <a:lstStyle/>
                    <a:p>
                      <a:r>
                        <a:rPr lang="de-DE" dirty="0"/>
                        <a:t>gültiger Key wird abgelehnt</a:t>
                      </a:r>
                    </a:p>
                  </a:txBody>
                  <a:tcPr/>
                </a:tc>
                <a:tc>
                  <a:txBody>
                    <a:bodyPr/>
                    <a:lstStyle/>
                    <a:p>
                      <a:r>
                        <a:rPr lang="de-DE" dirty="0" err="1"/>
                        <a:t>Product</a:t>
                      </a:r>
                      <a:r>
                        <a:rPr lang="de-DE" dirty="0"/>
                        <a:t> nicht abonniert</a:t>
                      </a:r>
                    </a:p>
                  </a:txBody>
                  <a:tcPr/>
                </a:tc>
                <a:extLst>
                  <a:ext uri="{0D108BD9-81ED-4DB2-BD59-A6C34878D82A}">
                    <a16:rowId xmlns:a16="http://schemas.microsoft.com/office/drawing/2014/main" val="3958110055"/>
                  </a:ext>
                </a:extLst>
              </a:tr>
              <a:tr h="370840">
                <a:tc>
                  <a:txBody>
                    <a:bodyPr/>
                    <a:lstStyle/>
                    <a:p>
                      <a:r>
                        <a:rPr lang="de-DE" dirty="0" err="1"/>
                        <a:t>Product</a:t>
                      </a:r>
                      <a:r>
                        <a:rPr lang="de-DE" dirty="0"/>
                        <a:t> nicht sichtbar</a:t>
                      </a:r>
                    </a:p>
                  </a:txBody>
                  <a:tcPr/>
                </a:tc>
                <a:tc>
                  <a:txBody>
                    <a:bodyPr/>
                    <a:lstStyle/>
                    <a:p>
                      <a:r>
                        <a:rPr lang="de-DE" dirty="0"/>
                        <a:t>nicht veröffentlicht oder falsche Sichtbarkeit</a:t>
                      </a:r>
                    </a:p>
                  </a:txBody>
                  <a:tcPr/>
                </a:tc>
                <a:extLst>
                  <a:ext uri="{0D108BD9-81ED-4DB2-BD59-A6C34878D82A}">
                    <a16:rowId xmlns:a16="http://schemas.microsoft.com/office/drawing/2014/main" val="919255950"/>
                  </a:ext>
                </a:extLst>
              </a:tr>
              <a:tr h="370840">
                <a:tc>
                  <a:txBody>
                    <a:bodyPr/>
                    <a:lstStyle/>
                    <a:p>
                      <a:r>
                        <a:rPr lang="de-DE" dirty="0" err="1"/>
                        <a:t>Application</a:t>
                      </a:r>
                      <a:r>
                        <a:rPr lang="de-DE" dirty="0"/>
                        <a:t> wartet</a:t>
                      </a:r>
                    </a:p>
                  </a:txBody>
                  <a:tcPr/>
                </a:tc>
                <a:tc>
                  <a:txBody>
                    <a:bodyPr/>
                    <a:lstStyle/>
                    <a:p>
                      <a:r>
                        <a:rPr lang="de-DE" dirty="0" err="1"/>
                        <a:t>Subscription</a:t>
                      </a:r>
                      <a:r>
                        <a:rPr lang="de-DE" dirty="0"/>
                        <a:t> noch nicht genehmigt</a:t>
                      </a:r>
                    </a:p>
                  </a:txBody>
                  <a:tcPr/>
                </a:tc>
                <a:extLst>
                  <a:ext uri="{0D108BD9-81ED-4DB2-BD59-A6C34878D82A}">
                    <a16:rowId xmlns:a16="http://schemas.microsoft.com/office/drawing/2014/main" val="1626229074"/>
                  </a:ext>
                </a:extLst>
              </a:tr>
              <a:tr h="370840">
                <a:tc>
                  <a:txBody>
                    <a:bodyPr/>
                    <a:lstStyle/>
                    <a:p>
                      <a:r>
                        <a:rPr lang="de-DE" dirty="0"/>
                        <a:t>Änderung bleibt wirkungslos</a:t>
                      </a:r>
                    </a:p>
                  </a:txBody>
                  <a:tcPr/>
                </a:tc>
                <a:tc>
                  <a:txBody>
                    <a:bodyPr/>
                    <a:lstStyle/>
                    <a:p>
                      <a:r>
                        <a:rPr lang="de-DE" dirty="0"/>
                        <a:t>Proxy nicht neu deployt</a:t>
                      </a:r>
                    </a:p>
                  </a:txBody>
                  <a:tcPr/>
                </a:tc>
                <a:extLst>
                  <a:ext uri="{0D108BD9-81ED-4DB2-BD59-A6C34878D82A}">
                    <a16:rowId xmlns:a16="http://schemas.microsoft.com/office/drawing/2014/main" val="933048821"/>
                  </a:ext>
                </a:extLst>
              </a:tr>
              <a:tr h="370840">
                <a:tc>
                  <a:txBody>
                    <a:bodyPr/>
                    <a:lstStyle/>
                    <a:p>
                      <a:r>
                        <a:rPr lang="de-DE" dirty="0"/>
                        <a:t>Backend liefert 401</a:t>
                      </a:r>
                    </a:p>
                  </a:txBody>
                  <a:tcPr/>
                </a:tc>
                <a:tc>
                  <a:txBody>
                    <a:bodyPr/>
                    <a:lstStyle/>
                    <a:p>
                      <a:r>
                        <a:rPr lang="de-DE" dirty="0"/>
                        <a:t>API Key war gültig, aber Backend-Authentifizierung scheitert</a:t>
                      </a:r>
                    </a:p>
                  </a:txBody>
                  <a:tcPr/>
                </a:tc>
                <a:extLst>
                  <a:ext uri="{0D108BD9-81ED-4DB2-BD59-A6C34878D82A}">
                    <a16:rowId xmlns:a16="http://schemas.microsoft.com/office/drawing/2014/main" val="2972466145"/>
                  </a:ext>
                </a:extLst>
              </a:tr>
            </a:tbl>
          </a:graphicData>
        </a:graphic>
      </p:graphicFrame>
    </p:spTree>
    <p:extLst>
      <p:ext uri="{BB962C8B-B14F-4D97-AF65-F5344CB8AC3E}">
        <p14:creationId xmlns:p14="http://schemas.microsoft.com/office/powerpoint/2010/main" val="13540469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EFAF8D-987E-70AE-E83C-024C31BE5239}"/>
              </a:ext>
            </a:extLst>
          </p:cNvPr>
          <p:cNvSpPr>
            <a:spLocks noGrp="1"/>
          </p:cNvSpPr>
          <p:nvPr>
            <p:ph type="title"/>
          </p:nvPr>
        </p:nvSpPr>
        <p:spPr/>
        <p:txBody>
          <a:bodyPr/>
          <a:lstStyle/>
          <a:p>
            <a:r>
              <a:rPr lang="de-DE" dirty="0"/>
              <a:t>API Key sicher verwenden</a:t>
            </a:r>
          </a:p>
        </p:txBody>
      </p:sp>
      <p:sp>
        <p:nvSpPr>
          <p:cNvPr id="3" name="Inhaltsplatzhalter 2">
            <a:extLst>
              <a:ext uri="{FF2B5EF4-FFF2-40B4-BE49-F238E27FC236}">
                <a16:creationId xmlns:a16="http://schemas.microsoft.com/office/drawing/2014/main" id="{B71BFA7C-75E0-E381-8CA3-E177F0A9C454}"/>
              </a:ext>
            </a:extLst>
          </p:cNvPr>
          <p:cNvSpPr>
            <a:spLocks noGrp="1"/>
          </p:cNvSpPr>
          <p:nvPr>
            <p:ph idx="1"/>
          </p:nvPr>
        </p:nvSpPr>
        <p:spPr/>
        <p:txBody>
          <a:bodyPr/>
          <a:lstStyle/>
          <a:p>
            <a:r>
              <a:rPr lang="de-DE" dirty="0"/>
              <a:t>ausschließlich über HTTPS übertragen </a:t>
            </a:r>
          </a:p>
          <a:p>
            <a:r>
              <a:rPr lang="de-DE" dirty="0"/>
              <a:t>nicht in URLs einbetten </a:t>
            </a:r>
          </a:p>
          <a:p>
            <a:r>
              <a:rPr lang="de-DE" dirty="0"/>
              <a:t>nicht in öffentlichen </a:t>
            </a:r>
            <a:r>
              <a:rPr lang="de-DE" dirty="0" err="1"/>
              <a:t>Repositories</a:t>
            </a:r>
            <a:r>
              <a:rPr lang="de-DE" dirty="0"/>
              <a:t> speichern </a:t>
            </a:r>
          </a:p>
          <a:p>
            <a:r>
              <a:rPr lang="de-DE" dirty="0"/>
              <a:t>nicht in Screenshots zeigen </a:t>
            </a:r>
          </a:p>
          <a:p>
            <a:r>
              <a:rPr lang="de-DE" dirty="0"/>
              <a:t>getrennte Keys je Anwendung verwenden </a:t>
            </a:r>
          </a:p>
          <a:p>
            <a:r>
              <a:rPr lang="de-DE" dirty="0"/>
              <a:t>kompromittierte Keys widerrufen oder erneuern </a:t>
            </a:r>
          </a:p>
          <a:p>
            <a:r>
              <a:rPr lang="de-DE" dirty="0"/>
              <a:t>nicht denselben Key zwischen Teams teilen </a:t>
            </a:r>
          </a:p>
          <a:p>
            <a:r>
              <a:rPr lang="de-DE" dirty="0"/>
              <a:t>minimal notwendige Products abonnieren</a:t>
            </a:r>
          </a:p>
        </p:txBody>
      </p:sp>
    </p:spTree>
    <p:extLst>
      <p:ext uri="{BB962C8B-B14F-4D97-AF65-F5344CB8AC3E}">
        <p14:creationId xmlns:p14="http://schemas.microsoft.com/office/powerpoint/2010/main" val="37069989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62D10F-3618-EFB0-644D-C9AFC49D8694}"/>
              </a:ext>
            </a:extLst>
          </p:cNvPr>
          <p:cNvSpPr>
            <a:spLocks noGrp="1"/>
          </p:cNvSpPr>
          <p:nvPr>
            <p:ph type="title"/>
          </p:nvPr>
        </p:nvSpPr>
        <p:spPr/>
        <p:txBody>
          <a:bodyPr/>
          <a:lstStyle/>
          <a:p>
            <a:r>
              <a:rPr lang="de-DE" dirty="0"/>
              <a:t>API Key oder OAuth 2.0?</a:t>
            </a:r>
          </a:p>
        </p:txBody>
      </p:sp>
      <p:graphicFrame>
        <p:nvGraphicFramePr>
          <p:cNvPr id="4" name="Inhaltsplatzhalter 3">
            <a:extLst>
              <a:ext uri="{FF2B5EF4-FFF2-40B4-BE49-F238E27FC236}">
                <a16:creationId xmlns:a16="http://schemas.microsoft.com/office/drawing/2014/main" id="{B1433784-FC09-7000-514F-C94BD78F6AA1}"/>
              </a:ext>
            </a:extLst>
          </p:cNvPr>
          <p:cNvGraphicFramePr>
            <a:graphicFrameLocks noGrp="1"/>
          </p:cNvGraphicFramePr>
          <p:nvPr>
            <p:ph idx="1"/>
            <p:extLst>
              <p:ext uri="{D42A27DB-BD31-4B8C-83A1-F6EECF244321}">
                <p14:modId xmlns:p14="http://schemas.microsoft.com/office/powerpoint/2010/main" val="1695149626"/>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150444977"/>
                    </a:ext>
                  </a:extLst>
                </a:gridCol>
                <a:gridCol w="5257800">
                  <a:extLst>
                    <a:ext uri="{9D8B030D-6E8A-4147-A177-3AD203B41FA5}">
                      <a16:colId xmlns:a16="http://schemas.microsoft.com/office/drawing/2014/main" val="3259952186"/>
                    </a:ext>
                  </a:extLst>
                </a:gridCol>
              </a:tblGrid>
              <a:tr h="370840">
                <a:tc>
                  <a:txBody>
                    <a:bodyPr/>
                    <a:lstStyle/>
                    <a:p>
                      <a:r>
                        <a:rPr lang="de-DE" dirty="0"/>
                        <a:t>API Key</a:t>
                      </a:r>
                    </a:p>
                  </a:txBody>
                  <a:tcPr/>
                </a:tc>
                <a:tc>
                  <a:txBody>
                    <a:bodyPr/>
                    <a:lstStyle/>
                    <a:p>
                      <a:endParaRPr lang="de-DE"/>
                    </a:p>
                  </a:txBody>
                  <a:tcPr/>
                </a:tc>
                <a:extLst>
                  <a:ext uri="{0D108BD9-81ED-4DB2-BD59-A6C34878D82A}">
                    <a16:rowId xmlns:a16="http://schemas.microsoft.com/office/drawing/2014/main" val="3725853975"/>
                  </a:ext>
                </a:extLst>
              </a:tr>
              <a:tr h="370840">
                <a:tc>
                  <a:txBody>
                    <a:bodyPr/>
                    <a:lstStyle/>
                    <a:p>
                      <a:r>
                        <a:rPr lang="de-DE" dirty="0"/>
                        <a:t>einfach einzurichten</a:t>
                      </a:r>
                    </a:p>
                  </a:txBody>
                  <a:tcPr/>
                </a:tc>
                <a:tc>
                  <a:txBody>
                    <a:bodyPr/>
                    <a:lstStyle/>
                    <a:p>
                      <a:r>
                        <a:rPr lang="de-DE" dirty="0"/>
                        <a:t>komplexer</a:t>
                      </a:r>
                    </a:p>
                  </a:txBody>
                  <a:tcPr/>
                </a:tc>
                <a:extLst>
                  <a:ext uri="{0D108BD9-81ED-4DB2-BD59-A6C34878D82A}">
                    <a16:rowId xmlns:a16="http://schemas.microsoft.com/office/drawing/2014/main" val="439543947"/>
                  </a:ext>
                </a:extLst>
              </a:tr>
              <a:tr h="370840">
                <a:tc>
                  <a:txBody>
                    <a:bodyPr/>
                    <a:lstStyle/>
                    <a:p>
                      <a:r>
                        <a:rPr lang="de-DE" dirty="0"/>
                        <a:t>langlebiger Schlüssel</a:t>
                      </a:r>
                    </a:p>
                  </a:txBody>
                  <a:tcPr/>
                </a:tc>
                <a:tc>
                  <a:txBody>
                    <a:bodyPr/>
                    <a:lstStyle/>
                    <a:p>
                      <a:r>
                        <a:rPr lang="de-DE" dirty="0"/>
                        <a:t>kurzlebige Access Tokens</a:t>
                      </a:r>
                    </a:p>
                  </a:txBody>
                  <a:tcPr/>
                </a:tc>
                <a:extLst>
                  <a:ext uri="{0D108BD9-81ED-4DB2-BD59-A6C34878D82A}">
                    <a16:rowId xmlns:a16="http://schemas.microsoft.com/office/drawing/2014/main" val="4218469539"/>
                  </a:ext>
                </a:extLst>
              </a:tr>
              <a:tr h="370840">
                <a:tc>
                  <a:txBody>
                    <a:bodyPr/>
                    <a:lstStyle/>
                    <a:p>
                      <a:r>
                        <a:rPr lang="de-DE" dirty="0"/>
                        <a:t>identifiziert Anwendung</a:t>
                      </a:r>
                    </a:p>
                  </a:txBody>
                  <a:tcPr/>
                </a:tc>
                <a:tc>
                  <a:txBody>
                    <a:bodyPr/>
                    <a:lstStyle/>
                    <a:p>
                      <a:r>
                        <a:rPr lang="de-DE" dirty="0"/>
                        <a:t>kann Anwendung und Berechtigungen abbilden</a:t>
                      </a:r>
                    </a:p>
                  </a:txBody>
                  <a:tcPr/>
                </a:tc>
                <a:extLst>
                  <a:ext uri="{0D108BD9-81ED-4DB2-BD59-A6C34878D82A}">
                    <a16:rowId xmlns:a16="http://schemas.microsoft.com/office/drawing/2014/main" val="2093749229"/>
                  </a:ext>
                </a:extLst>
              </a:tr>
              <a:tr h="370840">
                <a:tc>
                  <a:txBody>
                    <a:bodyPr/>
                    <a:lstStyle/>
                    <a:p>
                      <a:r>
                        <a:rPr lang="de-DE" dirty="0"/>
                        <a:t>gut für Einstieg und interne APIs</a:t>
                      </a:r>
                    </a:p>
                  </a:txBody>
                  <a:tcPr/>
                </a:tc>
                <a:tc>
                  <a:txBody>
                    <a:bodyPr/>
                    <a:lstStyle/>
                    <a:p>
                      <a:r>
                        <a:rPr lang="de-DE" dirty="0"/>
                        <a:t>besser für höhere Sicherheitsanforderungen</a:t>
                      </a:r>
                    </a:p>
                  </a:txBody>
                  <a:tcPr/>
                </a:tc>
                <a:extLst>
                  <a:ext uri="{0D108BD9-81ED-4DB2-BD59-A6C34878D82A}">
                    <a16:rowId xmlns:a16="http://schemas.microsoft.com/office/drawing/2014/main" val="1976257687"/>
                  </a:ext>
                </a:extLst>
              </a:tr>
              <a:tr h="370840">
                <a:tc>
                  <a:txBody>
                    <a:bodyPr/>
                    <a:lstStyle/>
                    <a:p>
                      <a:r>
                        <a:rPr lang="de-DE" dirty="0"/>
                        <a:t>keine standardisierte Scope-Logik</a:t>
                      </a:r>
                    </a:p>
                  </a:txBody>
                  <a:tcPr/>
                </a:tc>
                <a:tc>
                  <a:txBody>
                    <a:bodyPr/>
                    <a:lstStyle/>
                    <a:p>
                      <a:r>
                        <a:rPr lang="de-DE" dirty="0"/>
                        <a:t>Scopes und Token-Lebensdauer</a:t>
                      </a:r>
                    </a:p>
                  </a:txBody>
                  <a:tcPr/>
                </a:tc>
                <a:extLst>
                  <a:ext uri="{0D108BD9-81ED-4DB2-BD59-A6C34878D82A}">
                    <a16:rowId xmlns:a16="http://schemas.microsoft.com/office/drawing/2014/main" val="3337324583"/>
                  </a:ext>
                </a:extLst>
              </a:tr>
            </a:tbl>
          </a:graphicData>
        </a:graphic>
      </p:graphicFrame>
    </p:spTree>
    <p:extLst>
      <p:ext uri="{BB962C8B-B14F-4D97-AF65-F5344CB8AC3E}">
        <p14:creationId xmlns:p14="http://schemas.microsoft.com/office/powerpoint/2010/main" val="37413334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27871B-274C-4569-1BBA-CF702A4BDE0D}"/>
              </a:ext>
            </a:extLst>
          </p:cNvPr>
          <p:cNvSpPr>
            <a:spLocks noGrp="1"/>
          </p:cNvSpPr>
          <p:nvPr>
            <p:ph type="title"/>
          </p:nvPr>
        </p:nvSpPr>
        <p:spPr/>
        <p:txBody>
          <a:bodyPr/>
          <a:lstStyle/>
          <a:p>
            <a:r>
              <a:rPr lang="de-DE" dirty="0"/>
              <a:t>API-Aufrufe steuern</a:t>
            </a:r>
          </a:p>
        </p:txBody>
      </p:sp>
      <p:sp>
        <p:nvSpPr>
          <p:cNvPr id="3" name="Inhaltsplatzhalter 2">
            <a:extLst>
              <a:ext uri="{FF2B5EF4-FFF2-40B4-BE49-F238E27FC236}">
                <a16:creationId xmlns:a16="http://schemas.microsoft.com/office/drawing/2014/main" id="{273D3C57-82D4-9EBE-9550-30DAC098D4BF}"/>
              </a:ext>
            </a:extLst>
          </p:cNvPr>
          <p:cNvSpPr>
            <a:spLocks noGrp="1"/>
          </p:cNvSpPr>
          <p:nvPr>
            <p:ph idx="1"/>
          </p:nvPr>
        </p:nvSpPr>
        <p:spPr/>
        <p:txBody>
          <a:bodyPr/>
          <a:lstStyle/>
          <a:p>
            <a:r>
              <a:rPr lang="de-DE" dirty="0"/>
              <a:t>Drei unterschiedliche Schutzmechanismen</a:t>
            </a:r>
          </a:p>
          <a:p>
            <a:r>
              <a:rPr lang="de-DE" dirty="0" err="1"/>
              <a:t>Quota</a:t>
            </a:r>
            <a:endParaRPr lang="de-DE" dirty="0"/>
          </a:p>
          <a:p>
            <a:r>
              <a:rPr lang="de-DE" dirty="0"/>
              <a:t>Spike Arrest</a:t>
            </a:r>
          </a:p>
          <a:p>
            <a:r>
              <a:rPr lang="de-DE" dirty="0"/>
              <a:t>Sinnvolle Grenzwerte</a:t>
            </a:r>
          </a:p>
          <a:p>
            <a:r>
              <a:rPr lang="de-DE" dirty="0"/>
              <a:t>Verantwortung des API-Konsumenten</a:t>
            </a:r>
          </a:p>
        </p:txBody>
      </p:sp>
    </p:spTree>
    <p:extLst>
      <p:ext uri="{BB962C8B-B14F-4D97-AF65-F5344CB8AC3E}">
        <p14:creationId xmlns:p14="http://schemas.microsoft.com/office/powerpoint/2010/main" val="20013023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C19C46-B127-4505-DD4D-68231DDC8457}"/>
              </a:ext>
            </a:extLst>
          </p:cNvPr>
          <p:cNvSpPr>
            <a:spLocks noGrp="1"/>
          </p:cNvSpPr>
          <p:nvPr>
            <p:ph type="title"/>
          </p:nvPr>
        </p:nvSpPr>
        <p:spPr/>
        <p:txBody>
          <a:bodyPr/>
          <a:lstStyle/>
          <a:p>
            <a:r>
              <a:rPr lang="de-DE" dirty="0"/>
              <a:t>Drei unterschiedliche Schutzmechanismen</a:t>
            </a:r>
          </a:p>
        </p:txBody>
      </p:sp>
      <p:graphicFrame>
        <p:nvGraphicFramePr>
          <p:cNvPr id="4" name="Inhaltsplatzhalter 3">
            <a:extLst>
              <a:ext uri="{FF2B5EF4-FFF2-40B4-BE49-F238E27FC236}">
                <a16:creationId xmlns:a16="http://schemas.microsoft.com/office/drawing/2014/main" id="{7CD3C97C-13EF-ED13-3A0F-0D6BC811BF47}"/>
              </a:ext>
            </a:extLst>
          </p:cNvPr>
          <p:cNvGraphicFramePr>
            <a:graphicFrameLocks noGrp="1"/>
          </p:cNvGraphicFramePr>
          <p:nvPr>
            <p:ph idx="1"/>
            <p:extLst>
              <p:ext uri="{D42A27DB-BD31-4B8C-83A1-F6EECF244321}">
                <p14:modId xmlns:p14="http://schemas.microsoft.com/office/powerpoint/2010/main" val="487275672"/>
              </p:ext>
            </p:extLst>
          </p:nvPr>
        </p:nvGraphicFramePr>
        <p:xfrm>
          <a:off x="838200" y="1825625"/>
          <a:ext cx="10515597" cy="1483360"/>
        </p:xfrm>
        <a:graphic>
          <a:graphicData uri="http://schemas.openxmlformats.org/drawingml/2006/table">
            <a:tbl>
              <a:tblPr firstRow="1" bandRow="1">
                <a:tableStyleId>{5C22544A-7EE6-4342-B048-85BDC9FD1C3A}</a:tableStyleId>
              </a:tblPr>
              <a:tblGrid>
                <a:gridCol w="2024921">
                  <a:extLst>
                    <a:ext uri="{9D8B030D-6E8A-4147-A177-3AD203B41FA5}">
                      <a16:colId xmlns:a16="http://schemas.microsoft.com/office/drawing/2014/main" val="1918437607"/>
                    </a:ext>
                  </a:extLst>
                </a:gridCol>
                <a:gridCol w="4985477">
                  <a:extLst>
                    <a:ext uri="{9D8B030D-6E8A-4147-A177-3AD203B41FA5}">
                      <a16:colId xmlns:a16="http://schemas.microsoft.com/office/drawing/2014/main" val="1575948612"/>
                    </a:ext>
                  </a:extLst>
                </a:gridCol>
                <a:gridCol w="3505199">
                  <a:extLst>
                    <a:ext uri="{9D8B030D-6E8A-4147-A177-3AD203B41FA5}">
                      <a16:colId xmlns:a16="http://schemas.microsoft.com/office/drawing/2014/main" val="124283307"/>
                    </a:ext>
                  </a:extLst>
                </a:gridCol>
              </a:tblGrid>
              <a:tr h="370840">
                <a:tc>
                  <a:txBody>
                    <a:bodyPr/>
                    <a:lstStyle/>
                    <a:p>
                      <a:r>
                        <a:rPr lang="de-DE" dirty="0"/>
                        <a:t>Policy</a:t>
                      </a:r>
                    </a:p>
                  </a:txBody>
                  <a:tcPr/>
                </a:tc>
                <a:tc>
                  <a:txBody>
                    <a:bodyPr/>
                    <a:lstStyle/>
                    <a:p>
                      <a:r>
                        <a:rPr lang="de-DE" dirty="0"/>
                        <a:t>Leitfrage</a:t>
                      </a:r>
                    </a:p>
                  </a:txBody>
                  <a:tcPr/>
                </a:tc>
                <a:tc>
                  <a:txBody>
                    <a:bodyPr/>
                    <a:lstStyle/>
                    <a:p>
                      <a:r>
                        <a:rPr lang="de-DE" dirty="0"/>
                        <a:t>Schützt vor</a:t>
                      </a:r>
                    </a:p>
                  </a:txBody>
                  <a:tcPr/>
                </a:tc>
                <a:extLst>
                  <a:ext uri="{0D108BD9-81ED-4DB2-BD59-A6C34878D82A}">
                    <a16:rowId xmlns:a16="http://schemas.microsoft.com/office/drawing/2014/main" val="3115258778"/>
                  </a:ext>
                </a:extLst>
              </a:tr>
              <a:tr h="370840">
                <a:tc>
                  <a:txBody>
                    <a:bodyPr/>
                    <a:lstStyle/>
                    <a:p>
                      <a:r>
                        <a:rPr lang="de-DE" dirty="0" err="1"/>
                        <a:t>Verify</a:t>
                      </a:r>
                      <a:r>
                        <a:rPr lang="de-DE" dirty="0"/>
                        <a:t> API Key</a:t>
                      </a:r>
                    </a:p>
                  </a:txBody>
                  <a:tcPr/>
                </a:tc>
                <a:tc>
                  <a:txBody>
                    <a:bodyPr/>
                    <a:lstStyle/>
                    <a:p>
                      <a:r>
                        <a:rPr lang="de-DE" dirty="0"/>
                        <a:t>Wer ruft auf?</a:t>
                      </a:r>
                    </a:p>
                  </a:txBody>
                  <a:tcPr/>
                </a:tc>
                <a:tc>
                  <a:txBody>
                    <a:bodyPr/>
                    <a:lstStyle/>
                    <a:p>
                      <a:r>
                        <a:rPr lang="de-DE" dirty="0"/>
                        <a:t>unbekannten Anwendungen</a:t>
                      </a:r>
                    </a:p>
                  </a:txBody>
                  <a:tcPr/>
                </a:tc>
                <a:extLst>
                  <a:ext uri="{0D108BD9-81ED-4DB2-BD59-A6C34878D82A}">
                    <a16:rowId xmlns:a16="http://schemas.microsoft.com/office/drawing/2014/main" val="505681607"/>
                  </a:ext>
                </a:extLst>
              </a:tr>
              <a:tr h="370840">
                <a:tc>
                  <a:txBody>
                    <a:bodyPr/>
                    <a:lstStyle/>
                    <a:p>
                      <a:r>
                        <a:rPr lang="de-DE" dirty="0" err="1"/>
                        <a:t>Quota</a:t>
                      </a:r>
                      <a:endParaRPr lang="de-DE" dirty="0"/>
                    </a:p>
                  </a:txBody>
                  <a:tcPr/>
                </a:tc>
                <a:tc>
                  <a:txBody>
                    <a:bodyPr/>
                    <a:lstStyle/>
                    <a:p>
                      <a:r>
                        <a:rPr lang="de-DE" dirty="0"/>
                        <a:t>Wie viel darf genutzt werden?</a:t>
                      </a:r>
                    </a:p>
                  </a:txBody>
                  <a:tcPr/>
                </a:tc>
                <a:tc>
                  <a:txBody>
                    <a:bodyPr/>
                    <a:lstStyle/>
                    <a:p>
                      <a:r>
                        <a:rPr lang="de-DE" dirty="0"/>
                        <a:t>übermäßiger Nutzung</a:t>
                      </a:r>
                    </a:p>
                  </a:txBody>
                  <a:tcPr/>
                </a:tc>
                <a:extLst>
                  <a:ext uri="{0D108BD9-81ED-4DB2-BD59-A6C34878D82A}">
                    <a16:rowId xmlns:a16="http://schemas.microsoft.com/office/drawing/2014/main" val="4290677814"/>
                  </a:ext>
                </a:extLst>
              </a:tr>
              <a:tr h="370840">
                <a:tc>
                  <a:txBody>
                    <a:bodyPr/>
                    <a:lstStyle/>
                    <a:p>
                      <a:r>
                        <a:rPr lang="de-DE" dirty="0"/>
                        <a:t>Spike Arrest</a:t>
                      </a:r>
                    </a:p>
                  </a:txBody>
                  <a:tcPr/>
                </a:tc>
                <a:tc>
                  <a:txBody>
                    <a:bodyPr/>
                    <a:lstStyle/>
                    <a:p>
                      <a:r>
                        <a:rPr lang="de-DE" dirty="0"/>
                        <a:t>Wie schnell darf aufgerufen werden?</a:t>
                      </a:r>
                    </a:p>
                  </a:txBody>
                  <a:tcPr/>
                </a:tc>
                <a:tc>
                  <a:txBody>
                    <a:bodyPr/>
                    <a:lstStyle/>
                    <a:p>
                      <a:r>
                        <a:rPr lang="de-DE" dirty="0"/>
                        <a:t>kurzfristigen Lastspitzen</a:t>
                      </a:r>
                    </a:p>
                  </a:txBody>
                  <a:tcPr/>
                </a:tc>
                <a:extLst>
                  <a:ext uri="{0D108BD9-81ED-4DB2-BD59-A6C34878D82A}">
                    <a16:rowId xmlns:a16="http://schemas.microsoft.com/office/drawing/2014/main" val="1160257612"/>
                  </a:ext>
                </a:extLst>
              </a:tr>
            </a:tbl>
          </a:graphicData>
        </a:graphic>
      </p:graphicFrame>
    </p:spTree>
    <p:extLst>
      <p:ext uri="{BB962C8B-B14F-4D97-AF65-F5344CB8AC3E}">
        <p14:creationId xmlns:p14="http://schemas.microsoft.com/office/powerpoint/2010/main" val="22127024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D75291-8E20-648E-057B-2CCC0007EC7F}"/>
              </a:ext>
            </a:extLst>
          </p:cNvPr>
          <p:cNvSpPr>
            <a:spLocks noGrp="1"/>
          </p:cNvSpPr>
          <p:nvPr>
            <p:ph type="title"/>
          </p:nvPr>
        </p:nvSpPr>
        <p:spPr/>
        <p:txBody>
          <a:bodyPr/>
          <a:lstStyle/>
          <a:p>
            <a:r>
              <a:rPr lang="de-DE" dirty="0" err="1"/>
              <a:t>Quota</a:t>
            </a:r>
            <a:r>
              <a:rPr lang="de-DE" dirty="0"/>
              <a:t>: Nutzung über einen Zeitraum begrenze</a:t>
            </a:r>
          </a:p>
        </p:txBody>
      </p:sp>
      <p:sp>
        <p:nvSpPr>
          <p:cNvPr id="3" name="Inhaltsplatzhalter 2">
            <a:extLst>
              <a:ext uri="{FF2B5EF4-FFF2-40B4-BE49-F238E27FC236}">
                <a16:creationId xmlns:a16="http://schemas.microsoft.com/office/drawing/2014/main" id="{E6EBE737-E0D5-3015-0E6E-2A82729EAB05}"/>
              </a:ext>
            </a:extLst>
          </p:cNvPr>
          <p:cNvSpPr>
            <a:spLocks noGrp="1"/>
          </p:cNvSpPr>
          <p:nvPr>
            <p:ph idx="1"/>
          </p:nvPr>
        </p:nvSpPr>
        <p:spPr/>
        <p:txBody>
          <a:bodyPr>
            <a:normAutofit fontScale="92500" lnSpcReduction="10000"/>
          </a:bodyPr>
          <a:lstStyle/>
          <a:p>
            <a:pPr marL="0" indent="0">
              <a:buNone/>
            </a:pPr>
            <a:r>
              <a:rPr lang="de-DE" dirty="0"/>
              <a:t>Beispiele:</a:t>
            </a:r>
          </a:p>
          <a:p>
            <a:pPr marL="457200" lvl="1" indent="0">
              <a:buNone/>
            </a:pPr>
            <a:r>
              <a:rPr lang="de-DE" dirty="0"/>
              <a:t>1.000 Requests pro Stunde, 10.000 Requests pro Tag, 100.000 Requests pro Monat</a:t>
            </a:r>
          </a:p>
          <a:p>
            <a:pPr marL="0" indent="0">
              <a:buNone/>
            </a:pPr>
            <a:r>
              <a:rPr lang="de-DE" dirty="0" err="1"/>
              <a:t>Quota</a:t>
            </a:r>
            <a:r>
              <a:rPr lang="de-DE" dirty="0"/>
              <a:t> beantwortet:</a:t>
            </a:r>
          </a:p>
          <a:p>
            <a:pPr marL="457200" lvl="1" indent="0">
              <a:buNone/>
            </a:pPr>
            <a:r>
              <a:rPr lang="de-DE" dirty="0"/>
              <a:t>Wie viele Requests sind innerhalb eines Zeitraums erlaubt?</a:t>
            </a:r>
          </a:p>
          <a:p>
            <a:pPr marL="0" indent="0">
              <a:buNone/>
            </a:pPr>
            <a:r>
              <a:rPr lang="de-DE" dirty="0"/>
              <a:t>Typische Einsatzfälle:</a:t>
            </a:r>
          </a:p>
          <a:p>
            <a:r>
              <a:rPr lang="de-DE" dirty="0"/>
              <a:t>vertraglich vereinbarte Nutzung </a:t>
            </a:r>
          </a:p>
          <a:p>
            <a:r>
              <a:rPr lang="de-DE" dirty="0"/>
              <a:t>unterschiedliche Tarifstufen </a:t>
            </a:r>
          </a:p>
          <a:p>
            <a:r>
              <a:rPr lang="de-DE" dirty="0"/>
              <a:t>Begrenzung je Anwendung </a:t>
            </a:r>
          </a:p>
          <a:p>
            <a:r>
              <a:rPr lang="de-DE" dirty="0"/>
              <a:t>Schutz vor dauerhaftem Missbrauch </a:t>
            </a:r>
          </a:p>
          <a:p>
            <a:r>
              <a:rPr lang="de-DE" dirty="0"/>
              <a:t>Kostenkontrolle</a:t>
            </a:r>
          </a:p>
          <a:p>
            <a:endParaRPr lang="de-DE" dirty="0"/>
          </a:p>
        </p:txBody>
      </p:sp>
    </p:spTree>
    <p:extLst>
      <p:ext uri="{BB962C8B-B14F-4D97-AF65-F5344CB8AC3E}">
        <p14:creationId xmlns:p14="http://schemas.microsoft.com/office/powerpoint/2010/main" val="8564051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C680C7-E088-D77C-D5E8-864A0FA62BFE}"/>
              </a:ext>
            </a:extLst>
          </p:cNvPr>
          <p:cNvSpPr>
            <a:spLocks noGrp="1"/>
          </p:cNvSpPr>
          <p:nvPr>
            <p:ph type="title"/>
          </p:nvPr>
        </p:nvSpPr>
        <p:spPr/>
        <p:txBody>
          <a:bodyPr/>
          <a:lstStyle/>
          <a:p>
            <a:r>
              <a:rPr lang="de-DE" dirty="0"/>
              <a:t>Spike Arrest: Aufrufrate glätten</a:t>
            </a:r>
          </a:p>
        </p:txBody>
      </p:sp>
      <p:sp>
        <p:nvSpPr>
          <p:cNvPr id="3" name="Inhaltsplatzhalter 2">
            <a:extLst>
              <a:ext uri="{FF2B5EF4-FFF2-40B4-BE49-F238E27FC236}">
                <a16:creationId xmlns:a16="http://schemas.microsoft.com/office/drawing/2014/main" id="{9F3C4DC5-44DB-D16E-A770-C74DF9EAA026}"/>
              </a:ext>
            </a:extLst>
          </p:cNvPr>
          <p:cNvSpPr>
            <a:spLocks noGrp="1"/>
          </p:cNvSpPr>
          <p:nvPr>
            <p:ph idx="1"/>
          </p:nvPr>
        </p:nvSpPr>
        <p:spPr/>
        <p:txBody>
          <a:bodyPr>
            <a:normAutofit/>
          </a:bodyPr>
          <a:lstStyle/>
          <a:p>
            <a:pPr marL="0" indent="0">
              <a:buNone/>
            </a:pPr>
            <a:r>
              <a:rPr lang="de-DE" dirty="0"/>
              <a:t>Beispiele:</a:t>
            </a:r>
          </a:p>
          <a:p>
            <a:pPr marL="457200" lvl="1" indent="0">
              <a:buNone/>
            </a:pPr>
            <a:r>
              <a:rPr lang="de-DE" dirty="0"/>
              <a:t>10ps = 10 Requests pro Sekunde, 60pm = 60 Requests pro Minute</a:t>
            </a:r>
          </a:p>
          <a:p>
            <a:pPr marL="0" indent="0">
              <a:buNone/>
            </a:pPr>
            <a:r>
              <a:rPr lang="de-DE" dirty="0"/>
              <a:t>Spike Arrest beantwortet:</a:t>
            </a:r>
          </a:p>
          <a:p>
            <a:pPr marL="457200" lvl="1" indent="0">
              <a:buNone/>
            </a:pPr>
            <a:r>
              <a:rPr lang="de-DE" dirty="0"/>
              <a:t>Wie schnell dürfen Requests eintreffen?</a:t>
            </a:r>
          </a:p>
          <a:p>
            <a:pPr marL="0" indent="0">
              <a:buNone/>
            </a:pPr>
            <a:r>
              <a:rPr lang="de-DE" dirty="0"/>
              <a:t>Schützt vor:</a:t>
            </a:r>
          </a:p>
          <a:p>
            <a:r>
              <a:rPr lang="de-DE" dirty="0"/>
              <a:t>plötzlichen Request-Spitzen </a:t>
            </a:r>
          </a:p>
          <a:p>
            <a:r>
              <a:rPr lang="de-DE" dirty="0"/>
              <a:t>fehlerhaften Schleifen </a:t>
            </a:r>
          </a:p>
          <a:p>
            <a:r>
              <a:rPr lang="de-DE" dirty="0"/>
              <a:t>aggressiven Parallelaufrufen </a:t>
            </a:r>
          </a:p>
          <a:p>
            <a:r>
              <a:rPr lang="de-DE" dirty="0"/>
              <a:t>Überlastung des </a:t>
            </a:r>
            <a:r>
              <a:rPr lang="de-DE" dirty="0" err="1"/>
              <a:t>Backends</a:t>
            </a:r>
            <a:endParaRPr lang="de-DE" dirty="0"/>
          </a:p>
          <a:p>
            <a:endParaRPr lang="de-DE" dirty="0"/>
          </a:p>
        </p:txBody>
      </p:sp>
    </p:spTree>
    <p:extLst>
      <p:ext uri="{BB962C8B-B14F-4D97-AF65-F5344CB8AC3E}">
        <p14:creationId xmlns:p14="http://schemas.microsoft.com/office/powerpoint/2010/main" val="12202694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1B81FA-4021-4C59-81C3-8A362BE723AC}"/>
              </a:ext>
            </a:extLst>
          </p:cNvPr>
          <p:cNvSpPr>
            <a:spLocks noGrp="1"/>
          </p:cNvSpPr>
          <p:nvPr>
            <p:ph type="title"/>
          </p:nvPr>
        </p:nvSpPr>
        <p:spPr/>
        <p:txBody>
          <a:bodyPr/>
          <a:lstStyle/>
          <a:p>
            <a:r>
              <a:rPr lang="de-DE" dirty="0"/>
              <a:t>Wo werden die </a:t>
            </a:r>
            <a:r>
              <a:rPr lang="de-DE" dirty="0" err="1"/>
              <a:t>Policies</a:t>
            </a:r>
            <a:r>
              <a:rPr lang="de-DE" dirty="0"/>
              <a:t> ausgeführt?</a:t>
            </a:r>
          </a:p>
        </p:txBody>
      </p:sp>
      <p:sp>
        <p:nvSpPr>
          <p:cNvPr id="3" name="Inhaltsplatzhalter 2">
            <a:extLst>
              <a:ext uri="{FF2B5EF4-FFF2-40B4-BE49-F238E27FC236}">
                <a16:creationId xmlns:a16="http://schemas.microsoft.com/office/drawing/2014/main" id="{0843C823-B2D6-1D11-ECF8-8DA027110B37}"/>
              </a:ext>
            </a:extLst>
          </p:cNvPr>
          <p:cNvSpPr>
            <a:spLocks noGrp="1"/>
          </p:cNvSpPr>
          <p:nvPr>
            <p:ph sz="half" idx="1"/>
          </p:nvPr>
        </p:nvSpPr>
        <p:spPr/>
        <p:txBody>
          <a:bodyPr>
            <a:normAutofit/>
          </a:bodyPr>
          <a:lstStyle/>
          <a:p>
            <a:pPr marL="0" indent="0">
              <a:buNone/>
            </a:pPr>
            <a:r>
              <a:rPr lang="de-DE" sz="2000" dirty="0" err="1">
                <a:latin typeface="Courier New" panose="02070309020205020404" pitchFamily="49" charset="0"/>
                <a:cs typeface="Courier New" panose="02070309020205020404" pitchFamily="49" charset="0"/>
              </a:rPr>
              <a:t>ProxyEndpoint</a:t>
            </a:r>
            <a:r>
              <a:rPr lang="de-DE" sz="2000" dirty="0">
                <a:latin typeface="Courier New" panose="02070309020205020404" pitchFamily="49" charset="0"/>
                <a:cs typeface="Courier New" panose="02070309020205020404" pitchFamily="49" charset="0"/>
              </a:rPr>
              <a:t> </a:t>
            </a:r>
          </a:p>
          <a:p>
            <a:pPr marL="0" indent="0">
              <a:buNone/>
            </a:pPr>
            <a:r>
              <a:rPr lang="de-DE" sz="2000" dirty="0">
                <a:latin typeface="Courier New" panose="02070309020205020404" pitchFamily="49" charset="0"/>
                <a:cs typeface="Courier New" panose="02070309020205020404" pitchFamily="49" charset="0"/>
              </a:rPr>
              <a:t>└─ Request</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a:t>
            </a:r>
            <a:r>
              <a:rPr lang="de-DE" sz="2000" dirty="0" err="1">
                <a:latin typeface="Courier New" panose="02070309020205020404" pitchFamily="49" charset="0"/>
                <a:cs typeface="Courier New" panose="02070309020205020404" pitchFamily="49" charset="0"/>
              </a:rPr>
              <a:t>PreFlow</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a:t>
            </a:r>
            <a:r>
              <a:rPr lang="de-DE" sz="2000" dirty="0" err="1">
                <a:latin typeface="Courier New" panose="02070309020205020404" pitchFamily="49" charset="0"/>
                <a:cs typeface="Courier New" panose="02070309020205020404" pitchFamily="49" charset="0"/>
              </a:rPr>
              <a:t>Verify</a:t>
            </a:r>
            <a:r>
              <a:rPr lang="de-DE" sz="2000" dirty="0">
                <a:latin typeface="Courier New" panose="02070309020205020404" pitchFamily="49" charset="0"/>
                <a:cs typeface="Courier New" panose="02070309020205020404" pitchFamily="49" charset="0"/>
              </a:rPr>
              <a:t> API Key</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Spike Arrest</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a:t>
            </a:r>
            <a:r>
              <a:rPr lang="de-DE" sz="2000" dirty="0" err="1">
                <a:latin typeface="Courier New" panose="02070309020205020404" pitchFamily="49" charset="0"/>
                <a:cs typeface="Courier New" panose="02070309020205020404" pitchFamily="49" charset="0"/>
              </a:rPr>
              <a:t>Quota</a:t>
            </a:r>
            <a:br>
              <a:rPr lang="de-DE" sz="2000" dirty="0">
                <a:latin typeface="Courier New" panose="02070309020205020404" pitchFamily="49" charset="0"/>
                <a:cs typeface="Courier New" panose="02070309020205020404" pitchFamily="49" charset="0"/>
              </a:rPr>
            </a:br>
            <a:r>
              <a:rPr lang="de-DE" sz="2000" dirty="0" err="1">
                <a:latin typeface="Courier New" panose="02070309020205020404" pitchFamily="49" charset="0"/>
                <a:cs typeface="Courier New" panose="02070309020205020404" pitchFamily="49" charset="0"/>
              </a:rPr>
              <a:t>TargetEndpoint</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Request</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a:t>
            </a:r>
            <a:r>
              <a:rPr lang="de-DE" sz="2000" dirty="0" err="1">
                <a:latin typeface="Courier New" panose="02070309020205020404" pitchFamily="49" charset="0"/>
                <a:cs typeface="Courier New" panose="02070309020205020404" pitchFamily="49" charset="0"/>
              </a:rPr>
              <a:t>PreFlow</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KVM lesen</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Basic Authentication</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Header setzen</a:t>
            </a:r>
            <a:br>
              <a:rPr lang="de-DE" sz="2000" dirty="0">
                <a:latin typeface="Courier New" panose="02070309020205020404" pitchFamily="49" charset="0"/>
                <a:cs typeface="Courier New" panose="02070309020205020404" pitchFamily="49" charset="0"/>
              </a:rPr>
            </a:br>
            <a:r>
              <a:rPr lang="de-DE" sz="2000" dirty="0">
                <a:latin typeface="Courier New" panose="02070309020205020404" pitchFamily="49" charset="0"/>
                <a:cs typeface="Courier New" panose="02070309020205020404" pitchFamily="49" charset="0"/>
              </a:rPr>
              <a:t>      └─ CSRF behandeln</a:t>
            </a:r>
          </a:p>
        </p:txBody>
      </p:sp>
      <p:sp>
        <p:nvSpPr>
          <p:cNvPr id="4" name="Inhaltsplatzhalter 3">
            <a:extLst>
              <a:ext uri="{FF2B5EF4-FFF2-40B4-BE49-F238E27FC236}">
                <a16:creationId xmlns:a16="http://schemas.microsoft.com/office/drawing/2014/main" id="{6C23CB3C-435A-4F87-AEC7-BC37F734522A}"/>
              </a:ext>
            </a:extLst>
          </p:cNvPr>
          <p:cNvSpPr>
            <a:spLocks noGrp="1"/>
          </p:cNvSpPr>
          <p:nvPr>
            <p:ph sz="half" idx="2"/>
          </p:nvPr>
        </p:nvSpPr>
        <p:spPr>
          <a:xfrm>
            <a:off x="5441430" y="1825625"/>
            <a:ext cx="5912370" cy="4351338"/>
          </a:xfrm>
        </p:spPr>
        <p:txBody>
          <a:bodyPr>
            <a:normAutofit/>
          </a:bodyPr>
          <a:lstStyle/>
          <a:p>
            <a:pPr marL="0" indent="0">
              <a:buNone/>
            </a:pPr>
            <a:r>
              <a:rPr lang="de-DE" dirty="0"/>
              <a:t>Warum diese Reihenfolge?</a:t>
            </a:r>
          </a:p>
          <a:p>
            <a:r>
              <a:rPr lang="de-DE" dirty="0"/>
              <a:t>zuerst Anwendung identifizieren </a:t>
            </a:r>
          </a:p>
          <a:p>
            <a:r>
              <a:rPr lang="de-DE" dirty="0"/>
              <a:t>unbekannte Anwendungen früh ablehnen </a:t>
            </a:r>
          </a:p>
          <a:p>
            <a:r>
              <a:rPr lang="de-DE" dirty="0"/>
              <a:t>kurzfristige Last begrenzen </a:t>
            </a:r>
          </a:p>
          <a:p>
            <a:r>
              <a:rPr lang="de-DE" dirty="0"/>
              <a:t>Kontingent der bekannten Anwendung prüfen </a:t>
            </a:r>
          </a:p>
          <a:p>
            <a:r>
              <a:rPr lang="de-DE" dirty="0"/>
              <a:t>Backend nur bei erfolgreicher Prüfung aufrufen</a:t>
            </a:r>
          </a:p>
          <a:p>
            <a:endParaRPr lang="de-DE" dirty="0"/>
          </a:p>
        </p:txBody>
      </p:sp>
    </p:spTree>
    <p:extLst>
      <p:ext uri="{BB962C8B-B14F-4D97-AF65-F5344CB8AC3E}">
        <p14:creationId xmlns:p14="http://schemas.microsoft.com/office/powerpoint/2010/main" val="34617347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84BBB4-E4BD-7E56-9F7D-F7E63287E33B}"/>
              </a:ext>
            </a:extLst>
          </p:cNvPr>
          <p:cNvSpPr>
            <a:spLocks noGrp="1"/>
          </p:cNvSpPr>
          <p:nvPr>
            <p:ph type="title"/>
          </p:nvPr>
        </p:nvSpPr>
        <p:spPr/>
        <p:txBody>
          <a:bodyPr/>
          <a:lstStyle/>
          <a:p>
            <a:r>
              <a:rPr lang="de-DE" dirty="0"/>
              <a:t>Gemeinsame oder getrennte </a:t>
            </a:r>
            <a:r>
              <a:rPr lang="de-DE" dirty="0" err="1"/>
              <a:t>Quota</a:t>
            </a:r>
            <a:r>
              <a:rPr lang="de-DE" dirty="0"/>
              <a:t>?</a:t>
            </a:r>
          </a:p>
        </p:txBody>
      </p:sp>
      <p:sp>
        <p:nvSpPr>
          <p:cNvPr id="4" name="Textplatzhalter 3">
            <a:extLst>
              <a:ext uri="{FF2B5EF4-FFF2-40B4-BE49-F238E27FC236}">
                <a16:creationId xmlns:a16="http://schemas.microsoft.com/office/drawing/2014/main" id="{85E6DA13-C9BC-B2B7-F643-2165EBFB1258}"/>
              </a:ext>
            </a:extLst>
          </p:cNvPr>
          <p:cNvSpPr>
            <a:spLocks noGrp="1"/>
          </p:cNvSpPr>
          <p:nvPr>
            <p:ph type="body" idx="1"/>
          </p:nvPr>
        </p:nvSpPr>
        <p:spPr/>
        <p:txBody>
          <a:bodyPr/>
          <a:lstStyle/>
          <a:p>
            <a:r>
              <a:rPr lang="de-DE" dirty="0"/>
              <a:t>Ohne Identifier</a:t>
            </a:r>
          </a:p>
        </p:txBody>
      </p:sp>
      <p:sp>
        <p:nvSpPr>
          <p:cNvPr id="5" name="Inhaltsplatzhalter 4">
            <a:extLst>
              <a:ext uri="{FF2B5EF4-FFF2-40B4-BE49-F238E27FC236}">
                <a16:creationId xmlns:a16="http://schemas.microsoft.com/office/drawing/2014/main" id="{887DC6EA-1CF2-6B32-242E-1732EEC65837}"/>
              </a:ext>
            </a:extLst>
          </p:cNvPr>
          <p:cNvSpPr>
            <a:spLocks noGrp="1"/>
          </p:cNvSpPr>
          <p:nvPr>
            <p:ph sz="half" idx="2"/>
          </p:nvPr>
        </p:nvSpPr>
        <p:spPr/>
        <p:txBody>
          <a:bodyPr/>
          <a:lstStyle/>
          <a:p>
            <a:pPr marL="0" indent="0">
              <a:buNone/>
            </a:pPr>
            <a:r>
              <a:rPr lang="de-DE" dirty="0"/>
              <a:t>Alle Anwendungen verwenden einen gemeinsamen Quotenzähler</a:t>
            </a:r>
          </a:p>
        </p:txBody>
      </p:sp>
      <p:sp>
        <p:nvSpPr>
          <p:cNvPr id="6" name="Textplatzhalter 5">
            <a:extLst>
              <a:ext uri="{FF2B5EF4-FFF2-40B4-BE49-F238E27FC236}">
                <a16:creationId xmlns:a16="http://schemas.microsoft.com/office/drawing/2014/main" id="{3AC6DC6F-79E9-C730-E6E0-700613953F89}"/>
              </a:ext>
            </a:extLst>
          </p:cNvPr>
          <p:cNvSpPr>
            <a:spLocks noGrp="1"/>
          </p:cNvSpPr>
          <p:nvPr>
            <p:ph type="body" sz="quarter" idx="3"/>
          </p:nvPr>
        </p:nvSpPr>
        <p:spPr/>
        <p:txBody>
          <a:bodyPr/>
          <a:lstStyle/>
          <a:p>
            <a:r>
              <a:rPr lang="de-DE" dirty="0"/>
              <a:t>Mit </a:t>
            </a:r>
            <a:r>
              <a:rPr lang="de-DE" dirty="0" err="1"/>
              <a:t>Application</a:t>
            </a:r>
            <a:r>
              <a:rPr lang="de-DE" dirty="0"/>
              <a:t>-Identifier</a:t>
            </a:r>
          </a:p>
        </p:txBody>
      </p:sp>
      <p:sp>
        <p:nvSpPr>
          <p:cNvPr id="7" name="Inhaltsplatzhalter 6">
            <a:extLst>
              <a:ext uri="{FF2B5EF4-FFF2-40B4-BE49-F238E27FC236}">
                <a16:creationId xmlns:a16="http://schemas.microsoft.com/office/drawing/2014/main" id="{B9508C36-AB0D-792F-CF9E-C1137A82149A}"/>
              </a:ext>
            </a:extLst>
          </p:cNvPr>
          <p:cNvSpPr>
            <a:spLocks noGrp="1"/>
          </p:cNvSpPr>
          <p:nvPr>
            <p:ph sz="quarter" idx="4"/>
          </p:nvPr>
        </p:nvSpPr>
        <p:spPr/>
        <p:txBody>
          <a:bodyPr/>
          <a:lstStyle/>
          <a:p>
            <a:pPr marL="0" indent="0">
              <a:buNone/>
            </a:pPr>
            <a:r>
              <a:rPr lang="de-DE" dirty="0"/>
              <a:t>Jede </a:t>
            </a:r>
            <a:r>
              <a:rPr lang="de-DE" dirty="0" err="1"/>
              <a:t>Application</a:t>
            </a:r>
            <a:r>
              <a:rPr lang="de-DE" dirty="0"/>
              <a:t> verwendet einen eigenen Quotenzähler</a:t>
            </a:r>
          </a:p>
        </p:txBody>
      </p:sp>
      <p:sp>
        <p:nvSpPr>
          <p:cNvPr id="8" name="Inhaltsplatzhalter 6">
            <a:extLst>
              <a:ext uri="{FF2B5EF4-FFF2-40B4-BE49-F238E27FC236}">
                <a16:creationId xmlns:a16="http://schemas.microsoft.com/office/drawing/2014/main" id="{BBEC4B8E-41A4-481D-F8D6-43DB13C50218}"/>
              </a:ext>
            </a:extLst>
          </p:cNvPr>
          <p:cNvSpPr txBox="1">
            <a:spLocks/>
          </p:cNvSpPr>
          <p:nvPr/>
        </p:nvSpPr>
        <p:spPr>
          <a:xfrm>
            <a:off x="836612" y="5921115"/>
            <a:ext cx="10515600" cy="420947"/>
          </a:xfrm>
          <a:prstGeom prst="rect">
            <a:avLst/>
          </a:prstGeom>
        </p:spPr>
        <p:txBody>
          <a:bodyPr vert="horz" lIns="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dirty="0">
                <a:highlight>
                  <a:srgbClr val="FFFF00"/>
                </a:highlight>
              </a:rPr>
              <a:t>Empfehlung: </a:t>
            </a:r>
            <a:r>
              <a:rPr lang="de-DE" dirty="0" err="1">
                <a:highlight>
                  <a:srgbClr val="FFFF00"/>
                </a:highlight>
              </a:rPr>
              <a:t>Quota</a:t>
            </a:r>
            <a:r>
              <a:rPr lang="de-DE" dirty="0">
                <a:highlight>
                  <a:srgbClr val="FFFF00"/>
                </a:highlight>
              </a:rPr>
              <a:t> je </a:t>
            </a:r>
            <a:r>
              <a:rPr lang="de-DE" dirty="0" err="1">
                <a:highlight>
                  <a:srgbClr val="FFFF00"/>
                </a:highlight>
              </a:rPr>
              <a:t>Application</a:t>
            </a:r>
            <a:r>
              <a:rPr lang="de-DE" dirty="0">
                <a:highlight>
                  <a:srgbClr val="FFFF00"/>
                </a:highlight>
              </a:rPr>
              <a:t> beziehungsweise Client ID</a:t>
            </a:r>
          </a:p>
        </p:txBody>
      </p:sp>
    </p:spTree>
    <p:extLst>
      <p:ext uri="{BB962C8B-B14F-4D97-AF65-F5344CB8AC3E}">
        <p14:creationId xmlns:p14="http://schemas.microsoft.com/office/powerpoint/2010/main" val="15149356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E398AD-E16C-DB2D-3A8F-B048E59F6A92}"/>
              </a:ext>
            </a:extLst>
          </p:cNvPr>
          <p:cNvSpPr>
            <a:spLocks noGrp="1"/>
          </p:cNvSpPr>
          <p:nvPr>
            <p:ph type="title"/>
          </p:nvPr>
        </p:nvSpPr>
        <p:spPr/>
        <p:txBody>
          <a:bodyPr/>
          <a:lstStyle/>
          <a:p>
            <a:r>
              <a:rPr lang="de-DE" dirty="0"/>
              <a:t>Flow-Variable der </a:t>
            </a:r>
            <a:r>
              <a:rPr lang="de-DE" dirty="0" err="1"/>
              <a:t>Application</a:t>
            </a:r>
            <a:endParaRPr lang="de-DE" dirty="0"/>
          </a:p>
        </p:txBody>
      </p:sp>
      <p:sp>
        <p:nvSpPr>
          <p:cNvPr id="3" name="Inhaltsplatzhalter 2">
            <a:extLst>
              <a:ext uri="{FF2B5EF4-FFF2-40B4-BE49-F238E27FC236}">
                <a16:creationId xmlns:a16="http://schemas.microsoft.com/office/drawing/2014/main" id="{5E9C7F5B-FFB8-8F5F-B18A-EAAF0230BA8A}"/>
              </a:ext>
            </a:extLst>
          </p:cNvPr>
          <p:cNvSpPr>
            <a:spLocks noGrp="1"/>
          </p:cNvSpPr>
          <p:nvPr>
            <p:ph idx="1"/>
          </p:nvPr>
        </p:nvSpPr>
        <p:spPr/>
        <p:txBody>
          <a:bodyPr/>
          <a:lstStyle/>
          <a:p>
            <a:pPr marL="0" indent="0">
              <a:buNone/>
            </a:pPr>
            <a:r>
              <a:rPr lang="de-DE" dirty="0"/>
              <a:t>Die </a:t>
            </a:r>
            <a:r>
              <a:rPr lang="de-DE" dirty="0" err="1"/>
              <a:t>Verify</a:t>
            </a:r>
            <a:r>
              <a:rPr lang="de-DE" dirty="0"/>
              <a:t>-API-Key-Policy stellt Variablen bereit:</a:t>
            </a:r>
          </a:p>
          <a:p>
            <a:pPr marL="0" indent="0">
              <a:buNone/>
            </a:pPr>
            <a:r>
              <a:rPr lang="de-DE" sz="2400" dirty="0" err="1">
                <a:latin typeface="Courier New" panose="02070309020205020404" pitchFamily="49" charset="0"/>
                <a:cs typeface="Courier New" panose="02070309020205020404" pitchFamily="49" charset="0"/>
              </a:rPr>
              <a:t>verifyapikey</a:t>
            </a:r>
            <a:r>
              <a:rPr lang="de-DE" sz="2400" dirty="0">
                <a:latin typeface="Courier New" panose="02070309020205020404" pitchFamily="49" charset="0"/>
                <a:cs typeface="Courier New" panose="02070309020205020404" pitchFamily="49" charset="0"/>
              </a:rPr>
              <a:t>.&lt;Policy-Name&gt;.</a:t>
            </a:r>
            <a:r>
              <a:rPr lang="de-DE" sz="2400" dirty="0" err="1">
                <a:latin typeface="Courier New" panose="02070309020205020404" pitchFamily="49" charset="0"/>
                <a:cs typeface="Courier New" panose="02070309020205020404" pitchFamily="49" charset="0"/>
              </a:rPr>
              <a:t>client_id</a:t>
            </a:r>
            <a:endParaRPr lang="de-DE" sz="2400" dirty="0">
              <a:latin typeface="Courier New" panose="02070309020205020404" pitchFamily="49" charset="0"/>
              <a:cs typeface="Courier New" panose="02070309020205020404" pitchFamily="49" charset="0"/>
            </a:endParaRPr>
          </a:p>
          <a:p>
            <a:pPr marL="0" indent="0">
              <a:buNone/>
            </a:pPr>
            <a:endParaRPr lang="de-DE" dirty="0"/>
          </a:p>
          <a:p>
            <a:pPr marL="0" indent="0">
              <a:buNone/>
            </a:pPr>
            <a:r>
              <a:rPr lang="de-DE" dirty="0"/>
              <a:t>Bei unserer Policy:</a:t>
            </a:r>
          </a:p>
          <a:p>
            <a:pPr marL="0" indent="0">
              <a:buNone/>
            </a:pPr>
            <a:r>
              <a:rPr lang="de-DE" sz="2400" dirty="0" err="1">
                <a:latin typeface="Courier New" panose="02070309020205020404" pitchFamily="49" charset="0"/>
                <a:cs typeface="Courier New" panose="02070309020205020404" pitchFamily="49" charset="0"/>
              </a:rPr>
              <a:t>verifyapikey.Verify</a:t>
            </a:r>
            <a:r>
              <a:rPr lang="de-DE" sz="2400" dirty="0">
                <a:latin typeface="Courier New" panose="02070309020205020404" pitchFamily="49" charset="0"/>
                <a:cs typeface="Courier New" panose="02070309020205020404" pitchFamily="49" charset="0"/>
              </a:rPr>
              <a:t>-API-</a:t>
            </a:r>
            <a:r>
              <a:rPr lang="de-DE" sz="2400" dirty="0" err="1">
                <a:latin typeface="Courier New" panose="02070309020205020404" pitchFamily="49" charset="0"/>
                <a:cs typeface="Courier New" panose="02070309020205020404" pitchFamily="49" charset="0"/>
              </a:rPr>
              <a:t>Key.client_id</a:t>
            </a:r>
            <a:endParaRPr lang="de-DE" sz="2400" dirty="0">
              <a:latin typeface="Courier New" panose="02070309020205020404" pitchFamily="49" charset="0"/>
              <a:cs typeface="Courier New" panose="02070309020205020404" pitchFamily="49" charset="0"/>
            </a:endParaRPr>
          </a:p>
          <a:p>
            <a:pPr marL="0" indent="0">
              <a:buNone/>
            </a:pPr>
            <a:endParaRPr lang="de-DE" dirty="0"/>
          </a:p>
          <a:p>
            <a:pPr marL="0" indent="0">
              <a:buNone/>
            </a:pPr>
            <a:r>
              <a:rPr lang="de-DE" dirty="0"/>
              <a:t>Verwendung in der </a:t>
            </a:r>
            <a:r>
              <a:rPr lang="de-DE" dirty="0" err="1"/>
              <a:t>Quota</a:t>
            </a:r>
            <a:r>
              <a:rPr lang="de-DE" dirty="0"/>
              <a:t>:</a:t>
            </a:r>
          </a:p>
          <a:p>
            <a:pPr marL="0" indent="0">
              <a:buNone/>
            </a:pPr>
            <a:r>
              <a:rPr lang="de-DE" sz="2400" dirty="0">
                <a:solidFill>
                  <a:schemeClr val="accent1"/>
                </a:solidFill>
                <a:latin typeface="Courier New" panose="02070309020205020404" pitchFamily="49" charset="0"/>
                <a:cs typeface="Courier New" panose="02070309020205020404" pitchFamily="49" charset="0"/>
              </a:rPr>
              <a:t>&lt;Identifier</a:t>
            </a:r>
          </a:p>
          <a:p>
            <a:pPr marL="0" indent="0">
              <a:buNone/>
            </a:pP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ref</a:t>
            </a:r>
            <a:r>
              <a:rPr lang="de-DE" sz="2400" dirty="0">
                <a:latin typeface="Courier New" panose="02070309020205020404" pitchFamily="49" charset="0"/>
                <a:cs typeface="Courier New" panose="02070309020205020404" pitchFamily="49" charset="0"/>
              </a:rPr>
              <a:t>=</a:t>
            </a:r>
            <a:r>
              <a:rPr lang="de-DE" sz="2400" dirty="0">
                <a:solidFill>
                  <a:schemeClr val="accent3"/>
                </a:solidFill>
                <a:latin typeface="Courier New" panose="02070309020205020404" pitchFamily="49" charset="0"/>
                <a:cs typeface="Courier New" panose="02070309020205020404" pitchFamily="49" charset="0"/>
              </a:rPr>
              <a:t>"</a:t>
            </a:r>
            <a:r>
              <a:rPr lang="de-DE" sz="2400" dirty="0" err="1">
                <a:solidFill>
                  <a:schemeClr val="accent3"/>
                </a:solidFill>
                <a:latin typeface="Courier New" panose="02070309020205020404" pitchFamily="49" charset="0"/>
                <a:cs typeface="Courier New" panose="02070309020205020404" pitchFamily="49" charset="0"/>
              </a:rPr>
              <a:t>verifyapikey.Verify</a:t>
            </a:r>
            <a:r>
              <a:rPr lang="de-DE" sz="2400" dirty="0">
                <a:solidFill>
                  <a:schemeClr val="accent3"/>
                </a:solidFill>
                <a:latin typeface="Courier New" panose="02070309020205020404" pitchFamily="49" charset="0"/>
                <a:cs typeface="Courier New" panose="02070309020205020404" pitchFamily="49" charset="0"/>
              </a:rPr>
              <a:t>-API-</a:t>
            </a:r>
            <a:r>
              <a:rPr lang="de-DE" sz="2400" dirty="0" err="1">
                <a:solidFill>
                  <a:schemeClr val="accent3"/>
                </a:solidFill>
                <a:latin typeface="Courier New" panose="02070309020205020404" pitchFamily="49" charset="0"/>
                <a:cs typeface="Courier New" panose="02070309020205020404" pitchFamily="49" charset="0"/>
              </a:rPr>
              <a:t>Key.client_id</a:t>
            </a:r>
            <a:r>
              <a:rPr lang="de-DE" sz="2400" dirty="0">
                <a:solidFill>
                  <a:schemeClr val="accent3"/>
                </a:solidFill>
                <a:latin typeface="Courier New" panose="02070309020205020404" pitchFamily="49" charset="0"/>
                <a:cs typeface="Courier New" panose="02070309020205020404" pitchFamily="49" charset="0"/>
              </a:rPr>
              <a:t>"</a:t>
            </a:r>
            <a:r>
              <a:rPr lang="de-DE" sz="2400" dirty="0">
                <a:solidFill>
                  <a:schemeClr val="accent1"/>
                </a:solidFill>
                <a:latin typeface="Courier New" panose="02070309020205020404" pitchFamily="49" charset="0"/>
                <a:cs typeface="Courier New" panose="02070309020205020404" pitchFamily="49" charset="0"/>
              </a:rPr>
              <a:t>/&gt;</a:t>
            </a:r>
          </a:p>
          <a:p>
            <a:endParaRPr lang="de-DE" dirty="0"/>
          </a:p>
        </p:txBody>
      </p:sp>
    </p:spTree>
    <p:extLst>
      <p:ext uri="{BB962C8B-B14F-4D97-AF65-F5344CB8AC3E}">
        <p14:creationId xmlns:p14="http://schemas.microsoft.com/office/powerpoint/2010/main" val="3528058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651B-936B-5A2A-C067-FDF07C8443F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EA63EB1-276A-424C-1C1D-2452B079652F}"/>
              </a:ext>
            </a:extLst>
          </p:cNvPr>
          <p:cNvSpPr>
            <a:spLocks noGrp="1"/>
          </p:cNvSpPr>
          <p:nvPr>
            <p:ph type="title"/>
          </p:nvPr>
        </p:nvSpPr>
        <p:spPr/>
        <p:txBody>
          <a:bodyPr/>
          <a:lstStyle/>
          <a:p>
            <a:r>
              <a:rPr lang="de-DE" dirty="0"/>
              <a:t>Beispiel: </a:t>
            </a:r>
            <a:r>
              <a:rPr lang="de-DE" dirty="0" err="1"/>
              <a:t>Quota</a:t>
            </a:r>
            <a:r>
              <a:rPr lang="de-DE" dirty="0"/>
              <a:t>-Policy</a:t>
            </a:r>
          </a:p>
        </p:txBody>
      </p:sp>
      <p:sp>
        <p:nvSpPr>
          <p:cNvPr id="3" name="Inhaltsplatzhalter 2">
            <a:extLst>
              <a:ext uri="{FF2B5EF4-FFF2-40B4-BE49-F238E27FC236}">
                <a16:creationId xmlns:a16="http://schemas.microsoft.com/office/drawing/2014/main" id="{DC51FDF6-CF41-9706-F070-D40A17D01081}"/>
              </a:ext>
            </a:extLst>
          </p:cNvPr>
          <p:cNvSpPr>
            <a:spLocks noGrp="1"/>
          </p:cNvSpPr>
          <p:nvPr>
            <p:ph idx="1"/>
          </p:nvPr>
        </p:nvSpPr>
        <p:spPr/>
        <p:txBody>
          <a:bodyPr>
            <a:normAutofit fontScale="70000" lnSpcReduction="20000"/>
          </a:bodyPr>
          <a:lstStyle/>
          <a:p>
            <a:pPr marL="0" indent="0">
              <a:buNone/>
            </a:pP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Quota</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async</a:t>
            </a:r>
            <a:r>
              <a:rPr lang="de-DE" dirty="0">
                <a:latin typeface="Courier New" panose="02070309020205020404" pitchFamily="49" charset="0"/>
                <a:cs typeface="Courier New" panose="02070309020205020404" pitchFamily="49" charset="0"/>
              </a:rPr>
              <a:t>=</a:t>
            </a:r>
            <a:r>
              <a:rPr lang="de-DE" dirty="0">
                <a:solidFill>
                  <a:schemeClr val="accent3"/>
                </a:solidFill>
                <a:latin typeface="Courier New" panose="02070309020205020404" pitchFamily="49" charset="0"/>
                <a:cs typeface="Courier New" panose="02070309020205020404" pitchFamily="49" charset="0"/>
              </a:rPr>
              <a:t>"</a:t>
            </a:r>
            <a:r>
              <a:rPr lang="de-DE" dirty="0" err="1">
                <a:solidFill>
                  <a:schemeClr val="accent3"/>
                </a:solidFill>
                <a:latin typeface="Courier New" panose="02070309020205020404" pitchFamily="49" charset="0"/>
                <a:cs typeface="Courier New" panose="02070309020205020404" pitchFamily="49" charset="0"/>
              </a:rPr>
              <a:t>false</a:t>
            </a:r>
            <a:r>
              <a:rPr lang="de-DE" dirty="0">
                <a:solidFill>
                  <a:schemeClr val="accent3"/>
                </a:solidFill>
                <a:latin typeface="Courier New" panose="02070309020205020404" pitchFamily="49" charset="0"/>
                <a:cs typeface="Courier New" panose="02070309020205020404" pitchFamily="49" charset="0"/>
              </a:rPr>
              <a: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continueOnError</a:t>
            </a:r>
            <a:r>
              <a:rPr lang="de-DE" dirty="0">
                <a:latin typeface="Courier New" panose="02070309020205020404" pitchFamily="49" charset="0"/>
                <a:cs typeface="Courier New" panose="02070309020205020404" pitchFamily="49" charset="0"/>
              </a:rPr>
              <a:t>=</a:t>
            </a:r>
            <a:r>
              <a:rPr lang="de-DE" dirty="0">
                <a:solidFill>
                  <a:schemeClr val="accent3"/>
                </a:solidFill>
                <a:latin typeface="Courier New" panose="02070309020205020404" pitchFamily="49" charset="0"/>
                <a:cs typeface="Courier New" panose="02070309020205020404" pitchFamily="49" charset="0"/>
              </a:rPr>
              <a:t>"</a:t>
            </a:r>
            <a:r>
              <a:rPr lang="de-DE" dirty="0" err="1">
                <a:solidFill>
                  <a:schemeClr val="accent3"/>
                </a:solidFill>
                <a:latin typeface="Courier New" panose="02070309020205020404" pitchFamily="49" charset="0"/>
                <a:cs typeface="Courier New" panose="02070309020205020404" pitchFamily="49" charset="0"/>
              </a:rPr>
              <a:t>false</a:t>
            </a:r>
            <a:r>
              <a:rPr lang="de-DE" dirty="0">
                <a:solidFill>
                  <a:schemeClr val="accent3"/>
                </a:solidFill>
                <a:latin typeface="Courier New" panose="02070309020205020404" pitchFamily="49" charset="0"/>
                <a:cs typeface="Courier New" panose="02070309020205020404" pitchFamily="49" charset="0"/>
              </a:rPr>
              <a: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enabled</a:t>
            </a:r>
            <a:r>
              <a:rPr lang="de-DE" dirty="0">
                <a:latin typeface="Courier New" panose="02070309020205020404" pitchFamily="49" charset="0"/>
                <a:cs typeface="Courier New" panose="02070309020205020404" pitchFamily="49" charset="0"/>
              </a:rPr>
              <a:t>=</a:t>
            </a:r>
            <a:r>
              <a:rPr lang="de-DE" dirty="0">
                <a:solidFill>
                  <a:schemeClr val="accent3"/>
                </a:solidFill>
                <a:latin typeface="Courier New" panose="02070309020205020404" pitchFamily="49" charset="0"/>
                <a:cs typeface="Courier New" panose="02070309020205020404" pitchFamily="49" charset="0"/>
              </a:rPr>
              <a:t>"</a:t>
            </a:r>
            <a:r>
              <a:rPr lang="de-DE" dirty="0" err="1">
                <a:solidFill>
                  <a:schemeClr val="accent3"/>
                </a:solidFill>
                <a:latin typeface="Courier New" panose="02070309020205020404" pitchFamily="49" charset="0"/>
                <a:cs typeface="Courier New" panose="02070309020205020404" pitchFamily="49" charset="0"/>
              </a:rPr>
              <a:t>true</a:t>
            </a:r>
            <a:r>
              <a:rPr lang="de-DE" dirty="0">
                <a:solidFill>
                  <a:schemeClr val="accent3"/>
                </a:solidFill>
                <a:latin typeface="Courier New" panose="02070309020205020404" pitchFamily="49" charset="0"/>
                <a:cs typeface="Courier New" panose="02070309020205020404" pitchFamily="49" charset="0"/>
              </a:rPr>
              <a:t>"</a:t>
            </a:r>
            <a:r>
              <a:rPr lang="de-DE" dirty="0">
                <a:latin typeface="Courier New" panose="02070309020205020404" pitchFamily="49" charset="0"/>
                <a:cs typeface="Courier New" panose="02070309020205020404" pitchFamily="49" charset="0"/>
              </a:rPr>
              <a:t> </a:t>
            </a:r>
          </a:p>
          <a:p>
            <a:pPr marL="0" indent="0">
              <a:buNone/>
            </a:pPr>
            <a:r>
              <a:rPr lang="de-DE" dirty="0">
                <a:latin typeface="Courier New" panose="02070309020205020404" pitchFamily="49" charset="0"/>
                <a:cs typeface="Courier New" panose="02070309020205020404" pitchFamily="49" charset="0"/>
              </a:rPr>
              <a:t>       type=</a:t>
            </a:r>
            <a:r>
              <a:rPr lang="de-DE" dirty="0">
                <a:solidFill>
                  <a:schemeClr val="accent3"/>
                </a:solidFill>
                <a:latin typeface="Courier New" panose="02070309020205020404" pitchFamily="49" charset="0"/>
                <a:cs typeface="Courier New" panose="02070309020205020404" pitchFamily="49" charset="0"/>
              </a:rPr>
              <a:t> "</a:t>
            </a:r>
            <a:r>
              <a:rPr lang="de-DE" dirty="0" err="1">
                <a:solidFill>
                  <a:schemeClr val="accent3"/>
                </a:solidFill>
                <a:latin typeface="Courier New" panose="02070309020205020404" pitchFamily="49" charset="0"/>
                <a:cs typeface="Courier New" panose="02070309020205020404" pitchFamily="49" charset="0"/>
              </a:rPr>
              <a:t>rollingwindow</a:t>
            </a:r>
            <a:r>
              <a:rPr lang="de-DE" dirty="0">
                <a:solidFill>
                  <a:schemeClr val="accent3"/>
                </a:solidFill>
                <a:latin typeface="Courier New" panose="02070309020205020404" pitchFamily="49" charset="0"/>
                <a:cs typeface="Courier New" panose="02070309020205020404" pitchFamily="49" charset="0"/>
              </a:rPr>
              <a: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xmlns</a:t>
            </a:r>
            <a:r>
              <a:rPr lang="de-DE" dirty="0">
                <a:latin typeface="Courier New" panose="02070309020205020404" pitchFamily="49" charset="0"/>
                <a:cs typeface="Courier New" panose="02070309020205020404" pitchFamily="49" charset="0"/>
              </a:rPr>
              <a:t>=</a:t>
            </a:r>
            <a:r>
              <a:rPr lang="de-DE" dirty="0">
                <a:solidFill>
                  <a:schemeClr val="accent3"/>
                </a:solidFill>
                <a:latin typeface="Courier New" panose="02070309020205020404" pitchFamily="49" charset="0"/>
                <a:cs typeface="Courier New" panose="02070309020205020404" pitchFamily="49" charset="0"/>
              </a:rPr>
              <a:t>"http://www.sap.com/apimgmt"</a:t>
            </a:r>
            <a:r>
              <a:rPr lang="de-DE" dirty="0">
                <a:latin typeface="Courier New" panose="02070309020205020404" pitchFamily="49" charset="0"/>
                <a:cs typeface="Courier New" panose="02070309020205020404" pitchFamily="49" charset="0"/>
              </a:rPr>
              <a:t>&gt;</a:t>
            </a:r>
          </a:p>
          <a:p>
            <a:pPr marL="0" indent="0">
              <a:buNone/>
            </a:pPr>
            <a:r>
              <a:rPr lang="de-DE" dirty="0">
                <a:latin typeface="Courier New" panose="02070309020205020404" pitchFamily="49" charset="0"/>
                <a:cs typeface="Courier New" panose="02070309020205020404" pitchFamily="49" charset="0"/>
              </a:rPr>
              <a:t>    </a:t>
            </a:r>
            <a:r>
              <a:rPr lang="de-DE" dirty="0">
                <a:solidFill>
                  <a:schemeClr val="accent1"/>
                </a:solidFill>
                <a:latin typeface="Courier New" panose="02070309020205020404" pitchFamily="49" charset="0"/>
                <a:cs typeface="Courier New" panose="02070309020205020404" pitchFamily="49" charset="0"/>
              </a:rPr>
              <a:t>&lt;Identifier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ref</a:t>
            </a:r>
            <a:r>
              <a:rPr lang="de-DE" dirty="0">
                <a:latin typeface="Courier New" panose="02070309020205020404" pitchFamily="49" charset="0"/>
                <a:cs typeface="Courier New" panose="02070309020205020404" pitchFamily="49" charset="0"/>
              </a:rPr>
              <a:t>=</a:t>
            </a:r>
            <a:r>
              <a:rPr lang="de-DE" dirty="0">
                <a:solidFill>
                  <a:schemeClr val="accent3"/>
                </a:solidFill>
                <a:latin typeface="Courier New" panose="02070309020205020404" pitchFamily="49" charset="0"/>
                <a:cs typeface="Courier New" panose="02070309020205020404" pitchFamily="49" charset="0"/>
              </a:rPr>
              <a:t>"</a:t>
            </a:r>
            <a:r>
              <a:rPr lang="de-DE" dirty="0" err="1">
                <a:solidFill>
                  <a:schemeClr val="accent3"/>
                </a:solidFill>
                <a:latin typeface="Courier New" panose="02070309020205020404" pitchFamily="49" charset="0"/>
                <a:cs typeface="Courier New" panose="02070309020205020404" pitchFamily="49" charset="0"/>
              </a:rPr>
              <a:t>verifyapikey.Verify</a:t>
            </a:r>
            <a:r>
              <a:rPr lang="de-DE" dirty="0">
                <a:solidFill>
                  <a:schemeClr val="accent3"/>
                </a:solidFill>
                <a:latin typeface="Courier New" panose="02070309020205020404" pitchFamily="49" charset="0"/>
                <a:cs typeface="Courier New" panose="02070309020205020404" pitchFamily="49" charset="0"/>
              </a:rPr>
              <a:t>-API-</a:t>
            </a:r>
            <a:r>
              <a:rPr lang="de-DE" dirty="0" err="1">
                <a:solidFill>
                  <a:schemeClr val="accent3"/>
                </a:solidFill>
                <a:latin typeface="Courier New" panose="02070309020205020404" pitchFamily="49" charset="0"/>
                <a:cs typeface="Courier New" panose="02070309020205020404" pitchFamily="49" charset="0"/>
              </a:rPr>
              <a:t>Key.client_id</a:t>
            </a:r>
            <a:r>
              <a:rPr lang="de-DE" dirty="0">
                <a:solidFill>
                  <a:schemeClr val="accent3"/>
                </a:solidFill>
                <a:latin typeface="Courier New" panose="02070309020205020404" pitchFamily="49" charset="0"/>
                <a:cs typeface="Courier New" panose="02070309020205020404" pitchFamily="49" charset="0"/>
              </a:rPr>
              <a:t>"</a:t>
            </a:r>
            <a:r>
              <a:rPr lang="de-DE" dirty="0">
                <a:solidFill>
                  <a:schemeClr val="accent1"/>
                </a:solidFill>
                <a:latin typeface="Courier New" panose="02070309020205020404" pitchFamily="49" charset="0"/>
                <a:cs typeface="Courier New" panose="02070309020205020404" pitchFamily="49" charset="0"/>
              </a:rPr>
              <a:t>/&gt;</a:t>
            </a: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a:t>
            </a: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Allow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count</a:t>
            </a:r>
            <a:r>
              <a:rPr lang="de-DE" dirty="0">
                <a:latin typeface="Courier New" panose="02070309020205020404" pitchFamily="49" charset="0"/>
                <a:cs typeface="Courier New" panose="02070309020205020404" pitchFamily="49" charset="0"/>
              </a:rPr>
              <a:t>=</a:t>
            </a:r>
            <a:r>
              <a:rPr lang="de-DE" dirty="0">
                <a:solidFill>
                  <a:schemeClr val="accent3"/>
                </a:solidFill>
                <a:latin typeface="Courier New" panose="02070309020205020404" pitchFamily="49" charset="0"/>
                <a:cs typeface="Courier New" panose="02070309020205020404" pitchFamily="49" charset="0"/>
              </a:rPr>
              <a:t>"5"</a:t>
            </a:r>
            <a:r>
              <a:rPr lang="de-DE" dirty="0">
                <a:solidFill>
                  <a:schemeClr val="accent1"/>
                </a:solidFill>
                <a:latin typeface="Courier New" panose="02070309020205020404" pitchFamily="49" charset="0"/>
                <a:cs typeface="Courier New" panose="02070309020205020404" pitchFamily="49" charset="0"/>
              </a:rPr>
              <a:t>/&gt;</a:t>
            </a:r>
          </a:p>
          <a:p>
            <a:pPr marL="0" indent="0">
              <a:buNone/>
            </a:pPr>
            <a:r>
              <a:rPr lang="de-DE" dirty="0">
                <a:latin typeface="Courier New" panose="02070309020205020404" pitchFamily="49" charset="0"/>
                <a:cs typeface="Courier New" panose="02070309020205020404" pitchFamily="49" charset="0"/>
              </a:rPr>
              <a:t> 	</a:t>
            </a: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Interval</a:t>
            </a:r>
            <a:r>
              <a:rPr lang="de-DE" dirty="0">
                <a:solidFill>
                  <a:schemeClr val="accent1"/>
                </a:solidFill>
                <a:latin typeface="Courier New" panose="02070309020205020404" pitchFamily="49" charset="0"/>
                <a:cs typeface="Courier New" panose="02070309020205020404" pitchFamily="49" charset="0"/>
              </a:rPr>
              <a:t>&gt;</a:t>
            </a:r>
            <a:r>
              <a:rPr lang="de-DE" dirty="0">
                <a:latin typeface="Courier New" panose="02070309020205020404" pitchFamily="49" charset="0"/>
                <a:cs typeface="Courier New" panose="02070309020205020404" pitchFamily="49" charset="0"/>
              </a:rPr>
              <a:t>1</a:t>
            </a: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Interval</a:t>
            </a:r>
            <a:r>
              <a:rPr lang="de-DE" dirty="0">
                <a:solidFill>
                  <a:schemeClr val="accent1"/>
                </a:solidFill>
                <a:latin typeface="Courier New" panose="02070309020205020404" pitchFamily="49" charset="0"/>
                <a:cs typeface="Courier New" panose="02070309020205020404" pitchFamily="49" charset="0"/>
              </a:rPr>
              <a:t>&gt;</a:t>
            </a: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a:t>
            </a:r>
            <a:r>
              <a:rPr lang="de-DE" dirty="0">
                <a:solidFill>
                  <a:schemeClr val="accent1"/>
                </a:solidFill>
                <a:latin typeface="Courier New" panose="02070309020205020404" pitchFamily="49" charset="0"/>
                <a:cs typeface="Courier New" panose="02070309020205020404" pitchFamily="49" charset="0"/>
              </a:rPr>
              <a:t>&lt;Distributed&gt;</a:t>
            </a:r>
            <a:r>
              <a:rPr lang="de-DE" dirty="0" err="1">
                <a:latin typeface="Courier New" panose="02070309020205020404" pitchFamily="49" charset="0"/>
                <a:cs typeface="Courier New" panose="02070309020205020404" pitchFamily="49" charset="0"/>
              </a:rPr>
              <a:t>true</a:t>
            </a:r>
            <a:r>
              <a:rPr lang="de-DE" dirty="0">
                <a:solidFill>
                  <a:schemeClr val="accent1"/>
                </a:solidFill>
                <a:latin typeface="Courier New" panose="02070309020205020404" pitchFamily="49" charset="0"/>
                <a:cs typeface="Courier New" panose="02070309020205020404" pitchFamily="49" charset="0"/>
              </a:rPr>
              <a:t>&lt;/Distributed&gt;</a:t>
            </a:r>
          </a:p>
          <a:p>
            <a:pPr marL="0" indent="0">
              <a:buNone/>
            </a:pPr>
            <a:r>
              <a:rPr lang="de-DE" dirty="0">
                <a:latin typeface="Courier New" panose="02070309020205020404" pitchFamily="49" charset="0"/>
                <a:cs typeface="Courier New" panose="02070309020205020404" pitchFamily="49" charset="0"/>
              </a:rPr>
              <a:t>	</a:t>
            </a: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Synchronous</a:t>
            </a:r>
            <a:r>
              <a:rPr lang="de-DE" dirty="0">
                <a:solidFill>
                  <a:schemeClr val="accent1"/>
                </a:solidFill>
                <a:latin typeface="Courier New" panose="02070309020205020404" pitchFamily="49" charset="0"/>
                <a:cs typeface="Courier New" panose="02070309020205020404" pitchFamily="49" charset="0"/>
              </a:rPr>
              <a:t>&gt;</a:t>
            </a:r>
            <a:r>
              <a:rPr lang="de-DE" dirty="0" err="1">
                <a:latin typeface="Courier New" panose="02070309020205020404" pitchFamily="49" charset="0"/>
                <a:cs typeface="Courier New" panose="02070309020205020404" pitchFamily="49" charset="0"/>
              </a:rPr>
              <a:t>true</a:t>
            </a: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Synchronous</a:t>
            </a:r>
            <a:r>
              <a:rPr lang="de-DE" dirty="0">
                <a:solidFill>
                  <a:schemeClr val="accent1"/>
                </a:solidFill>
                <a:latin typeface="Courier New" panose="02070309020205020404" pitchFamily="49" charset="0"/>
                <a:cs typeface="Courier New" panose="02070309020205020404" pitchFamily="49" charset="0"/>
              </a:rPr>
              <a:t>&gt;</a:t>
            </a: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a:t>
            </a: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TimeUnit</a:t>
            </a:r>
            <a:r>
              <a:rPr lang="de-DE" dirty="0">
                <a:solidFill>
                  <a:schemeClr val="accent1"/>
                </a:solidFill>
                <a:latin typeface="Courier New" panose="02070309020205020404" pitchFamily="49" charset="0"/>
                <a:cs typeface="Courier New" panose="02070309020205020404" pitchFamily="49" charset="0"/>
              </a:rPr>
              <a:t>&gt;</a:t>
            </a:r>
            <a:r>
              <a:rPr lang="de-DE" dirty="0" err="1">
                <a:latin typeface="Courier New" panose="02070309020205020404" pitchFamily="49" charset="0"/>
                <a:cs typeface="Courier New" panose="02070309020205020404" pitchFamily="49" charset="0"/>
              </a:rPr>
              <a:t>minute</a:t>
            </a: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TimeUnit</a:t>
            </a:r>
            <a:r>
              <a:rPr lang="de-DE" dirty="0">
                <a:solidFill>
                  <a:schemeClr val="accent1"/>
                </a:solidFill>
                <a:latin typeface="Courier New" panose="02070309020205020404" pitchFamily="49" charset="0"/>
                <a:cs typeface="Courier New" panose="02070309020205020404" pitchFamily="49" charset="0"/>
              </a:rPr>
              <a:t>&gt;</a:t>
            </a:r>
          </a:p>
          <a:p>
            <a:pPr marL="0" indent="0">
              <a:buNone/>
            </a:pPr>
            <a:r>
              <a:rPr lang="de-DE" dirty="0">
                <a:solidFill>
                  <a:schemeClr val="accent1"/>
                </a:solidFill>
                <a:latin typeface="Courier New" panose="02070309020205020404" pitchFamily="49" charset="0"/>
                <a:cs typeface="Courier New" panose="02070309020205020404" pitchFamily="49" charset="0"/>
              </a:rPr>
              <a:t>&lt;/</a:t>
            </a:r>
            <a:r>
              <a:rPr lang="de-DE" dirty="0" err="1">
                <a:solidFill>
                  <a:schemeClr val="accent1"/>
                </a:solidFill>
                <a:latin typeface="Courier New" panose="02070309020205020404" pitchFamily="49" charset="0"/>
                <a:cs typeface="Courier New" panose="02070309020205020404" pitchFamily="49" charset="0"/>
              </a:rPr>
              <a:t>Quota</a:t>
            </a:r>
            <a:r>
              <a:rPr lang="de-DE" dirty="0">
                <a:solidFill>
                  <a:schemeClr val="accent1"/>
                </a:solidFill>
                <a:latin typeface="Courier New" panose="02070309020205020404" pitchFamily="49" charset="0"/>
                <a:cs typeface="Courier New" panose="02070309020205020404" pitchFamily="49" charset="0"/>
              </a:rPr>
              <a:t>&gt;</a:t>
            </a:r>
          </a:p>
        </p:txBody>
      </p:sp>
    </p:spTree>
    <p:extLst>
      <p:ext uri="{BB962C8B-B14F-4D97-AF65-F5344CB8AC3E}">
        <p14:creationId xmlns:p14="http://schemas.microsoft.com/office/powerpoint/2010/main" val="5906900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FFD8F2-19E9-BD1E-3196-3DDDB9E76401}"/>
              </a:ext>
            </a:extLst>
          </p:cNvPr>
          <p:cNvSpPr>
            <a:spLocks noGrp="1"/>
          </p:cNvSpPr>
          <p:nvPr>
            <p:ph type="title"/>
          </p:nvPr>
        </p:nvSpPr>
        <p:spPr/>
        <p:txBody>
          <a:bodyPr/>
          <a:lstStyle/>
          <a:p>
            <a:r>
              <a:rPr lang="de-DE" dirty="0"/>
              <a:t>Arten von </a:t>
            </a:r>
            <a:r>
              <a:rPr lang="de-DE" dirty="0" err="1"/>
              <a:t>Quota</a:t>
            </a:r>
            <a:r>
              <a:rPr lang="de-DE" dirty="0"/>
              <a:t>-Zeitfenstern</a:t>
            </a:r>
          </a:p>
        </p:txBody>
      </p:sp>
      <p:graphicFrame>
        <p:nvGraphicFramePr>
          <p:cNvPr id="4" name="Inhaltsplatzhalter 3">
            <a:extLst>
              <a:ext uri="{FF2B5EF4-FFF2-40B4-BE49-F238E27FC236}">
                <a16:creationId xmlns:a16="http://schemas.microsoft.com/office/drawing/2014/main" id="{78C12851-5120-CD90-1C90-AFC08F18D8DC}"/>
              </a:ext>
            </a:extLst>
          </p:cNvPr>
          <p:cNvGraphicFramePr>
            <a:graphicFrameLocks noGrp="1"/>
          </p:cNvGraphicFramePr>
          <p:nvPr>
            <p:ph idx="1"/>
            <p:extLst>
              <p:ext uri="{D42A27DB-BD31-4B8C-83A1-F6EECF244321}">
                <p14:modId xmlns:p14="http://schemas.microsoft.com/office/powerpoint/2010/main" val="3097575295"/>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2084882">
                  <a:extLst>
                    <a:ext uri="{9D8B030D-6E8A-4147-A177-3AD203B41FA5}">
                      <a16:colId xmlns:a16="http://schemas.microsoft.com/office/drawing/2014/main" val="88995915"/>
                    </a:ext>
                  </a:extLst>
                </a:gridCol>
                <a:gridCol w="8430718">
                  <a:extLst>
                    <a:ext uri="{9D8B030D-6E8A-4147-A177-3AD203B41FA5}">
                      <a16:colId xmlns:a16="http://schemas.microsoft.com/office/drawing/2014/main" val="1238541146"/>
                    </a:ext>
                  </a:extLst>
                </a:gridCol>
              </a:tblGrid>
              <a:tr h="370840">
                <a:tc>
                  <a:txBody>
                    <a:bodyPr/>
                    <a:lstStyle/>
                    <a:p>
                      <a:r>
                        <a:rPr lang="de-DE" dirty="0"/>
                        <a:t>Typ</a:t>
                      </a:r>
                    </a:p>
                  </a:txBody>
                  <a:tcPr/>
                </a:tc>
                <a:tc>
                  <a:txBody>
                    <a:bodyPr/>
                    <a:lstStyle/>
                    <a:p>
                      <a:r>
                        <a:rPr lang="de-DE" dirty="0"/>
                        <a:t>Bedeutung</a:t>
                      </a:r>
                    </a:p>
                  </a:txBody>
                  <a:tcPr/>
                </a:tc>
                <a:extLst>
                  <a:ext uri="{0D108BD9-81ED-4DB2-BD59-A6C34878D82A}">
                    <a16:rowId xmlns:a16="http://schemas.microsoft.com/office/drawing/2014/main" val="3216008917"/>
                  </a:ext>
                </a:extLst>
              </a:tr>
              <a:tr h="370840">
                <a:tc>
                  <a:txBody>
                    <a:bodyPr/>
                    <a:lstStyle/>
                    <a:p>
                      <a:r>
                        <a:rPr lang="de-DE" dirty="0" err="1"/>
                        <a:t>calendar</a:t>
                      </a:r>
                      <a:endParaRPr lang="de-DE" dirty="0"/>
                    </a:p>
                  </a:txBody>
                  <a:tcPr/>
                </a:tc>
                <a:tc>
                  <a:txBody>
                    <a:bodyPr/>
                    <a:lstStyle/>
                    <a:p>
                      <a:r>
                        <a:rPr lang="de-DE" dirty="0"/>
                        <a:t>festes Kalenderfenster mit definiertem Beginn</a:t>
                      </a:r>
                    </a:p>
                  </a:txBody>
                  <a:tcPr/>
                </a:tc>
                <a:extLst>
                  <a:ext uri="{0D108BD9-81ED-4DB2-BD59-A6C34878D82A}">
                    <a16:rowId xmlns:a16="http://schemas.microsoft.com/office/drawing/2014/main" val="920161428"/>
                  </a:ext>
                </a:extLst>
              </a:tr>
              <a:tr h="370840">
                <a:tc>
                  <a:txBody>
                    <a:bodyPr/>
                    <a:lstStyle/>
                    <a:p>
                      <a:r>
                        <a:rPr lang="de-DE" dirty="0" err="1"/>
                        <a:t>flexi</a:t>
                      </a:r>
                      <a:endParaRPr lang="de-DE" dirty="0"/>
                    </a:p>
                  </a:txBody>
                  <a:tcPr/>
                </a:tc>
                <a:tc>
                  <a:txBody>
                    <a:bodyPr/>
                    <a:lstStyle/>
                    <a:p>
                      <a:r>
                        <a:rPr lang="de-DE" dirty="0"/>
                        <a:t>Zeitraum beginnt mit dem ersten gezählten Request</a:t>
                      </a:r>
                    </a:p>
                  </a:txBody>
                  <a:tcPr/>
                </a:tc>
                <a:extLst>
                  <a:ext uri="{0D108BD9-81ED-4DB2-BD59-A6C34878D82A}">
                    <a16:rowId xmlns:a16="http://schemas.microsoft.com/office/drawing/2014/main" val="45816976"/>
                  </a:ext>
                </a:extLst>
              </a:tr>
              <a:tr h="370840">
                <a:tc>
                  <a:txBody>
                    <a:bodyPr/>
                    <a:lstStyle/>
                    <a:p>
                      <a:r>
                        <a:rPr lang="de-DE" dirty="0" err="1"/>
                        <a:t>rollingwindow</a:t>
                      </a:r>
                      <a:endParaRPr lang="de-DE" dirty="0"/>
                    </a:p>
                  </a:txBody>
                  <a:tcPr/>
                </a:tc>
                <a:tc>
                  <a:txBody>
                    <a:bodyPr/>
                    <a:lstStyle/>
                    <a:p>
                      <a:r>
                        <a:rPr lang="de-DE" dirty="0"/>
                        <a:t>gleitendes Zeitfenster bezogen auf den aktuellen Zeitpunkt</a:t>
                      </a:r>
                    </a:p>
                  </a:txBody>
                  <a:tcPr/>
                </a:tc>
                <a:extLst>
                  <a:ext uri="{0D108BD9-81ED-4DB2-BD59-A6C34878D82A}">
                    <a16:rowId xmlns:a16="http://schemas.microsoft.com/office/drawing/2014/main" val="3370424934"/>
                  </a:ext>
                </a:extLst>
              </a:tr>
            </a:tbl>
          </a:graphicData>
        </a:graphic>
      </p:graphicFrame>
    </p:spTree>
    <p:extLst>
      <p:ext uri="{BB962C8B-B14F-4D97-AF65-F5344CB8AC3E}">
        <p14:creationId xmlns:p14="http://schemas.microsoft.com/office/powerpoint/2010/main" val="16079406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835242-E9F0-6B72-FA45-86C3475FBA05}"/>
              </a:ext>
            </a:extLst>
          </p:cNvPr>
          <p:cNvSpPr>
            <a:spLocks noGrp="1"/>
          </p:cNvSpPr>
          <p:nvPr>
            <p:ph type="title"/>
          </p:nvPr>
        </p:nvSpPr>
        <p:spPr/>
        <p:txBody>
          <a:bodyPr/>
          <a:lstStyle/>
          <a:p>
            <a:r>
              <a:rPr lang="de-DE" dirty="0"/>
              <a:t>Informationen zum </a:t>
            </a:r>
            <a:r>
              <a:rPr lang="de-DE" dirty="0" err="1"/>
              <a:t>Quota</a:t>
            </a:r>
            <a:r>
              <a:rPr lang="de-DE" dirty="0"/>
              <a:t>-Status</a:t>
            </a:r>
          </a:p>
        </p:txBody>
      </p:sp>
      <p:sp>
        <p:nvSpPr>
          <p:cNvPr id="3" name="Inhaltsplatzhalter 2">
            <a:extLst>
              <a:ext uri="{FF2B5EF4-FFF2-40B4-BE49-F238E27FC236}">
                <a16:creationId xmlns:a16="http://schemas.microsoft.com/office/drawing/2014/main" id="{732B6851-8EDE-1E87-72E1-06CEA1EA70F8}"/>
              </a:ext>
            </a:extLst>
          </p:cNvPr>
          <p:cNvSpPr>
            <a:spLocks noGrp="1"/>
          </p:cNvSpPr>
          <p:nvPr>
            <p:ph idx="1"/>
          </p:nvPr>
        </p:nvSpPr>
        <p:spPr/>
        <p:txBody>
          <a:bodyPr>
            <a:normAutofit fontScale="85000" lnSpcReduction="20000"/>
          </a:bodyPr>
          <a:lstStyle/>
          <a:p>
            <a:pPr marL="0" indent="0">
              <a:buNone/>
            </a:pPr>
            <a:r>
              <a:rPr lang="de-DE" dirty="0"/>
              <a:t>Die Policy stellt Flow-Variablen bereit, beispielsweise zu:</a:t>
            </a:r>
          </a:p>
          <a:p>
            <a:r>
              <a:rPr lang="de-DE" dirty="0"/>
              <a:t>erlaubter Anzahl </a:t>
            </a:r>
          </a:p>
          <a:p>
            <a:r>
              <a:rPr lang="de-DE" dirty="0"/>
              <a:t>bisher verbrauchter Anzahl </a:t>
            </a:r>
          </a:p>
          <a:p>
            <a:r>
              <a:rPr lang="de-DE" dirty="0"/>
              <a:t>verbleibenden Requests </a:t>
            </a:r>
          </a:p>
          <a:p>
            <a:r>
              <a:rPr lang="de-DE" dirty="0"/>
              <a:t>Ablauf des aktuellen Zeitfensters </a:t>
            </a:r>
          </a:p>
          <a:p>
            <a:r>
              <a:rPr lang="de-DE" dirty="0"/>
              <a:t>Zeitpunkt der Rücksetzung </a:t>
            </a:r>
          </a:p>
          <a:p>
            <a:pPr marL="0" indent="0">
              <a:buNone/>
            </a:pPr>
            <a:r>
              <a:rPr lang="de-DE" dirty="0"/>
              <a:t>Mögliche Verwendung:</a:t>
            </a:r>
          </a:p>
          <a:p>
            <a:r>
              <a:rPr lang="de-DE" dirty="0"/>
              <a:t>Debugging </a:t>
            </a:r>
          </a:p>
          <a:p>
            <a:r>
              <a:rPr lang="de-DE" dirty="0"/>
              <a:t>eigene Response-Header </a:t>
            </a:r>
          </a:p>
          <a:p>
            <a:r>
              <a:rPr lang="de-DE" dirty="0"/>
              <a:t>Analytics </a:t>
            </a:r>
          </a:p>
          <a:p>
            <a:r>
              <a:rPr lang="de-DE" dirty="0"/>
              <a:t>benutzerdefinierte Fehlermeldungen</a:t>
            </a:r>
          </a:p>
          <a:p>
            <a:endParaRPr lang="de-DE" dirty="0"/>
          </a:p>
        </p:txBody>
      </p:sp>
    </p:spTree>
    <p:extLst>
      <p:ext uri="{BB962C8B-B14F-4D97-AF65-F5344CB8AC3E}">
        <p14:creationId xmlns:p14="http://schemas.microsoft.com/office/powerpoint/2010/main" val="18851281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C88D26-93F7-4AE6-5AD7-264B1633DA2A}"/>
              </a:ext>
            </a:extLst>
          </p:cNvPr>
          <p:cNvSpPr>
            <a:spLocks noGrp="1"/>
          </p:cNvSpPr>
          <p:nvPr>
            <p:ph type="title"/>
          </p:nvPr>
        </p:nvSpPr>
        <p:spPr/>
        <p:txBody>
          <a:bodyPr/>
          <a:lstStyle/>
          <a:p>
            <a:r>
              <a:rPr lang="de-DE" dirty="0"/>
              <a:t>Beispiel: Spike-Arrest-Policy</a:t>
            </a:r>
          </a:p>
        </p:txBody>
      </p:sp>
      <p:sp>
        <p:nvSpPr>
          <p:cNvPr id="3" name="Inhaltsplatzhalter 2">
            <a:extLst>
              <a:ext uri="{FF2B5EF4-FFF2-40B4-BE49-F238E27FC236}">
                <a16:creationId xmlns:a16="http://schemas.microsoft.com/office/drawing/2014/main" id="{37E1C09D-1C6B-95A4-418A-AB7AF89017DD}"/>
              </a:ext>
            </a:extLst>
          </p:cNvPr>
          <p:cNvSpPr>
            <a:spLocks noGrp="1"/>
          </p:cNvSpPr>
          <p:nvPr>
            <p:ph idx="1"/>
          </p:nvPr>
        </p:nvSpPr>
        <p:spPr/>
        <p:txBody>
          <a:bodyPr>
            <a:normAutofit/>
          </a:bodyPr>
          <a:lstStyle/>
          <a:p>
            <a:pPr marL="0" indent="0">
              <a:buNone/>
            </a:pPr>
            <a:r>
              <a:rPr lang="de-DE" sz="2400" dirty="0">
                <a:solidFill>
                  <a:schemeClr val="accent1"/>
                </a:solidFill>
                <a:latin typeface="Courier New" panose="02070309020205020404" pitchFamily="49" charset="0"/>
                <a:cs typeface="Courier New" panose="02070309020205020404" pitchFamily="49" charset="0"/>
              </a:rPr>
              <a:t>&lt;</a:t>
            </a:r>
            <a:r>
              <a:rPr lang="de-DE" sz="2400" dirty="0" err="1">
                <a:solidFill>
                  <a:schemeClr val="accent1"/>
                </a:solidFill>
                <a:latin typeface="Courier New" panose="02070309020205020404" pitchFamily="49" charset="0"/>
                <a:cs typeface="Courier New" panose="02070309020205020404" pitchFamily="49" charset="0"/>
              </a:rPr>
              <a:t>SpikeArrest</a:t>
            </a: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async</a:t>
            </a:r>
            <a:r>
              <a:rPr lang="de-DE" sz="2400" dirty="0">
                <a:latin typeface="Courier New" panose="02070309020205020404" pitchFamily="49" charset="0"/>
                <a:cs typeface="Courier New" panose="02070309020205020404" pitchFamily="49" charset="0"/>
              </a:rPr>
              <a:t>=</a:t>
            </a:r>
            <a:r>
              <a:rPr lang="de-DE" sz="2400" dirty="0">
                <a:solidFill>
                  <a:schemeClr val="accent3"/>
                </a:solidFill>
                <a:latin typeface="Courier New" panose="02070309020205020404" pitchFamily="49" charset="0"/>
                <a:cs typeface="Courier New" panose="02070309020205020404" pitchFamily="49" charset="0"/>
              </a:rPr>
              <a:t>"</a:t>
            </a:r>
            <a:r>
              <a:rPr lang="de-DE" sz="2400" dirty="0" err="1">
                <a:solidFill>
                  <a:schemeClr val="accent3"/>
                </a:solidFill>
                <a:latin typeface="Courier New" panose="02070309020205020404" pitchFamily="49" charset="0"/>
                <a:cs typeface="Courier New" panose="02070309020205020404" pitchFamily="49" charset="0"/>
              </a:rPr>
              <a:t>true</a:t>
            </a:r>
            <a:r>
              <a:rPr lang="de-DE" sz="2400" dirty="0">
                <a:solidFill>
                  <a:schemeClr val="accent3"/>
                </a:solidFill>
                <a:latin typeface="Courier New" panose="02070309020205020404" pitchFamily="49" charset="0"/>
                <a:cs typeface="Courier New" panose="02070309020205020404" pitchFamily="49" charset="0"/>
              </a:rPr>
              <a:t>"</a:t>
            </a: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continueOnError</a:t>
            </a:r>
            <a:r>
              <a:rPr lang="de-DE" sz="2400" dirty="0">
                <a:latin typeface="Courier New" panose="02070309020205020404" pitchFamily="49" charset="0"/>
                <a:cs typeface="Courier New" panose="02070309020205020404" pitchFamily="49" charset="0"/>
              </a:rPr>
              <a:t>=</a:t>
            </a:r>
            <a:r>
              <a:rPr lang="de-DE" sz="2400" dirty="0">
                <a:solidFill>
                  <a:schemeClr val="accent3"/>
                </a:solidFill>
                <a:latin typeface="Courier New" panose="02070309020205020404" pitchFamily="49" charset="0"/>
                <a:cs typeface="Courier New" panose="02070309020205020404" pitchFamily="49" charset="0"/>
              </a:rPr>
              <a:t>"</a:t>
            </a:r>
            <a:r>
              <a:rPr lang="de-DE" sz="2400" dirty="0" err="1">
                <a:solidFill>
                  <a:schemeClr val="accent3"/>
                </a:solidFill>
                <a:latin typeface="Courier New" panose="02070309020205020404" pitchFamily="49" charset="0"/>
                <a:cs typeface="Courier New" panose="02070309020205020404" pitchFamily="49" charset="0"/>
              </a:rPr>
              <a:t>false</a:t>
            </a:r>
            <a:r>
              <a:rPr lang="de-DE" sz="2400" dirty="0">
                <a:solidFill>
                  <a:schemeClr val="accent3"/>
                </a:solidFill>
                <a:latin typeface="Courier New" panose="02070309020205020404" pitchFamily="49" charset="0"/>
                <a:cs typeface="Courier New" panose="02070309020205020404" pitchFamily="49" charset="0"/>
              </a:rPr>
              <a:t>"</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enabled</a:t>
            </a:r>
            <a:r>
              <a:rPr lang="de-DE" sz="2400" dirty="0">
                <a:latin typeface="Courier New" panose="02070309020205020404" pitchFamily="49" charset="0"/>
                <a:cs typeface="Courier New" panose="02070309020205020404" pitchFamily="49" charset="0"/>
              </a:rPr>
              <a:t>=</a:t>
            </a:r>
            <a:r>
              <a:rPr lang="de-DE" sz="2400" dirty="0">
                <a:solidFill>
                  <a:schemeClr val="accent3"/>
                </a:solidFill>
                <a:latin typeface="Courier New" panose="02070309020205020404" pitchFamily="49" charset="0"/>
                <a:cs typeface="Courier New" panose="02070309020205020404" pitchFamily="49" charset="0"/>
              </a:rPr>
              <a:t>"</a:t>
            </a:r>
            <a:r>
              <a:rPr lang="de-DE" sz="2400" dirty="0" err="1">
                <a:solidFill>
                  <a:schemeClr val="accent3"/>
                </a:solidFill>
                <a:latin typeface="Courier New" panose="02070309020205020404" pitchFamily="49" charset="0"/>
                <a:cs typeface="Courier New" panose="02070309020205020404" pitchFamily="49" charset="0"/>
              </a:rPr>
              <a:t>true</a:t>
            </a:r>
            <a:r>
              <a:rPr lang="de-DE" sz="2400" dirty="0">
                <a:solidFill>
                  <a:schemeClr val="accent3"/>
                </a:solidFill>
                <a:latin typeface="Courier New" panose="02070309020205020404" pitchFamily="49" charset="0"/>
                <a:cs typeface="Courier New" panose="02070309020205020404" pitchFamily="49" charset="0"/>
              </a:rPr>
              <a:t>"</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xmlns</a:t>
            </a:r>
            <a:r>
              <a:rPr lang="de-DE" sz="2400" dirty="0">
                <a:latin typeface="Courier New" panose="02070309020205020404" pitchFamily="49" charset="0"/>
                <a:cs typeface="Courier New" panose="02070309020205020404" pitchFamily="49" charset="0"/>
              </a:rPr>
              <a:t>=</a:t>
            </a:r>
            <a:r>
              <a:rPr lang="de-DE" sz="2400" dirty="0">
                <a:solidFill>
                  <a:schemeClr val="accent3"/>
                </a:solidFill>
                <a:latin typeface="Courier New" panose="02070309020205020404" pitchFamily="49" charset="0"/>
                <a:cs typeface="Courier New" panose="02070309020205020404" pitchFamily="49" charset="0"/>
              </a:rPr>
              <a:t>"http://www.sap.com/apimgmt"</a:t>
            </a:r>
            <a:r>
              <a:rPr lang="de-DE" sz="2400" dirty="0">
                <a:solidFill>
                  <a:schemeClr val="accent1"/>
                </a:solidFill>
                <a:latin typeface="Courier New" panose="02070309020205020404" pitchFamily="49" charset="0"/>
                <a:cs typeface="Courier New" panose="02070309020205020404" pitchFamily="49" charset="0"/>
              </a:rPr>
              <a:t>&gt;</a:t>
            </a:r>
          </a:p>
          <a:p>
            <a:pPr marL="0" indent="0">
              <a:buNone/>
            </a:pPr>
            <a:r>
              <a:rPr lang="de-DE" sz="2400" dirty="0">
                <a:latin typeface="Courier New" panose="02070309020205020404" pitchFamily="49" charset="0"/>
                <a:cs typeface="Courier New" panose="02070309020205020404" pitchFamily="49" charset="0"/>
              </a:rPr>
              <a:t>    </a:t>
            </a:r>
          </a:p>
          <a:p>
            <a:pPr marL="0" indent="0">
              <a:buNone/>
            </a:pPr>
            <a:r>
              <a:rPr lang="de-DE" sz="2400" dirty="0">
                <a:latin typeface="Courier New" panose="02070309020205020404" pitchFamily="49" charset="0"/>
                <a:cs typeface="Courier New" panose="02070309020205020404" pitchFamily="49" charset="0"/>
              </a:rPr>
              <a:t>	</a:t>
            </a:r>
            <a:r>
              <a:rPr lang="de-DE" sz="2400" dirty="0">
                <a:solidFill>
                  <a:schemeClr val="accent1"/>
                </a:solidFill>
                <a:latin typeface="Courier New" panose="02070309020205020404" pitchFamily="49" charset="0"/>
                <a:cs typeface="Courier New" panose="02070309020205020404" pitchFamily="49" charset="0"/>
              </a:rPr>
              <a:t>&lt;Rate&gt;</a:t>
            </a:r>
            <a:r>
              <a:rPr lang="de-DE" sz="2400" dirty="0">
                <a:latin typeface="Courier New" panose="02070309020205020404" pitchFamily="49" charset="0"/>
                <a:cs typeface="Courier New" panose="02070309020205020404" pitchFamily="49" charset="0"/>
              </a:rPr>
              <a:t>6pm</a:t>
            </a:r>
            <a:r>
              <a:rPr lang="de-DE" sz="2400" dirty="0">
                <a:solidFill>
                  <a:schemeClr val="accent1"/>
                </a:solidFill>
                <a:latin typeface="Courier New" panose="02070309020205020404" pitchFamily="49" charset="0"/>
                <a:cs typeface="Courier New" panose="02070309020205020404" pitchFamily="49" charset="0"/>
              </a:rPr>
              <a:t>&lt;/Rate&gt;</a:t>
            </a:r>
          </a:p>
          <a:p>
            <a:pPr marL="0" indent="0">
              <a:buNone/>
            </a:pPr>
            <a:r>
              <a:rPr lang="de-DE" sz="2400" dirty="0">
                <a:latin typeface="Courier New" panose="02070309020205020404" pitchFamily="49" charset="0"/>
                <a:cs typeface="Courier New" panose="02070309020205020404" pitchFamily="49" charset="0"/>
              </a:rPr>
              <a:t>	</a:t>
            </a:r>
            <a:r>
              <a:rPr lang="de-DE" sz="2400" dirty="0">
                <a:solidFill>
                  <a:schemeClr val="accent1"/>
                </a:solidFill>
                <a:latin typeface="Courier New" panose="02070309020205020404" pitchFamily="49" charset="0"/>
                <a:cs typeface="Courier New" panose="02070309020205020404" pitchFamily="49" charset="0"/>
              </a:rPr>
              <a:t>&lt;</a:t>
            </a:r>
            <a:r>
              <a:rPr lang="de-DE" sz="2400" dirty="0" err="1">
                <a:solidFill>
                  <a:schemeClr val="accent1"/>
                </a:solidFill>
                <a:latin typeface="Courier New" panose="02070309020205020404" pitchFamily="49" charset="0"/>
                <a:cs typeface="Courier New" panose="02070309020205020404" pitchFamily="49" charset="0"/>
              </a:rPr>
              <a:t>UseEffectiveCount</a:t>
            </a:r>
            <a:r>
              <a:rPr lang="de-DE" sz="2400" dirty="0">
                <a:solidFill>
                  <a:schemeClr val="accent1"/>
                </a:solidFill>
                <a:latin typeface="Courier New" panose="02070309020205020404" pitchFamily="49" charset="0"/>
                <a:cs typeface="Courier New" panose="02070309020205020404" pitchFamily="49" charset="0"/>
              </a:rPr>
              <a:t>&gt;</a:t>
            </a:r>
            <a:r>
              <a:rPr lang="de-DE" sz="2400" dirty="0" err="1">
                <a:latin typeface="Courier New" panose="02070309020205020404" pitchFamily="49" charset="0"/>
                <a:cs typeface="Courier New" panose="02070309020205020404" pitchFamily="49" charset="0"/>
              </a:rPr>
              <a:t>true</a:t>
            </a:r>
            <a:r>
              <a:rPr lang="de-DE" sz="2400" dirty="0">
                <a:solidFill>
                  <a:schemeClr val="accent1"/>
                </a:solidFill>
                <a:latin typeface="Courier New" panose="02070309020205020404" pitchFamily="49" charset="0"/>
                <a:cs typeface="Courier New" panose="02070309020205020404" pitchFamily="49" charset="0"/>
              </a:rPr>
              <a:t>&lt;/</a:t>
            </a:r>
            <a:r>
              <a:rPr lang="de-DE" sz="2400" dirty="0" err="1">
                <a:solidFill>
                  <a:schemeClr val="accent1"/>
                </a:solidFill>
                <a:latin typeface="Courier New" panose="02070309020205020404" pitchFamily="49" charset="0"/>
                <a:cs typeface="Courier New" panose="02070309020205020404" pitchFamily="49" charset="0"/>
              </a:rPr>
              <a:t>UseEffectiveCount</a:t>
            </a:r>
            <a:r>
              <a:rPr lang="de-DE" sz="2400" dirty="0">
                <a:solidFill>
                  <a:schemeClr val="accent1"/>
                </a:solidFill>
                <a:latin typeface="Courier New" panose="02070309020205020404" pitchFamily="49" charset="0"/>
                <a:cs typeface="Courier New" panose="02070309020205020404" pitchFamily="49" charset="0"/>
              </a:rPr>
              <a:t>&gt;</a:t>
            </a:r>
          </a:p>
          <a:p>
            <a:pPr marL="0" indent="0">
              <a:buNone/>
            </a:pPr>
            <a:r>
              <a:rPr lang="de-DE" sz="24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6212948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14762B-0D70-FA06-9476-77FD8DC93DB9}"/>
              </a:ext>
            </a:extLst>
          </p:cNvPr>
          <p:cNvSpPr>
            <a:spLocks noGrp="1"/>
          </p:cNvSpPr>
          <p:nvPr>
            <p:ph type="title"/>
          </p:nvPr>
        </p:nvSpPr>
        <p:spPr/>
        <p:txBody>
          <a:bodyPr/>
          <a:lstStyle/>
          <a:p>
            <a:r>
              <a:rPr lang="de-DE" dirty="0"/>
              <a:t>Typische Fehler</a:t>
            </a:r>
          </a:p>
        </p:txBody>
      </p:sp>
      <p:graphicFrame>
        <p:nvGraphicFramePr>
          <p:cNvPr id="4" name="Inhaltsplatzhalter 3">
            <a:extLst>
              <a:ext uri="{FF2B5EF4-FFF2-40B4-BE49-F238E27FC236}">
                <a16:creationId xmlns:a16="http://schemas.microsoft.com/office/drawing/2014/main" id="{2EE8C1E4-1D51-213E-DCAF-6127D757DF89}"/>
              </a:ext>
            </a:extLst>
          </p:cNvPr>
          <p:cNvGraphicFramePr>
            <a:graphicFrameLocks noGrp="1"/>
          </p:cNvGraphicFramePr>
          <p:nvPr>
            <p:ph idx="1"/>
            <p:extLst>
              <p:ext uri="{D42A27DB-BD31-4B8C-83A1-F6EECF244321}">
                <p14:modId xmlns:p14="http://schemas.microsoft.com/office/powerpoint/2010/main" val="3769659965"/>
              </p:ext>
            </p:extLst>
          </p:nvPr>
        </p:nvGraphicFramePr>
        <p:xfrm>
          <a:off x="838200" y="1825625"/>
          <a:ext cx="10515600" cy="3337560"/>
        </p:xfrm>
        <a:graphic>
          <a:graphicData uri="http://schemas.openxmlformats.org/drawingml/2006/table">
            <a:tbl>
              <a:tblPr firstRow="1" bandRow="1">
                <a:tableStyleId>{5C22544A-7EE6-4342-B048-85BDC9FD1C3A}</a:tableStyleId>
              </a:tblPr>
              <a:tblGrid>
                <a:gridCol w="4738141">
                  <a:extLst>
                    <a:ext uri="{9D8B030D-6E8A-4147-A177-3AD203B41FA5}">
                      <a16:colId xmlns:a16="http://schemas.microsoft.com/office/drawing/2014/main" val="2807690669"/>
                    </a:ext>
                  </a:extLst>
                </a:gridCol>
                <a:gridCol w="5777459">
                  <a:extLst>
                    <a:ext uri="{9D8B030D-6E8A-4147-A177-3AD203B41FA5}">
                      <a16:colId xmlns:a16="http://schemas.microsoft.com/office/drawing/2014/main" val="742360020"/>
                    </a:ext>
                  </a:extLst>
                </a:gridCol>
              </a:tblGrid>
              <a:tr h="370840">
                <a:tc>
                  <a:txBody>
                    <a:bodyPr/>
                    <a:lstStyle/>
                    <a:p>
                      <a:r>
                        <a:rPr lang="de-DE" dirty="0"/>
                        <a:t>Beobachtung</a:t>
                      </a:r>
                    </a:p>
                  </a:txBody>
                  <a:tcPr/>
                </a:tc>
                <a:tc>
                  <a:txBody>
                    <a:bodyPr/>
                    <a:lstStyle/>
                    <a:p>
                      <a:endParaRPr lang="de-DE"/>
                    </a:p>
                  </a:txBody>
                  <a:tcPr/>
                </a:tc>
                <a:extLst>
                  <a:ext uri="{0D108BD9-81ED-4DB2-BD59-A6C34878D82A}">
                    <a16:rowId xmlns:a16="http://schemas.microsoft.com/office/drawing/2014/main" val="3241679450"/>
                  </a:ext>
                </a:extLst>
              </a:tr>
              <a:tr h="370840">
                <a:tc>
                  <a:txBody>
                    <a:bodyPr/>
                    <a:lstStyle/>
                    <a:p>
                      <a:r>
                        <a:rPr lang="de-DE" dirty="0" err="1"/>
                        <a:t>Quota</a:t>
                      </a:r>
                      <a:r>
                        <a:rPr lang="de-DE" dirty="0"/>
                        <a:t> gilt gemeinsam für alle</a:t>
                      </a:r>
                    </a:p>
                  </a:txBody>
                  <a:tcPr/>
                </a:tc>
                <a:tc>
                  <a:txBody>
                    <a:bodyPr/>
                    <a:lstStyle/>
                    <a:p>
                      <a:r>
                        <a:rPr lang="de-DE" sz="1800" kern="1200" dirty="0">
                          <a:solidFill>
                            <a:schemeClr val="dk1"/>
                          </a:solidFill>
                          <a:latin typeface="+mn-lt"/>
                          <a:ea typeface="+mn-ea"/>
                          <a:cs typeface="+mn-cs"/>
                        </a:rPr>
                        <a:t>Identifier</a:t>
                      </a:r>
                      <a:r>
                        <a:rPr lang="de-DE" dirty="0"/>
                        <a:t> fehlt</a:t>
                      </a:r>
                    </a:p>
                  </a:txBody>
                  <a:tcPr/>
                </a:tc>
                <a:extLst>
                  <a:ext uri="{0D108BD9-81ED-4DB2-BD59-A6C34878D82A}">
                    <a16:rowId xmlns:a16="http://schemas.microsoft.com/office/drawing/2014/main" val="2882411819"/>
                  </a:ext>
                </a:extLst>
              </a:tr>
              <a:tr h="370840">
                <a:tc>
                  <a:txBody>
                    <a:bodyPr/>
                    <a:lstStyle/>
                    <a:p>
                      <a:r>
                        <a:rPr lang="de-DE" dirty="0" err="1"/>
                        <a:t>Quota</a:t>
                      </a:r>
                      <a:r>
                        <a:rPr lang="de-DE" dirty="0"/>
                        <a:t> wird nicht je </a:t>
                      </a:r>
                      <a:r>
                        <a:rPr lang="de-DE" dirty="0" err="1"/>
                        <a:t>Application</a:t>
                      </a:r>
                      <a:r>
                        <a:rPr lang="de-DE" dirty="0"/>
                        <a:t> gezählt</a:t>
                      </a:r>
                    </a:p>
                  </a:txBody>
                  <a:tcPr/>
                </a:tc>
                <a:tc>
                  <a:txBody>
                    <a:bodyPr/>
                    <a:lstStyle/>
                    <a:p>
                      <a:r>
                        <a:rPr lang="de-DE" dirty="0"/>
                        <a:t>falscher Policy-Name in der Variablenreferenz</a:t>
                      </a:r>
                    </a:p>
                  </a:txBody>
                  <a:tcPr/>
                </a:tc>
                <a:extLst>
                  <a:ext uri="{0D108BD9-81ED-4DB2-BD59-A6C34878D82A}">
                    <a16:rowId xmlns:a16="http://schemas.microsoft.com/office/drawing/2014/main" val="3292038080"/>
                  </a:ext>
                </a:extLst>
              </a:tr>
              <a:tr h="370840">
                <a:tc>
                  <a:txBody>
                    <a:bodyPr/>
                    <a:lstStyle/>
                    <a:p>
                      <a:r>
                        <a:rPr lang="de-DE" dirty="0" err="1"/>
                        <a:t>Quota</a:t>
                      </a:r>
                      <a:r>
                        <a:rPr lang="de-DE" dirty="0"/>
                        <a:t>-Policy schlägt vor API-Key-Prüfung fehl</a:t>
                      </a:r>
                    </a:p>
                  </a:txBody>
                  <a:tcPr/>
                </a:tc>
                <a:tc>
                  <a:txBody>
                    <a:bodyPr/>
                    <a:lstStyle/>
                    <a:p>
                      <a:r>
                        <a:rPr lang="de-DE" dirty="0"/>
                        <a:t>Client ID ist noch nicht verfügbar</a:t>
                      </a:r>
                    </a:p>
                  </a:txBody>
                  <a:tcPr/>
                </a:tc>
                <a:extLst>
                  <a:ext uri="{0D108BD9-81ED-4DB2-BD59-A6C34878D82A}">
                    <a16:rowId xmlns:a16="http://schemas.microsoft.com/office/drawing/2014/main" val="1766754597"/>
                  </a:ext>
                </a:extLst>
              </a:tr>
              <a:tr h="370840">
                <a:tc>
                  <a:txBody>
                    <a:bodyPr/>
                    <a:lstStyle/>
                    <a:p>
                      <a:r>
                        <a:rPr lang="de-DE" dirty="0" err="1"/>
                        <a:t>Deployment</a:t>
                      </a:r>
                      <a:r>
                        <a:rPr lang="de-DE" dirty="0"/>
                        <a:t> von Spike Arrest schlägt fehl</a:t>
                      </a:r>
                    </a:p>
                  </a:txBody>
                  <a:tcPr/>
                </a:tc>
                <a:tc>
                  <a:txBody>
                    <a:bodyPr/>
                    <a:lstStyle/>
                    <a:p>
                      <a:r>
                        <a:rPr lang="de-DE" dirty="0"/>
                        <a:t>ungültige Rate oder fehlendes </a:t>
                      </a:r>
                      <a:r>
                        <a:rPr lang="de-DE" sz="1800" kern="1200" dirty="0">
                          <a:solidFill>
                            <a:schemeClr val="dk1"/>
                          </a:solidFill>
                          <a:latin typeface="+mn-lt"/>
                          <a:ea typeface="+mn-ea"/>
                          <a:cs typeface="+mn-cs"/>
                        </a:rPr>
                        <a:t>ps</a:t>
                      </a:r>
                      <a:r>
                        <a:rPr lang="de-DE" dirty="0"/>
                        <a:t>/</a:t>
                      </a:r>
                      <a:r>
                        <a:rPr lang="de-DE" sz="1800" kern="1200" dirty="0" err="1">
                          <a:solidFill>
                            <a:schemeClr val="dk1"/>
                          </a:solidFill>
                          <a:latin typeface="+mn-lt"/>
                          <a:ea typeface="+mn-ea"/>
                          <a:cs typeface="+mn-cs"/>
                        </a:rPr>
                        <a:t>pm</a:t>
                      </a:r>
                      <a:endParaRPr lang="de-DE" dirty="0"/>
                    </a:p>
                  </a:txBody>
                  <a:tcPr/>
                </a:tc>
                <a:extLst>
                  <a:ext uri="{0D108BD9-81ED-4DB2-BD59-A6C34878D82A}">
                    <a16:rowId xmlns:a16="http://schemas.microsoft.com/office/drawing/2014/main" val="2424401036"/>
                  </a:ext>
                </a:extLst>
              </a:tr>
              <a:tr h="370840">
                <a:tc>
                  <a:txBody>
                    <a:bodyPr/>
                    <a:lstStyle/>
                    <a:p>
                      <a:r>
                        <a:rPr lang="de-DE" dirty="0"/>
                        <a:t>Demo liefert uneindeutige Ergebnisse</a:t>
                      </a:r>
                    </a:p>
                  </a:txBody>
                  <a:tcPr/>
                </a:tc>
                <a:tc>
                  <a:txBody>
                    <a:bodyPr/>
                    <a:lstStyle/>
                    <a:p>
                      <a:r>
                        <a:rPr lang="de-DE" dirty="0" err="1"/>
                        <a:t>Quota</a:t>
                      </a:r>
                      <a:r>
                        <a:rPr lang="de-DE" dirty="0"/>
                        <a:t> und Spike Arrest gleichzeitig ausgelöst</a:t>
                      </a:r>
                    </a:p>
                  </a:txBody>
                  <a:tcPr/>
                </a:tc>
                <a:extLst>
                  <a:ext uri="{0D108BD9-81ED-4DB2-BD59-A6C34878D82A}">
                    <a16:rowId xmlns:a16="http://schemas.microsoft.com/office/drawing/2014/main" val="4281116505"/>
                  </a:ext>
                </a:extLst>
              </a:tr>
              <a:tr h="370840">
                <a:tc>
                  <a:txBody>
                    <a:bodyPr/>
                    <a:lstStyle/>
                    <a:p>
                      <a:r>
                        <a:rPr lang="de-DE" dirty="0"/>
                        <a:t>Änderung bleibt wirkungslos</a:t>
                      </a:r>
                    </a:p>
                  </a:txBody>
                  <a:tcPr/>
                </a:tc>
                <a:tc>
                  <a:txBody>
                    <a:bodyPr/>
                    <a:lstStyle/>
                    <a:p>
                      <a:r>
                        <a:rPr lang="de-DE" dirty="0"/>
                        <a:t>Proxy nicht neu deployt</a:t>
                      </a:r>
                    </a:p>
                  </a:txBody>
                  <a:tcPr/>
                </a:tc>
                <a:extLst>
                  <a:ext uri="{0D108BD9-81ED-4DB2-BD59-A6C34878D82A}">
                    <a16:rowId xmlns:a16="http://schemas.microsoft.com/office/drawing/2014/main" val="3234143300"/>
                  </a:ext>
                </a:extLst>
              </a:tr>
              <a:tr h="370840">
                <a:tc>
                  <a:txBody>
                    <a:bodyPr/>
                    <a:lstStyle/>
                    <a:p>
                      <a:r>
                        <a:rPr lang="de-DE" dirty="0"/>
                        <a:t>Backend liefert Fehler</a:t>
                      </a:r>
                    </a:p>
                  </a:txBody>
                  <a:tcPr/>
                </a:tc>
                <a:tc>
                  <a:txBody>
                    <a:bodyPr/>
                    <a:lstStyle/>
                    <a:p>
                      <a:r>
                        <a:rPr lang="de-DE" dirty="0"/>
                        <a:t>Traffic-Prüfung erfolgreich, Backend scheitert</a:t>
                      </a:r>
                    </a:p>
                  </a:txBody>
                  <a:tcPr/>
                </a:tc>
                <a:extLst>
                  <a:ext uri="{0D108BD9-81ED-4DB2-BD59-A6C34878D82A}">
                    <a16:rowId xmlns:a16="http://schemas.microsoft.com/office/drawing/2014/main" val="708257484"/>
                  </a:ext>
                </a:extLst>
              </a:tr>
              <a:tr h="370840">
                <a:tc>
                  <a:txBody>
                    <a:bodyPr/>
                    <a:lstStyle/>
                    <a:p>
                      <a:r>
                        <a:rPr lang="de-DE" dirty="0"/>
                        <a:t>abgelehnte Requests werden trotzdem gezählt</a:t>
                      </a:r>
                    </a:p>
                  </a:txBody>
                  <a:tcPr/>
                </a:tc>
                <a:tc>
                  <a:txBody>
                    <a:bodyPr/>
                    <a:lstStyle/>
                    <a:p>
                      <a:r>
                        <a:rPr lang="de-DE" dirty="0"/>
                        <a:t>Reihenfolge und Policy-Zähler prüfen</a:t>
                      </a:r>
                    </a:p>
                  </a:txBody>
                  <a:tcPr/>
                </a:tc>
                <a:extLst>
                  <a:ext uri="{0D108BD9-81ED-4DB2-BD59-A6C34878D82A}">
                    <a16:rowId xmlns:a16="http://schemas.microsoft.com/office/drawing/2014/main" val="546163639"/>
                  </a:ext>
                </a:extLst>
              </a:tr>
            </a:tbl>
          </a:graphicData>
        </a:graphic>
      </p:graphicFrame>
    </p:spTree>
    <p:extLst>
      <p:ext uri="{BB962C8B-B14F-4D97-AF65-F5344CB8AC3E}">
        <p14:creationId xmlns:p14="http://schemas.microsoft.com/office/powerpoint/2010/main" val="14650087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0C5ECD-8FBE-65FC-5739-7D12A22B8665}"/>
              </a:ext>
            </a:extLst>
          </p:cNvPr>
          <p:cNvSpPr>
            <a:spLocks noGrp="1"/>
          </p:cNvSpPr>
          <p:nvPr>
            <p:ph type="title"/>
          </p:nvPr>
        </p:nvSpPr>
        <p:spPr/>
        <p:txBody>
          <a:bodyPr/>
          <a:lstStyle/>
          <a:p>
            <a:r>
              <a:rPr lang="de-DE" dirty="0"/>
              <a:t>Welche Grenzwerte sind sinnvoll?</a:t>
            </a:r>
          </a:p>
        </p:txBody>
      </p:sp>
      <p:sp>
        <p:nvSpPr>
          <p:cNvPr id="3" name="Inhaltsplatzhalter 2">
            <a:extLst>
              <a:ext uri="{FF2B5EF4-FFF2-40B4-BE49-F238E27FC236}">
                <a16:creationId xmlns:a16="http://schemas.microsoft.com/office/drawing/2014/main" id="{89770D4F-14CD-CE9E-693A-83B5CB8579F2}"/>
              </a:ext>
            </a:extLst>
          </p:cNvPr>
          <p:cNvSpPr>
            <a:spLocks noGrp="1"/>
          </p:cNvSpPr>
          <p:nvPr>
            <p:ph idx="1"/>
          </p:nvPr>
        </p:nvSpPr>
        <p:spPr/>
        <p:txBody>
          <a:bodyPr>
            <a:normAutofit lnSpcReduction="10000"/>
          </a:bodyPr>
          <a:lstStyle/>
          <a:p>
            <a:pPr marL="0" indent="0">
              <a:buNone/>
            </a:pPr>
            <a:r>
              <a:rPr lang="de-DE" dirty="0"/>
              <a:t>Grenzwerte nicht willkürlich festlegen. Berücksichtigen:</a:t>
            </a:r>
          </a:p>
          <a:p>
            <a:r>
              <a:rPr lang="de-DE" dirty="0"/>
              <a:t>Kapazität des </a:t>
            </a:r>
            <a:r>
              <a:rPr lang="de-DE" dirty="0" err="1"/>
              <a:t>Backends</a:t>
            </a:r>
            <a:r>
              <a:rPr lang="de-DE" dirty="0"/>
              <a:t> </a:t>
            </a:r>
          </a:p>
          <a:p>
            <a:r>
              <a:rPr lang="de-DE" dirty="0"/>
              <a:t>durchschnittliche Antwortzeit </a:t>
            </a:r>
          </a:p>
          <a:p>
            <a:r>
              <a:rPr lang="de-DE" dirty="0"/>
              <a:t>Zahl paralleler Konsumenten </a:t>
            </a:r>
          </a:p>
          <a:p>
            <a:r>
              <a:rPr lang="de-DE" dirty="0"/>
              <a:t>typische und maximale Last </a:t>
            </a:r>
          </a:p>
          <a:p>
            <a:r>
              <a:rPr lang="de-DE" dirty="0"/>
              <a:t>fachliche Nutzungsszenarien </a:t>
            </a:r>
          </a:p>
          <a:p>
            <a:r>
              <a:rPr lang="de-DE" dirty="0"/>
              <a:t>Batch- und Massenverarbeitung </a:t>
            </a:r>
          </a:p>
          <a:p>
            <a:r>
              <a:rPr lang="de-DE" dirty="0"/>
              <a:t>vereinbarte Service Levels </a:t>
            </a:r>
          </a:p>
          <a:p>
            <a:r>
              <a:rPr lang="de-DE" dirty="0"/>
              <a:t>Wiederholungsversuche der Clients</a:t>
            </a:r>
          </a:p>
          <a:p>
            <a:endParaRPr lang="de-DE" dirty="0"/>
          </a:p>
        </p:txBody>
      </p:sp>
    </p:spTree>
    <p:extLst>
      <p:ext uri="{BB962C8B-B14F-4D97-AF65-F5344CB8AC3E}">
        <p14:creationId xmlns:p14="http://schemas.microsoft.com/office/powerpoint/2010/main" val="22763603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3CE5E1-D4E2-9794-38F8-BBD977332C46}"/>
              </a:ext>
            </a:extLst>
          </p:cNvPr>
          <p:cNvSpPr>
            <a:spLocks noGrp="1"/>
          </p:cNvSpPr>
          <p:nvPr>
            <p:ph type="title"/>
          </p:nvPr>
        </p:nvSpPr>
        <p:spPr/>
        <p:txBody>
          <a:bodyPr/>
          <a:lstStyle/>
          <a:p>
            <a:r>
              <a:rPr lang="de-DE" dirty="0"/>
              <a:t>Verantwortung des API-Konsumenten</a:t>
            </a:r>
          </a:p>
        </p:txBody>
      </p:sp>
      <p:sp>
        <p:nvSpPr>
          <p:cNvPr id="3" name="Inhaltsplatzhalter 2">
            <a:extLst>
              <a:ext uri="{FF2B5EF4-FFF2-40B4-BE49-F238E27FC236}">
                <a16:creationId xmlns:a16="http://schemas.microsoft.com/office/drawing/2014/main" id="{52978717-192F-9174-60DB-6BD32F5F795C}"/>
              </a:ext>
            </a:extLst>
          </p:cNvPr>
          <p:cNvSpPr>
            <a:spLocks noGrp="1"/>
          </p:cNvSpPr>
          <p:nvPr>
            <p:ph idx="1"/>
          </p:nvPr>
        </p:nvSpPr>
        <p:spPr/>
        <p:txBody>
          <a:bodyPr/>
          <a:lstStyle/>
          <a:p>
            <a:pPr marL="0" indent="0">
              <a:buNone/>
            </a:pPr>
            <a:r>
              <a:rPr lang="de-DE" dirty="0"/>
              <a:t>Bei HTTP 429 sollte der Client:</a:t>
            </a:r>
          </a:p>
          <a:p>
            <a:r>
              <a:rPr lang="de-DE" dirty="0"/>
              <a:t>Requests nicht sofort unverändert wiederholen </a:t>
            </a:r>
          </a:p>
          <a:p>
            <a:r>
              <a:rPr lang="de-DE" dirty="0"/>
              <a:t>Wartezeit berücksichtigen </a:t>
            </a:r>
          </a:p>
          <a:p>
            <a:r>
              <a:rPr lang="de-DE" dirty="0"/>
              <a:t>exponentielles Backoff verwenden </a:t>
            </a:r>
          </a:p>
          <a:p>
            <a:r>
              <a:rPr lang="de-DE" dirty="0"/>
              <a:t>gegebenenfalls Zufallsanteil ergänzen </a:t>
            </a:r>
          </a:p>
          <a:p>
            <a:r>
              <a:rPr lang="de-DE" dirty="0"/>
              <a:t>Batch-Größen reduzieren </a:t>
            </a:r>
          </a:p>
          <a:p>
            <a:r>
              <a:rPr lang="de-DE" dirty="0"/>
              <a:t>Fehlermeldung protokollieren</a:t>
            </a:r>
          </a:p>
          <a:p>
            <a:endParaRPr lang="de-DE" dirty="0"/>
          </a:p>
        </p:txBody>
      </p:sp>
    </p:spTree>
    <p:extLst>
      <p:ext uri="{BB962C8B-B14F-4D97-AF65-F5344CB8AC3E}">
        <p14:creationId xmlns:p14="http://schemas.microsoft.com/office/powerpoint/2010/main" val="32412941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29E49F-D38B-CFF1-1235-0D6E6D9EA487}"/>
              </a:ext>
            </a:extLst>
          </p:cNvPr>
          <p:cNvSpPr>
            <a:spLocks noGrp="1"/>
          </p:cNvSpPr>
          <p:nvPr>
            <p:ph type="title"/>
          </p:nvPr>
        </p:nvSpPr>
        <p:spPr/>
        <p:txBody>
          <a:bodyPr/>
          <a:lstStyle/>
          <a:p>
            <a:r>
              <a:rPr lang="de-DE" dirty="0"/>
              <a:t>Monitoring und Analytics</a:t>
            </a:r>
          </a:p>
        </p:txBody>
      </p:sp>
      <p:sp>
        <p:nvSpPr>
          <p:cNvPr id="3" name="Inhaltsplatzhalter 2">
            <a:extLst>
              <a:ext uri="{FF2B5EF4-FFF2-40B4-BE49-F238E27FC236}">
                <a16:creationId xmlns:a16="http://schemas.microsoft.com/office/drawing/2014/main" id="{FCBB9006-9718-8468-ED9D-E55339736068}"/>
              </a:ext>
            </a:extLst>
          </p:cNvPr>
          <p:cNvSpPr>
            <a:spLocks noGrp="1"/>
          </p:cNvSpPr>
          <p:nvPr>
            <p:ph idx="1"/>
          </p:nvPr>
        </p:nvSpPr>
        <p:spPr/>
        <p:txBody>
          <a:bodyPr/>
          <a:lstStyle/>
          <a:p>
            <a:r>
              <a:rPr lang="de-DE" dirty="0"/>
              <a:t>Drei unterschiedliche Perspektiven</a:t>
            </a:r>
          </a:p>
          <a:p>
            <a:r>
              <a:rPr lang="de-DE" dirty="0"/>
              <a:t>Monitoring</a:t>
            </a:r>
          </a:p>
          <a:p>
            <a:r>
              <a:rPr lang="de-DE" dirty="0"/>
              <a:t>Debugging</a:t>
            </a:r>
          </a:p>
          <a:p>
            <a:r>
              <a:rPr lang="de-DE" dirty="0"/>
              <a:t>Analytics</a:t>
            </a:r>
          </a:p>
          <a:p>
            <a:endParaRPr lang="de-DE" dirty="0"/>
          </a:p>
        </p:txBody>
      </p:sp>
    </p:spTree>
    <p:extLst>
      <p:ext uri="{BB962C8B-B14F-4D97-AF65-F5344CB8AC3E}">
        <p14:creationId xmlns:p14="http://schemas.microsoft.com/office/powerpoint/2010/main" val="2684768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130F4A-18A9-F411-65FB-E6411819A903}"/>
              </a:ext>
            </a:extLst>
          </p:cNvPr>
          <p:cNvSpPr>
            <a:spLocks noGrp="1"/>
          </p:cNvSpPr>
          <p:nvPr>
            <p:ph type="title"/>
          </p:nvPr>
        </p:nvSpPr>
        <p:spPr/>
        <p:txBody>
          <a:bodyPr/>
          <a:lstStyle/>
          <a:p>
            <a:r>
              <a:rPr lang="de-DE" dirty="0"/>
              <a:t>Drei unterschiedliche Perspektiven</a:t>
            </a:r>
          </a:p>
        </p:txBody>
      </p:sp>
      <p:graphicFrame>
        <p:nvGraphicFramePr>
          <p:cNvPr id="4" name="Inhaltsplatzhalter 3">
            <a:extLst>
              <a:ext uri="{FF2B5EF4-FFF2-40B4-BE49-F238E27FC236}">
                <a16:creationId xmlns:a16="http://schemas.microsoft.com/office/drawing/2014/main" id="{73D94264-F731-3E66-EC16-9F58ECC61EC9}"/>
              </a:ext>
            </a:extLst>
          </p:cNvPr>
          <p:cNvGraphicFramePr>
            <a:graphicFrameLocks noGrp="1"/>
          </p:cNvGraphicFramePr>
          <p:nvPr>
            <p:ph idx="1"/>
            <p:extLst>
              <p:ext uri="{D42A27DB-BD31-4B8C-83A1-F6EECF244321}">
                <p14:modId xmlns:p14="http://schemas.microsoft.com/office/powerpoint/2010/main" val="2462531180"/>
              </p:ext>
            </p:extLst>
          </p:nvPr>
        </p:nvGraphicFramePr>
        <p:xfrm>
          <a:off x="838200" y="1825625"/>
          <a:ext cx="9489122" cy="1483360"/>
        </p:xfrm>
        <a:graphic>
          <a:graphicData uri="http://schemas.openxmlformats.org/drawingml/2006/table">
            <a:tbl>
              <a:tblPr firstRow="1" bandRow="1">
                <a:tableStyleId>{5C22544A-7EE6-4342-B048-85BDC9FD1C3A}</a:tableStyleId>
              </a:tblPr>
              <a:tblGrid>
                <a:gridCol w="1280287">
                  <a:extLst>
                    <a:ext uri="{9D8B030D-6E8A-4147-A177-3AD203B41FA5}">
                      <a16:colId xmlns:a16="http://schemas.microsoft.com/office/drawing/2014/main" val="4287122207"/>
                    </a:ext>
                  </a:extLst>
                </a:gridCol>
                <a:gridCol w="4703636">
                  <a:extLst>
                    <a:ext uri="{9D8B030D-6E8A-4147-A177-3AD203B41FA5}">
                      <a16:colId xmlns:a16="http://schemas.microsoft.com/office/drawing/2014/main" val="2072165320"/>
                    </a:ext>
                  </a:extLst>
                </a:gridCol>
                <a:gridCol w="3505199">
                  <a:extLst>
                    <a:ext uri="{9D8B030D-6E8A-4147-A177-3AD203B41FA5}">
                      <a16:colId xmlns:a16="http://schemas.microsoft.com/office/drawing/2014/main" val="1757371279"/>
                    </a:ext>
                  </a:extLst>
                </a:gridCol>
              </a:tblGrid>
              <a:tr h="370840">
                <a:tc>
                  <a:txBody>
                    <a:bodyPr/>
                    <a:lstStyle/>
                    <a:p>
                      <a:r>
                        <a:rPr lang="de-DE" dirty="0"/>
                        <a:t>Werkzeug</a:t>
                      </a:r>
                    </a:p>
                  </a:txBody>
                  <a:tcPr/>
                </a:tc>
                <a:tc>
                  <a:txBody>
                    <a:bodyPr/>
                    <a:lstStyle/>
                    <a:p>
                      <a:r>
                        <a:rPr lang="de-DE" dirty="0"/>
                        <a:t>Leitfrage</a:t>
                      </a:r>
                    </a:p>
                  </a:txBody>
                  <a:tcPr/>
                </a:tc>
                <a:tc>
                  <a:txBody>
                    <a:bodyPr/>
                    <a:lstStyle/>
                    <a:p>
                      <a:r>
                        <a:rPr lang="de-DE" dirty="0"/>
                        <a:t>Einsatz</a:t>
                      </a:r>
                    </a:p>
                  </a:txBody>
                  <a:tcPr/>
                </a:tc>
                <a:extLst>
                  <a:ext uri="{0D108BD9-81ED-4DB2-BD59-A6C34878D82A}">
                    <a16:rowId xmlns:a16="http://schemas.microsoft.com/office/drawing/2014/main" val="1115560708"/>
                  </a:ext>
                </a:extLst>
              </a:tr>
              <a:tr h="370840">
                <a:tc>
                  <a:txBody>
                    <a:bodyPr/>
                    <a:lstStyle/>
                    <a:p>
                      <a:r>
                        <a:rPr lang="de-DE" dirty="0"/>
                        <a:t>Monitoring</a:t>
                      </a:r>
                    </a:p>
                  </a:txBody>
                  <a:tcPr/>
                </a:tc>
                <a:tc>
                  <a:txBody>
                    <a:bodyPr/>
                    <a:lstStyle/>
                    <a:p>
                      <a:r>
                        <a:rPr lang="de-DE" dirty="0"/>
                        <a:t>Läuft der API Proxy?</a:t>
                      </a:r>
                    </a:p>
                  </a:txBody>
                  <a:tcPr/>
                </a:tc>
                <a:tc>
                  <a:txBody>
                    <a:bodyPr/>
                    <a:lstStyle/>
                    <a:p>
                      <a:r>
                        <a:rPr lang="de-DE" dirty="0"/>
                        <a:t>Betriebsstatus</a:t>
                      </a:r>
                    </a:p>
                  </a:txBody>
                  <a:tcPr/>
                </a:tc>
                <a:extLst>
                  <a:ext uri="{0D108BD9-81ED-4DB2-BD59-A6C34878D82A}">
                    <a16:rowId xmlns:a16="http://schemas.microsoft.com/office/drawing/2014/main" val="2251382790"/>
                  </a:ext>
                </a:extLst>
              </a:tr>
              <a:tr h="370840">
                <a:tc>
                  <a:txBody>
                    <a:bodyPr/>
                    <a:lstStyle/>
                    <a:p>
                      <a:r>
                        <a:rPr lang="de-DE" dirty="0"/>
                        <a:t>Debugging</a:t>
                      </a:r>
                    </a:p>
                  </a:txBody>
                  <a:tcPr/>
                </a:tc>
                <a:tc>
                  <a:txBody>
                    <a:bodyPr/>
                    <a:lstStyle/>
                    <a:p>
                      <a:r>
                        <a:rPr lang="de-DE" dirty="0"/>
                        <a:t>Was geschieht bei diesem Request?</a:t>
                      </a:r>
                    </a:p>
                  </a:txBody>
                  <a:tcPr/>
                </a:tc>
                <a:tc>
                  <a:txBody>
                    <a:bodyPr/>
                    <a:lstStyle/>
                    <a:p>
                      <a:r>
                        <a:rPr lang="de-DE" dirty="0"/>
                        <a:t>Fehlersuche</a:t>
                      </a:r>
                    </a:p>
                  </a:txBody>
                  <a:tcPr/>
                </a:tc>
                <a:extLst>
                  <a:ext uri="{0D108BD9-81ED-4DB2-BD59-A6C34878D82A}">
                    <a16:rowId xmlns:a16="http://schemas.microsoft.com/office/drawing/2014/main" val="130581821"/>
                  </a:ext>
                </a:extLst>
              </a:tr>
              <a:tr h="370840">
                <a:tc>
                  <a:txBody>
                    <a:bodyPr/>
                    <a:lstStyle/>
                    <a:p>
                      <a:r>
                        <a:rPr lang="de-DE" dirty="0"/>
                        <a:t>Analytics</a:t>
                      </a:r>
                    </a:p>
                  </a:txBody>
                  <a:tcPr/>
                </a:tc>
                <a:tc>
                  <a:txBody>
                    <a:bodyPr/>
                    <a:lstStyle/>
                    <a:p>
                      <a:r>
                        <a:rPr lang="de-DE" dirty="0"/>
                        <a:t>Wie wird die API über einen Zeitraum genutzt?</a:t>
                      </a:r>
                    </a:p>
                  </a:txBody>
                  <a:tcPr/>
                </a:tc>
                <a:tc>
                  <a:txBody>
                    <a:bodyPr/>
                    <a:lstStyle/>
                    <a:p>
                      <a:r>
                        <a:rPr lang="de-DE" dirty="0"/>
                        <a:t>Auswertung und Trends</a:t>
                      </a:r>
                    </a:p>
                  </a:txBody>
                  <a:tcPr/>
                </a:tc>
                <a:extLst>
                  <a:ext uri="{0D108BD9-81ED-4DB2-BD59-A6C34878D82A}">
                    <a16:rowId xmlns:a16="http://schemas.microsoft.com/office/drawing/2014/main" val="2073064966"/>
                  </a:ext>
                </a:extLst>
              </a:tr>
            </a:tbl>
          </a:graphicData>
        </a:graphic>
      </p:graphicFrame>
      <p:sp>
        <p:nvSpPr>
          <p:cNvPr id="6" name="Inhaltsplatzhalter 6">
            <a:extLst>
              <a:ext uri="{FF2B5EF4-FFF2-40B4-BE49-F238E27FC236}">
                <a16:creationId xmlns:a16="http://schemas.microsoft.com/office/drawing/2014/main" id="{08EA7E6D-1A92-6061-5CE3-C7B60FACB1D0}"/>
              </a:ext>
            </a:extLst>
          </p:cNvPr>
          <p:cNvSpPr txBox="1">
            <a:spLocks/>
          </p:cNvSpPr>
          <p:nvPr/>
        </p:nvSpPr>
        <p:spPr>
          <a:xfrm>
            <a:off x="836612" y="5016499"/>
            <a:ext cx="10515600" cy="1325564"/>
          </a:xfrm>
          <a:prstGeom prst="rect">
            <a:avLst/>
          </a:prstGeom>
        </p:spPr>
        <p:txBody>
          <a:bodyPr vert="horz" lIns="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dirty="0"/>
              <a:t>Monitoring zeigt den Zustand.</a:t>
            </a:r>
          </a:p>
          <a:p>
            <a:pPr marL="0" indent="0">
              <a:buNone/>
            </a:pPr>
            <a:r>
              <a:rPr lang="de-DE" dirty="0"/>
              <a:t>Debugging erklärt einen Einzelfall.</a:t>
            </a:r>
          </a:p>
          <a:p>
            <a:pPr marL="0" indent="0">
              <a:buNone/>
            </a:pPr>
            <a:r>
              <a:rPr lang="de-DE" dirty="0"/>
              <a:t>Analytics zeigt Entwicklungen.</a:t>
            </a:r>
            <a:endParaRPr lang="de-DE" dirty="0">
              <a:highlight>
                <a:srgbClr val="FFFF00"/>
              </a:highlight>
            </a:endParaRPr>
          </a:p>
        </p:txBody>
      </p:sp>
    </p:spTree>
    <p:extLst>
      <p:ext uri="{BB962C8B-B14F-4D97-AF65-F5344CB8AC3E}">
        <p14:creationId xmlns:p14="http://schemas.microsoft.com/office/powerpoint/2010/main" val="1575457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A76AE5-99C6-5607-2D09-BD46081A75BE}"/>
              </a:ext>
            </a:extLst>
          </p:cNvPr>
          <p:cNvSpPr>
            <a:spLocks noGrp="1"/>
          </p:cNvSpPr>
          <p:nvPr>
            <p:ph type="title"/>
          </p:nvPr>
        </p:nvSpPr>
        <p:spPr/>
        <p:txBody>
          <a:bodyPr/>
          <a:lstStyle/>
          <a:p>
            <a:r>
              <a:rPr lang="de-DE" dirty="0"/>
              <a:t>Welche Daten interessieren uns?</a:t>
            </a:r>
          </a:p>
        </p:txBody>
      </p:sp>
      <p:sp>
        <p:nvSpPr>
          <p:cNvPr id="3" name="Inhaltsplatzhalter 2">
            <a:extLst>
              <a:ext uri="{FF2B5EF4-FFF2-40B4-BE49-F238E27FC236}">
                <a16:creationId xmlns:a16="http://schemas.microsoft.com/office/drawing/2014/main" id="{8C8BDEF3-2C67-890B-1AC4-D83B321C7FCA}"/>
              </a:ext>
            </a:extLst>
          </p:cNvPr>
          <p:cNvSpPr>
            <a:spLocks noGrp="1"/>
          </p:cNvSpPr>
          <p:nvPr>
            <p:ph sz="half" idx="1"/>
          </p:nvPr>
        </p:nvSpPr>
        <p:spPr/>
        <p:txBody>
          <a:bodyPr>
            <a:normAutofit lnSpcReduction="10000"/>
          </a:bodyPr>
          <a:lstStyle/>
          <a:p>
            <a:pPr marL="0" indent="0">
              <a:buNone/>
            </a:pPr>
            <a:r>
              <a:rPr lang="de-DE" b="1" dirty="0"/>
              <a:t>Nutzung</a:t>
            </a:r>
          </a:p>
          <a:p>
            <a:r>
              <a:rPr lang="de-DE" dirty="0"/>
              <a:t>Anzahl der API-Aufrufe </a:t>
            </a:r>
          </a:p>
          <a:p>
            <a:r>
              <a:rPr lang="de-DE" dirty="0"/>
              <a:t>Verteilung über die Zeit </a:t>
            </a:r>
          </a:p>
          <a:p>
            <a:r>
              <a:rPr lang="de-DE" dirty="0"/>
              <a:t>verwendete API Proxys </a:t>
            </a:r>
          </a:p>
          <a:p>
            <a:r>
              <a:rPr lang="de-DE" dirty="0"/>
              <a:t>konsumierende </a:t>
            </a:r>
            <a:r>
              <a:rPr lang="de-DE" dirty="0" err="1"/>
              <a:t>Applications</a:t>
            </a:r>
            <a:r>
              <a:rPr lang="de-DE" dirty="0"/>
              <a:t> </a:t>
            </a:r>
          </a:p>
          <a:p>
            <a:pPr marL="0" indent="0">
              <a:buNone/>
            </a:pPr>
            <a:r>
              <a:rPr lang="de-DE" b="1" dirty="0"/>
              <a:t>Qualität</a:t>
            </a:r>
          </a:p>
          <a:p>
            <a:r>
              <a:rPr lang="de-DE" dirty="0"/>
              <a:t>Erfolgs- und Fehlerrate </a:t>
            </a:r>
          </a:p>
          <a:p>
            <a:r>
              <a:rPr lang="de-DE" dirty="0"/>
              <a:t>HTTP-Statuscodes </a:t>
            </a:r>
          </a:p>
          <a:p>
            <a:r>
              <a:rPr lang="de-DE" dirty="0"/>
              <a:t>Policy- und Systemfehler </a:t>
            </a:r>
          </a:p>
          <a:p>
            <a:endParaRPr lang="de-DE" dirty="0"/>
          </a:p>
        </p:txBody>
      </p:sp>
      <p:sp>
        <p:nvSpPr>
          <p:cNvPr id="4" name="Inhaltsplatzhalter 3">
            <a:extLst>
              <a:ext uri="{FF2B5EF4-FFF2-40B4-BE49-F238E27FC236}">
                <a16:creationId xmlns:a16="http://schemas.microsoft.com/office/drawing/2014/main" id="{21506BAB-115F-8EA8-3A2A-AE8B0D43F97C}"/>
              </a:ext>
            </a:extLst>
          </p:cNvPr>
          <p:cNvSpPr>
            <a:spLocks noGrp="1"/>
          </p:cNvSpPr>
          <p:nvPr>
            <p:ph sz="half" idx="2"/>
          </p:nvPr>
        </p:nvSpPr>
        <p:spPr/>
        <p:txBody>
          <a:bodyPr>
            <a:normAutofit lnSpcReduction="10000"/>
          </a:bodyPr>
          <a:lstStyle/>
          <a:p>
            <a:pPr marL="0" indent="0">
              <a:buNone/>
            </a:pPr>
            <a:r>
              <a:rPr lang="de-DE" b="1" dirty="0"/>
              <a:t>Leistung</a:t>
            </a:r>
          </a:p>
          <a:p>
            <a:r>
              <a:rPr lang="de-DE" dirty="0"/>
              <a:t>gesamte Antwortzeit </a:t>
            </a:r>
          </a:p>
          <a:p>
            <a:r>
              <a:rPr lang="de-DE" dirty="0"/>
              <a:t>Zeit im API Proxy </a:t>
            </a:r>
          </a:p>
          <a:p>
            <a:r>
              <a:rPr lang="de-DE" dirty="0"/>
              <a:t>Antwortzeit des </a:t>
            </a:r>
            <a:r>
              <a:rPr lang="de-DE" dirty="0" err="1"/>
              <a:t>Backends</a:t>
            </a:r>
            <a:endParaRPr lang="de-DE" dirty="0"/>
          </a:p>
          <a:p>
            <a:endParaRPr lang="de-DE" dirty="0"/>
          </a:p>
        </p:txBody>
      </p:sp>
    </p:spTree>
    <p:extLst>
      <p:ext uri="{BB962C8B-B14F-4D97-AF65-F5344CB8AC3E}">
        <p14:creationId xmlns:p14="http://schemas.microsoft.com/office/powerpoint/2010/main" val="35242697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F8486F-A7D1-B0EF-7259-62124EA54084}"/>
              </a:ext>
            </a:extLst>
          </p:cNvPr>
          <p:cNvSpPr>
            <a:spLocks noGrp="1"/>
          </p:cNvSpPr>
          <p:nvPr>
            <p:ph type="title"/>
          </p:nvPr>
        </p:nvSpPr>
        <p:spPr/>
        <p:txBody>
          <a:bodyPr/>
          <a:lstStyle/>
          <a:p>
            <a:r>
              <a:rPr lang="de-DE" dirty="0"/>
              <a:t>API Proxy und </a:t>
            </a:r>
            <a:r>
              <a:rPr lang="de-DE" dirty="0" err="1"/>
              <a:t>Deployment</a:t>
            </a:r>
            <a:r>
              <a:rPr lang="de-DE" dirty="0"/>
              <a:t> Status</a:t>
            </a:r>
          </a:p>
        </p:txBody>
      </p:sp>
      <p:sp>
        <p:nvSpPr>
          <p:cNvPr id="3" name="Inhaltsplatzhalter 2">
            <a:extLst>
              <a:ext uri="{FF2B5EF4-FFF2-40B4-BE49-F238E27FC236}">
                <a16:creationId xmlns:a16="http://schemas.microsoft.com/office/drawing/2014/main" id="{FE7268A3-6F23-8FE3-4D1D-E3A8A6B32944}"/>
              </a:ext>
            </a:extLst>
          </p:cNvPr>
          <p:cNvSpPr>
            <a:spLocks noGrp="1"/>
          </p:cNvSpPr>
          <p:nvPr>
            <p:ph idx="1"/>
          </p:nvPr>
        </p:nvSpPr>
        <p:spPr/>
        <p:txBody>
          <a:bodyPr/>
          <a:lstStyle/>
          <a:p>
            <a:r>
              <a:rPr lang="de-DE" dirty="0"/>
              <a:t>In der API Verwaltung prüfen</a:t>
            </a:r>
          </a:p>
          <a:p>
            <a:r>
              <a:rPr lang="de-DE" dirty="0"/>
              <a:t>Kein separater Monitoring-Bereich</a:t>
            </a:r>
          </a:p>
        </p:txBody>
      </p:sp>
      <p:pic>
        <p:nvPicPr>
          <p:cNvPr id="5" name="Grafik 4">
            <a:extLst>
              <a:ext uri="{FF2B5EF4-FFF2-40B4-BE49-F238E27FC236}">
                <a16:creationId xmlns:a16="http://schemas.microsoft.com/office/drawing/2014/main" id="{28540060-AFC6-F5D9-AED2-DE156081D202}"/>
              </a:ext>
            </a:extLst>
          </p:cNvPr>
          <p:cNvPicPr>
            <a:picLocks noChangeAspect="1"/>
          </p:cNvPicPr>
          <p:nvPr/>
        </p:nvPicPr>
        <p:blipFill>
          <a:blip r:embed="rId3"/>
          <a:stretch>
            <a:fillRect/>
          </a:stretch>
        </p:blipFill>
        <p:spPr>
          <a:xfrm>
            <a:off x="1218519" y="2890379"/>
            <a:ext cx="9754961" cy="3286584"/>
          </a:xfrm>
          <a:prstGeom prst="rect">
            <a:avLst/>
          </a:prstGeom>
        </p:spPr>
      </p:pic>
    </p:spTree>
    <p:extLst>
      <p:ext uri="{BB962C8B-B14F-4D97-AF65-F5344CB8AC3E}">
        <p14:creationId xmlns:p14="http://schemas.microsoft.com/office/powerpoint/2010/main" val="27589894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313784-28BB-CD46-7FDD-58E1258F9A67}"/>
              </a:ext>
            </a:extLst>
          </p:cNvPr>
          <p:cNvSpPr>
            <a:spLocks noGrp="1"/>
          </p:cNvSpPr>
          <p:nvPr>
            <p:ph type="title"/>
          </p:nvPr>
        </p:nvSpPr>
        <p:spPr/>
        <p:txBody>
          <a:bodyPr/>
          <a:lstStyle/>
          <a:p>
            <a:r>
              <a:rPr lang="de-DE" dirty="0"/>
              <a:t>Häufiger Fehler: </a:t>
            </a:r>
            <a:br>
              <a:rPr lang="de-DE" dirty="0"/>
            </a:br>
            <a:r>
              <a:rPr lang="de-DE" dirty="0"/>
              <a:t>Gespeichert, aber nicht deployt</a:t>
            </a:r>
          </a:p>
        </p:txBody>
      </p:sp>
      <p:sp>
        <p:nvSpPr>
          <p:cNvPr id="3" name="Inhaltsplatzhalter 2">
            <a:extLst>
              <a:ext uri="{FF2B5EF4-FFF2-40B4-BE49-F238E27FC236}">
                <a16:creationId xmlns:a16="http://schemas.microsoft.com/office/drawing/2014/main" id="{B8E0EE58-B1DA-697D-629B-392DCE2779AA}"/>
              </a:ext>
            </a:extLst>
          </p:cNvPr>
          <p:cNvSpPr>
            <a:spLocks noGrp="1"/>
          </p:cNvSpPr>
          <p:nvPr>
            <p:ph idx="1"/>
          </p:nvPr>
        </p:nvSpPr>
        <p:spPr/>
        <p:txBody>
          <a:bodyPr/>
          <a:lstStyle/>
          <a:p>
            <a:r>
              <a:rPr lang="de-DE" dirty="0"/>
              <a:t>Policy geändert</a:t>
            </a:r>
          </a:p>
          <a:p>
            <a:r>
              <a:rPr lang="de-DE" dirty="0"/>
              <a:t>Nur gespeichert</a:t>
            </a:r>
          </a:p>
          <a:p>
            <a:endParaRPr lang="de-DE" dirty="0"/>
          </a:p>
          <a:p>
            <a:pPr marL="0" indent="0">
              <a:buNone/>
            </a:pPr>
            <a:r>
              <a:rPr lang="de-DE" dirty="0" err="1"/>
              <a:t>Runtime</a:t>
            </a:r>
            <a:r>
              <a:rPr lang="de-DE" dirty="0"/>
              <a:t> verwendet weiterhin vorherige Version</a:t>
            </a:r>
          </a:p>
          <a:p>
            <a:pPr marL="0" indent="0">
              <a:buNone/>
            </a:pPr>
            <a:endParaRPr lang="de-DE" dirty="0"/>
          </a:p>
          <a:p>
            <a:pPr marL="0" indent="0">
              <a:buNone/>
            </a:pPr>
            <a:r>
              <a:rPr lang="de-DE" dirty="0"/>
              <a:t>Deshalb kontrollieren:</a:t>
            </a:r>
          </a:p>
          <a:p>
            <a:pPr marL="0" indent="0">
              <a:buNone/>
            </a:pPr>
            <a:r>
              <a:rPr lang="de-DE" dirty="0"/>
              <a:t>Speichern -&gt; Deployen -&gt; Status prüfen -&gt; Testen</a:t>
            </a:r>
          </a:p>
        </p:txBody>
      </p:sp>
    </p:spTree>
    <p:extLst>
      <p:ext uri="{BB962C8B-B14F-4D97-AF65-F5344CB8AC3E}">
        <p14:creationId xmlns:p14="http://schemas.microsoft.com/office/powerpoint/2010/main" val="38139575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BAB315-1528-EA8D-068F-E871E0D16802}"/>
              </a:ext>
            </a:extLst>
          </p:cNvPr>
          <p:cNvSpPr>
            <a:spLocks noGrp="1"/>
          </p:cNvSpPr>
          <p:nvPr>
            <p:ph type="title"/>
          </p:nvPr>
        </p:nvSpPr>
        <p:spPr/>
        <p:txBody>
          <a:bodyPr/>
          <a:lstStyle/>
          <a:p>
            <a:r>
              <a:rPr lang="de-DE" dirty="0"/>
              <a:t>Debugging: einen Request verfolgen</a:t>
            </a:r>
          </a:p>
        </p:txBody>
      </p:sp>
      <p:sp>
        <p:nvSpPr>
          <p:cNvPr id="3" name="Inhaltsplatzhalter 2">
            <a:extLst>
              <a:ext uri="{FF2B5EF4-FFF2-40B4-BE49-F238E27FC236}">
                <a16:creationId xmlns:a16="http://schemas.microsoft.com/office/drawing/2014/main" id="{6817967A-5458-18AC-3B77-9BC1D8BE075B}"/>
              </a:ext>
            </a:extLst>
          </p:cNvPr>
          <p:cNvSpPr>
            <a:spLocks noGrp="1"/>
          </p:cNvSpPr>
          <p:nvPr>
            <p:ph idx="1"/>
          </p:nvPr>
        </p:nvSpPr>
        <p:spPr/>
        <p:txBody>
          <a:bodyPr/>
          <a:lstStyle/>
          <a:p>
            <a:endParaRPr lang="de-DE"/>
          </a:p>
        </p:txBody>
      </p:sp>
      <p:pic>
        <p:nvPicPr>
          <p:cNvPr id="5" name="Grafik 4">
            <a:extLst>
              <a:ext uri="{FF2B5EF4-FFF2-40B4-BE49-F238E27FC236}">
                <a16:creationId xmlns:a16="http://schemas.microsoft.com/office/drawing/2014/main" id="{C87C0B39-98D2-39F5-06B7-6180E71C987B}"/>
              </a:ext>
            </a:extLst>
          </p:cNvPr>
          <p:cNvPicPr>
            <a:picLocks noChangeAspect="1"/>
          </p:cNvPicPr>
          <p:nvPr/>
        </p:nvPicPr>
        <p:blipFill>
          <a:blip r:embed="rId3"/>
          <a:stretch>
            <a:fillRect/>
          </a:stretch>
        </p:blipFill>
        <p:spPr>
          <a:xfrm>
            <a:off x="838200" y="1825625"/>
            <a:ext cx="10515600" cy="2413416"/>
          </a:xfrm>
          <a:prstGeom prst="rect">
            <a:avLst/>
          </a:prstGeom>
        </p:spPr>
      </p:pic>
      <p:pic>
        <p:nvPicPr>
          <p:cNvPr id="7" name="Grafik 6">
            <a:extLst>
              <a:ext uri="{FF2B5EF4-FFF2-40B4-BE49-F238E27FC236}">
                <a16:creationId xmlns:a16="http://schemas.microsoft.com/office/drawing/2014/main" id="{D5C37317-E011-C9A0-D0C9-802379284F0D}"/>
              </a:ext>
            </a:extLst>
          </p:cNvPr>
          <p:cNvPicPr>
            <a:picLocks noChangeAspect="1"/>
          </p:cNvPicPr>
          <p:nvPr/>
        </p:nvPicPr>
        <p:blipFill>
          <a:blip r:embed="rId4"/>
          <a:stretch>
            <a:fillRect/>
          </a:stretch>
        </p:blipFill>
        <p:spPr>
          <a:xfrm>
            <a:off x="1962278" y="4211089"/>
            <a:ext cx="8267443" cy="1965874"/>
          </a:xfrm>
          <a:prstGeom prst="rect">
            <a:avLst/>
          </a:prstGeom>
        </p:spPr>
      </p:pic>
    </p:spTree>
    <p:extLst>
      <p:ext uri="{BB962C8B-B14F-4D97-AF65-F5344CB8AC3E}">
        <p14:creationId xmlns:p14="http://schemas.microsoft.com/office/powerpoint/2010/main" val="37756907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1AE689-AD3A-6E0A-F5DA-3A6ED748D012}"/>
              </a:ext>
            </a:extLst>
          </p:cNvPr>
          <p:cNvSpPr>
            <a:spLocks noGrp="1"/>
          </p:cNvSpPr>
          <p:nvPr>
            <p:ph type="title"/>
          </p:nvPr>
        </p:nvSpPr>
        <p:spPr/>
        <p:txBody>
          <a:bodyPr/>
          <a:lstStyle/>
          <a:p>
            <a:r>
              <a:rPr lang="de-DE" dirty="0"/>
              <a:t>Was zeigt der Debugger?</a:t>
            </a:r>
          </a:p>
        </p:txBody>
      </p:sp>
      <p:sp>
        <p:nvSpPr>
          <p:cNvPr id="3" name="Inhaltsplatzhalter 2">
            <a:extLst>
              <a:ext uri="{FF2B5EF4-FFF2-40B4-BE49-F238E27FC236}">
                <a16:creationId xmlns:a16="http://schemas.microsoft.com/office/drawing/2014/main" id="{42EE656D-CADE-0E52-DCCD-D3D3DC28B54D}"/>
              </a:ext>
            </a:extLst>
          </p:cNvPr>
          <p:cNvSpPr>
            <a:spLocks noGrp="1"/>
          </p:cNvSpPr>
          <p:nvPr>
            <p:ph idx="1"/>
          </p:nvPr>
        </p:nvSpPr>
        <p:spPr/>
        <p:txBody>
          <a:bodyPr>
            <a:normAutofit fontScale="92500" lnSpcReduction="20000"/>
          </a:bodyPr>
          <a:lstStyle/>
          <a:p>
            <a:pPr marL="0" indent="0">
              <a:buNone/>
            </a:pPr>
            <a:r>
              <a:rPr lang="de-DE" dirty="0"/>
              <a:t>Je nach Verarbeitungsschritt:</a:t>
            </a:r>
          </a:p>
          <a:p>
            <a:r>
              <a:rPr lang="de-DE" dirty="0"/>
              <a:t>Request- und Response-Header </a:t>
            </a:r>
          </a:p>
          <a:p>
            <a:r>
              <a:rPr lang="de-DE" dirty="0"/>
              <a:t>HTTP-Methode und Pfad </a:t>
            </a:r>
          </a:p>
          <a:p>
            <a:r>
              <a:rPr lang="de-DE" dirty="0"/>
              <a:t>Query-Parameter </a:t>
            </a:r>
          </a:p>
          <a:p>
            <a:r>
              <a:rPr lang="de-DE" dirty="0"/>
              <a:t>Flow-Variablen </a:t>
            </a:r>
          </a:p>
          <a:p>
            <a:r>
              <a:rPr lang="de-DE" dirty="0"/>
              <a:t>ausgeführte Policy </a:t>
            </a:r>
          </a:p>
          <a:p>
            <a:r>
              <a:rPr lang="de-DE" dirty="0"/>
              <a:t>Policy-Ergebnis </a:t>
            </a:r>
          </a:p>
          <a:p>
            <a:r>
              <a:rPr lang="de-DE" dirty="0"/>
              <a:t>Ziel-URL </a:t>
            </a:r>
          </a:p>
          <a:p>
            <a:r>
              <a:rPr lang="de-DE" dirty="0"/>
              <a:t>Fehlerdetails </a:t>
            </a:r>
          </a:p>
          <a:p>
            <a:r>
              <a:rPr lang="de-DE" dirty="0"/>
              <a:t>Zeitinformationen</a:t>
            </a:r>
          </a:p>
          <a:p>
            <a:endParaRPr lang="de-DE" dirty="0"/>
          </a:p>
        </p:txBody>
      </p:sp>
    </p:spTree>
    <p:extLst>
      <p:ext uri="{BB962C8B-B14F-4D97-AF65-F5344CB8AC3E}">
        <p14:creationId xmlns:p14="http://schemas.microsoft.com/office/powerpoint/2010/main" val="40907857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50225A-464C-3A1C-3D01-6F293360F32A}"/>
              </a:ext>
            </a:extLst>
          </p:cNvPr>
          <p:cNvSpPr>
            <a:spLocks noGrp="1"/>
          </p:cNvSpPr>
          <p:nvPr>
            <p:ph type="title"/>
          </p:nvPr>
        </p:nvSpPr>
        <p:spPr/>
        <p:txBody>
          <a:bodyPr/>
          <a:lstStyle/>
          <a:p>
            <a:r>
              <a:rPr lang="de-DE" dirty="0"/>
              <a:t>Sensible Daten im Debugger</a:t>
            </a:r>
          </a:p>
        </p:txBody>
      </p:sp>
      <p:sp>
        <p:nvSpPr>
          <p:cNvPr id="4" name="Inhaltsplatzhalter 3">
            <a:extLst>
              <a:ext uri="{FF2B5EF4-FFF2-40B4-BE49-F238E27FC236}">
                <a16:creationId xmlns:a16="http://schemas.microsoft.com/office/drawing/2014/main" id="{9A021D9D-4ED3-01A9-7D02-52E16576B491}"/>
              </a:ext>
            </a:extLst>
          </p:cNvPr>
          <p:cNvSpPr>
            <a:spLocks noGrp="1"/>
          </p:cNvSpPr>
          <p:nvPr>
            <p:ph sz="half" idx="1"/>
          </p:nvPr>
        </p:nvSpPr>
        <p:spPr/>
        <p:txBody>
          <a:bodyPr/>
          <a:lstStyle/>
          <a:p>
            <a:pPr marL="0" indent="0">
              <a:buNone/>
            </a:pPr>
            <a:r>
              <a:rPr lang="de-DE" dirty="0"/>
              <a:t>Möglicherweise sichtbar:</a:t>
            </a:r>
          </a:p>
          <a:p>
            <a:r>
              <a:rPr lang="de-DE" dirty="0" err="1"/>
              <a:t>APIKey</a:t>
            </a:r>
            <a:endParaRPr lang="de-DE" dirty="0"/>
          </a:p>
          <a:p>
            <a:r>
              <a:rPr lang="de-DE" dirty="0" err="1"/>
              <a:t>Authorization</a:t>
            </a:r>
            <a:endParaRPr lang="de-DE" dirty="0"/>
          </a:p>
          <a:p>
            <a:r>
              <a:rPr lang="de-DE" dirty="0"/>
              <a:t>Cookies</a:t>
            </a:r>
          </a:p>
          <a:p>
            <a:r>
              <a:rPr lang="de-DE" dirty="0"/>
              <a:t>Request Body</a:t>
            </a:r>
          </a:p>
          <a:p>
            <a:r>
              <a:rPr lang="de-DE" dirty="0"/>
              <a:t>Response Body</a:t>
            </a:r>
          </a:p>
          <a:p>
            <a:r>
              <a:rPr lang="de-DE" dirty="0"/>
              <a:t>personenbezogene Daten</a:t>
            </a:r>
          </a:p>
          <a:p>
            <a:r>
              <a:rPr lang="de-DE" dirty="0"/>
              <a:t>Backend-Adressen</a:t>
            </a:r>
          </a:p>
          <a:p>
            <a:endParaRPr lang="de-DE" dirty="0"/>
          </a:p>
        </p:txBody>
      </p:sp>
      <p:sp>
        <p:nvSpPr>
          <p:cNvPr id="5" name="Inhaltsplatzhalter 4">
            <a:extLst>
              <a:ext uri="{FF2B5EF4-FFF2-40B4-BE49-F238E27FC236}">
                <a16:creationId xmlns:a16="http://schemas.microsoft.com/office/drawing/2014/main" id="{B6A1AF6C-5BFB-04A1-C48C-6B9D75199ED5}"/>
              </a:ext>
            </a:extLst>
          </p:cNvPr>
          <p:cNvSpPr>
            <a:spLocks noGrp="1"/>
          </p:cNvSpPr>
          <p:nvPr>
            <p:ph sz="half" idx="2"/>
          </p:nvPr>
        </p:nvSpPr>
        <p:spPr/>
        <p:txBody>
          <a:bodyPr/>
          <a:lstStyle/>
          <a:p>
            <a:pPr marL="0" indent="0">
              <a:buNone/>
            </a:pPr>
            <a:r>
              <a:rPr lang="de-DE" dirty="0"/>
              <a:t>Daher:</a:t>
            </a:r>
          </a:p>
          <a:p>
            <a:r>
              <a:rPr lang="de-DE" dirty="0"/>
              <a:t>nur gezielt aktivieren </a:t>
            </a:r>
          </a:p>
          <a:p>
            <a:r>
              <a:rPr lang="de-DE" dirty="0" err="1"/>
              <a:t>Debug</a:t>
            </a:r>
            <a:r>
              <a:rPr lang="de-DE" dirty="0"/>
              <a:t>-Sitzung beenden </a:t>
            </a:r>
          </a:p>
          <a:p>
            <a:r>
              <a:rPr lang="de-DE" dirty="0"/>
              <a:t>keine produktiven Geheimnisse zeigen </a:t>
            </a:r>
          </a:p>
          <a:p>
            <a:r>
              <a:rPr lang="de-DE" dirty="0"/>
              <a:t>Screenshots vor Veröffentlichung prüfen </a:t>
            </a:r>
          </a:p>
          <a:p>
            <a:r>
              <a:rPr lang="de-DE" dirty="0"/>
              <a:t>personenbezogene Daten vermeiden</a:t>
            </a:r>
          </a:p>
          <a:p>
            <a:endParaRPr lang="de-DE" dirty="0"/>
          </a:p>
        </p:txBody>
      </p:sp>
    </p:spTree>
    <p:extLst>
      <p:ext uri="{BB962C8B-B14F-4D97-AF65-F5344CB8AC3E}">
        <p14:creationId xmlns:p14="http://schemas.microsoft.com/office/powerpoint/2010/main" val="11495180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5C4DB9-11AC-E29E-EDBB-3C4FF15BC432}"/>
              </a:ext>
            </a:extLst>
          </p:cNvPr>
          <p:cNvSpPr>
            <a:spLocks noGrp="1"/>
          </p:cNvSpPr>
          <p:nvPr>
            <p:ph type="title"/>
          </p:nvPr>
        </p:nvSpPr>
        <p:spPr/>
        <p:txBody>
          <a:bodyPr/>
          <a:lstStyle/>
          <a:p>
            <a:r>
              <a:rPr lang="de-DE" dirty="0"/>
              <a:t>Client-, Policy- oder Backend-Fehler?</a:t>
            </a:r>
          </a:p>
        </p:txBody>
      </p:sp>
      <p:graphicFrame>
        <p:nvGraphicFramePr>
          <p:cNvPr id="4" name="Inhaltsplatzhalter 3">
            <a:extLst>
              <a:ext uri="{FF2B5EF4-FFF2-40B4-BE49-F238E27FC236}">
                <a16:creationId xmlns:a16="http://schemas.microsoft.com/office/drawing/2014/main" id="{91033874-7FC8-B97C-0416-69265C156545}"/>
              </a:ext>
            </a:extLst>
          </p:cNvPr>
          <p:cNvGraphicFramePr>
            <a:graphicFrameLocks noGrp="1"/>
          </p:cNvGraphicFramePr>
          <p:nvPr>
            <p:ph idx="1"/>
            <p:extLst>
              <p:ext uri="{D42A27DB-BD31-4B8C-83A1-F6EECF244321}">
                <p14:modId xmlns:p14="http://schemas.microsoft.com/office/powerpoint/2010/main" val="1504795104"/>
              </p:ext>
            </p:extLst>
          </p:nvPr>
        </p:nvGraphicFramePr>
        <p:xfrm>
          <a:off x="838200" y="1825625"/>
          <a:ext cx="10515597" cy="22250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247139011"/>
                    </a:ext>
                  </a:extLst>
                </a:gridCol>
                <a:gridCol w="3505199">
                  <a:extLst>
                    <a:ext uri="{9D8B030D-6E8A-4147-A177-3AD203B41FA5}">
                      <a16:colId xmlns:a16="http://schemas.microsoft.com/office/drawing/2014/main" val="1043436425"/>
                    </a:ext>
                  </a:extLst>
                </a:gridCol>
                <a:gridCol w="3505199">
                  <a:extLst>
                    <a:ext uri="{9D8B030D-6E8A-4147-A177-3AD203B41FA5}">
                      <a16:colId xmlns:a16="http://schemas.microsoft.com/office/drawing/2014/main" val="855827248"/>
                    </a:ext>
                  </a:extLst>
                </a:gridCol>
              </a:tblGrid>
              <a:tr h="370840">
                <a:tc>
                  <a:txBody>
                    <a:bodyPr/>
                    <a:lstStyle/>
                    <a:p>
                      <a:r>
                        <a:rPr lang="de-DE" dirty="0"/>
                        <a:t>Fehlerort</a:t>
                      </a:r>
                    </a:p>
                  </a:txBody>
                  <a:tcPr/>
                </a:tc>
                <a:tc>
                  <a:txBody>
                    <a:bodyPr/>
                    <a:lstStyle/>
                    <a:p>
                      <a:r>
                        <a:rPr lang="de-DE" dirty="0"/>
                        <a:t>Beispiel</a:t>
                      </a:r>
                    </a:p>
                  </a:txBody>
                  <a:tcPr/>
                </a:tc>
                <a:tc>
                  <a:txBody>
                    <a:bodyPr/>
                    <a:lstStyle/>
                    <a:p>
                      <a:r>
                        <a:rPr lang="de-DE" dirty="0"/>
                        <a:t>Backend aufgerufen?</a:t>
                      </a:r>
                    </a:p>
                  </a:txBody>
                  <a:tcPr/>
                </a:tc>
                <a:extLst>
                  <a:ext uri="{0D108BD9-81ED-4DB2-BD59-A6C34878D82A}">
                    <a16:rowId xmlns:a16="http://schemas.microsoft.com/office/drawing/2014/main" val="1284340244"/>
                  </a:ext>
                </a:extLst>
              </a:tr>
              <a:tr h="370840">
                <a:tc>
                  <a:txBody>
                    <a:bodyPr/>
                    <a:lstStyle/>
                    <a:p>
                      <a:r>
                        <a:rPr lang="de-DE" dirty="0"/>
                        <a:t>Client-Zugriff</a:t>
                      </a:r>
                    </a:p>
                  </a:txBody>
                  <a:tcPr/>
                </a:tc>
                <a:tc>
                  <a:txBody>
                    <a:bodyPr/>
                    <a:lstStyle/>
                    <a:p>
                      <a:r>
                        <a:rPr lang="de-DE" dirty="0"/>
                        <a:t>API Key fehlt</a:t>
                      </a:r>
                    </a:p>
                  </a:txBody>
                  <a:tcPr/>
                </a:tc>
                <a:tc>
                  <a:txBody>
                    <a:bodyPr/>
                    <a:lstStyle/>
                    <a:p>
                      <a:r>
                        <a:rPr lang="de-DE" dirty="0"/>
                        <a:t>nein</a:t>
                      </a:r>
                    </a:p>
                  </a:txBody>
                  <a:tcPr/>
                </a:tc>
                <a:extLst>
                  <a:ext uri="{0D108BD9-81ED-4DB2-BD59-A6C34878D82A}">
                    <a16:rowId xmlns:a16="http://schemas.microsoft.com/office/drawing/2014/main" val="1138139290"/>
                  </a:ext>
                </a:extLst>
              </a:tr>
              <a:tr h="370840">
                <a:tc>
                  <a:txBody>
                    <a:bodyPr/>
                    <a:lstStyle/>
                    <a:p>
                      <a:r>
                        <a:rPr lang="de-DE" dirty="0"/>
                        <a:t>Traffic Policy</a:t>
                      </a:r>
                    </a:p>
                  </a:txBody>
                  <a:tcPr/>
                </a:tc>
                <a:tc>
                  <a:txBody>
                    <a:bodyPr/>
                    <a:lstStyle/>
                    <a:p>
                      <a:r>
                        <a:rPr lang="de-DE" dirty="0" err="1"/>
                        <a:t>Quota</a:t>
                      </a:r>
                      <a:r>
                        <a:rPr lang="de-DE" dirty="0"/>
                        <a:t> überschritten</a:t>
                      </a:r>
                    </a:p>
                  </a:txBody>
                  <a:tcPr/>
                </a:tc>
                <a:tc>
                  <a:txBody>
                    <a:bodyPr/>
                    <a:lstStyle/>
                    <a:p>
                      <a:r>
                        <a:rPr lang="de-DE" dirty="0"/>
                        <a:t>nein</a:t>
                      </a:r>
                    </a:p>
                  </a:txBody>
                  <a:tcPr/>
                </a:tc>
                <a:extLst>
                  <a:ext uri="{0D108BD9-81ED-4DB2-BD59-A6C34878D82A}">
                    <a16:rowId xmlns:a16="http://schemas.microsoft.com/office/drawing/2014/main" val="2331649024"/>
                  </a:ext>
                </a:extLst>
              </a:tr>
              <a:tr h="370840">
                <a:tc>
                  <a:txBody>
                    <a:bodyPr/>
                    <a:lstStyle/>
                    <a:p>
                      <a:r>
                        <a:rPr lang="de-DE" dirty="0"/>
                        <a:t>Proxy-Verarbeitung</a:t>
                      </a:r>
                    </a:p>
                  </a:txBody>
                  <a:tcPr/>
                </a:tc>
                <a:tc>
                  <a:txBody>
                    <a:bodyPr/>
                    <a:lstStyle/>
                    <a:p>
                      <a:r>
                        <a:rPr lang="de-DE" dirty="0"/>
                        <a:t>fehlerhafte Policy</a:t>
                      </a:r>
                    </a:p>
                  </a:txBody>
                  <a:tcPr/>
                </a:tc>
                <a:tc>
                  <a:txBody>
                    <a:bodyPr/>
                    <a:lstStyle/>
                    <a:p>
                      <a:r>
                        <a:rPr lang="de-DE" dirty="0"/>
                        <a:t>meistens nein</a:t>
                      </a:r>
                    </a:p>
                  </a:txBody>
                  <a:tcPr/>
                </a:tc>
                <a:extLst>
                  <a:ext uri="{0D108BD9-81ED-4DB2-BD59-A6C34878D82A}">
                    <a16:rowId xmlns:a16="http://schemas.microsoft.com/office/drawing/2014/main" val="748109593"/>
                  </a:ext>
                </a:extLst>
              </a:tr>
              <a:tr h="370840">
                <a:tc>
                  <a:txBody>
                    <a:bodyPr/>
                    <a:lstStyle/>
                    <a:p>
                      <a:r>
                        <a:rPr lang="de-DE" dirty="0"/>
                        <a:t>Backend-Zugriff</a:t>
                      </a:r>
                    </a:p>
                  </a:txBody>
                  <a:tcPr/>
                </a:tc>
                <a:tc>
                  <a:txBody>
                    <a:bodyPr/>
                    <a:lstStyle/>
                    <a:p>
                      <a:r>
                        <a:rPr lang="de-DE" dirty="0"/>
                        <a:t>Basic Authentication ungültig</a:t>
                      </a:r>
                    </a:p>
                  </a:txBody>
                  <a:tcPr/>
                </a:tc>
                <a:tc>
                  <a:txBody>
                    <a:bodyPr/>
                    <a:lstStyle/>
                    <a:p>
                      <a:r>
                        <a:rPr lang="de-DE" dirty="0"/>
                        <a:t>ja</a:t>
                      </a:r>
                    </a:p>
                  </a:txBody>
                  <a:tcPr/>
                </a:tc>
                <a:extLst>
                  <a:ext uri="{0D108BD9-81ED-4DB2-BD59-A6C34878D82A}">
                    <a16:rowId xmlns:a16="http://schemas.microsoft.com/office/drawing/2014/main" val="1447814165"/>
                  </a:ext>
                </a:extLst>
              </a:tr>
              <a:tr h="370840">
                <a:tc>
                  <a:txBody>
                    <a:bodyPr/>
                    <a:lstStyle/>
                    <a:p>
                      <a:r>
                        <a:rPr lang="de-DE" dirty="0"/>
                        <a:t>Backend-Verarbeitung</a:t>
                      </a:r>
                    </a:p>
                  </a:txBody>
                  <a:tcPr/>
                </a:tc>
                <a:tc>
                  <a:txBody>
                    <a:bodyPr/>
                    <a:lstStyle/>
                    <a:p>
                      <a:r>
                        <a:rPr lang="de-DE" dirty="0" err="1"/>
                        <a:t>OData</a:t>
                      </a:r>
                      <a:r>
                        <a:rPr lang="de-DE" dirty="0"/>
                        <a:t>-Anfrage ungültig</a:t>
                      </a:r>
                    </a:p>
                  </a:txBody>
                  <a:tcPr/>
                </a:tc>
                <a:tc>
                  <a:txBody>
                    <a:bodyPr/>
                    <a:lstStyle/>
                    <a:p>
                      <a:r>
                        <a:rPr lang="de-DE" dirty="0"/>
                        <a:t>ja</a:t>
                      </a:r>
                    </a:p>
                  </a:txBody>
                  <a:tcPr/>
                </a:tc>
                <a:extLst>
                  <a:ext uri="{0D108BD9-81ED-4DB2-BD59-A6C34878D82A}">
                    <a16:rowId xmlns:a16="http://schemas.microsoft.com/office/drawing/2014/main" val="3575289345"/>
                  </a:ext>
                </a:extLst>
              </a:tr>
            </a:tbl>
          </a:graphicData>
        </a:graphic>
      </p:graphicFrame>
    </p:spTree>
    <p:extLst>
      <p:ext uri="{BB962C8B-B14F-4D97-AF65-F5344CB8AC3E}">
        <p14:creationId xmlns:p14="http://schemas.microsoft.com/office/powerpoint/2010/main" val="34185557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8D6D9B-CFB6-446A-DE71-89E487F8DACF}"/>
              </a:ext>
            </a:extLst>
          </p:cNvPr>
          <p:cNvSpPr>
            <a:spLocks noGrp="1"/>
          </p:cNvSpPr>
          <p:nvPr>
            <p:ph type="title"/>
          </p:nvPr>
        </p:nvSpPr>
        <p:spPr/>
        <p:txBody>
          <a:bodyPr/>
          <a:lstStyle/>
          <a:p>
            <a:r>
              <a:rPr lang="de-DE" dirty="0"/>
              <a:t>Analytics: Viele Requests auswerten</a:t>
            </a:r>
          </a:p>
        </p:txBody>
      </p:sp>
      <p:pic>
        <p:nvPicPr>
          <p:cNvPr id="5" name="Inhaltsplatzhalter 4">
            <a:extLst>
              <a:ext uri="{FF2B5EF4-FFF2-40B4-BE49-F238E27FC236}">
                <a16:creationId xmlns:a16="http://schemas.microsoft.com/office/drawing/2014/main" id="{87E13D72-EBC2-D41E-0D66-033A09D238F3}"/>
              </a:ext>
            </a:extLst>
          </p:cNvPr>
          <p:cNvPicPr>
            <a:picLocks noGrp="1" noChangeAspect="1"/>
          </p:cNvPicPr>
          <p:nvPr>
            <p:ph idx="1"/>
          </p:nvPr>
        </p:nvPicPr>
        <p:blipFill>
          <a:blip r:embed="rId3"/>
          <a:stretch>
            <a:fillRect/>
          </a:stretch>
        </p:blipFill>
        <p:spPr>
          <a:xfrm>
            <a:off x="2580546" y="1825625"/>
            <a:ext cx="7030908" cy="4351338"/>
          </a:xfrm>
          <a:prstGeom prst="rect">
            <a:avLst/>
          </a:prstGeom>
        </p:spPr>
      </p:pic>
    </p:spTree>
    <p:extLst>
      <p:ext uri="{BB962C8B-B14F-4D97-AF65-F5344CB8AC3E}">
        <p14:creationId xmlns:p14="http://schemas.microsoft.com/office/powerpoint/2010/main" val="12044538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F7DD55-1ADF-3B29-A08B-CA00A6447932}"/>
              </a:ext>
            </a:extLst>
          </p:cNvPr>
          <p:cNvSpPr>
            <a:spLocks noGrp="1"/>
          </p:cNvSpPr>
          <p:nvPr>
            <p:ph type="title"/>
          </p:nvPr>
        </p:nvSpPr>
        <p:spPr/>
        <p:txBody>
          <a:bodyPr/>
          <a:lstStyle/>
          <a:p>
            <a:r>
              <a:rPr lang="de-DE" dirty="0"/>
              <a:t>Zusammenfassung und Abschluss</a:t>
            </a:r>
          </a:p>
        </p:txBody>
      </p:sp>
      <p:sp>
        <p:nvSpPr>
          <p:cNvPr id="3" name="Inhaltsplatzhalter 2">
            <a:extLst>
              <a:ext uri="{FF2B5EF4-FFF2-40B4-BE49-F238E27FC236}">
                <a16:creationId xmlns:a16="http://schemas.microsoft.com/office/drawing/2014/main" id="{0FCF7EE2-9A61-C525-04C6-9D864FADFF94}"/>
              </a:ext>
            </a:extLst>
          </p:cNvPr>
          <p:cNvSpPr>
            <a:spLocks noGrp="1"/>
          </p:cNvSpPr>
          <p:nvPr>
            <p:ph idx="1"/>
          </p:nvPr>
        </p:nvSpPr>
        <p:spPr/>
        <p:txBody>
          <a:bodyPr/>
          <a:lstStyle/>
          <a:p>
            <a:r>
              <a:rPr lang="de-DE" dirty="0"/>
              <a:t>Aufgaben von API Management</a:t>
            </a:r>
          </a:p>
          <a:p>
            <a:r>
              <a:rPr lang="de-DE" dirty="0"/>
              <a:t>Was API Management nicht ersetzt</a:t>
            </a:r>
          </a:p>
          <a:p>
            <a:r>
              <a:rPr lang="de-DE" dirty="0"/>
              <a:t>API Management oder Cloud Integration?</a:t>
            </a:r>
          </a:p>
          <a:p>
            <a:r>
              <a:rPr lang="de-DE" dirty="0"/>
              <a:t>Zusammenspiel der Komponenten</a:t>
            </a:r>
          </a:p>
          <a:p>
            <a:r>
              <a:rPr lang="de-DE" dirty="0"/>
              <a:t>Checkliste für eine neue API</a:t>
            </a:r>
          </a:p>
        </p:txBody>
      </p:sp>
    </p:spTree>
    <p:extLst>
      <p:ext uri="{BB962C8B-B14F-4D97-AF65-F5344CB8AC3E}">
        <p14:creationId xmlns:p14="http://schemas.microsoft.com/office/powerpoint/2010/main" val="20569704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55F00A-536C-B0FD-B498-649CCEA309E5}"/>
              </a:ext>
            </a:extLst>
          </p:cNvPr>
          <p:cNvSpPr>
            <a:spLocks noGrp="1"/>
          </p:cNvSpPr>
          <p:nvPr>
            <p:ph type="title"/>
          </p:nvPr>
        </p:nvSpPr>
        <p:spPr/>
        <p:txBody>
          <a:bodyPr/>
          <a:lstStyle/>
          <a:p>
            <a:r>
              <a:rPr lang="de-DE" dirty="0"/>
              <a:t>Aufgaben von API Management</a:t>
            </a:r>
          </a:p>
        </p:txBody>
      </p:sp>
      <p:sp>
        <p:nvSpPr>
          <p:cNvPr id="4" name="Inhaltsplatzhalter 3">
            <a:extLst>
              <a:ext uri="{FF2B5EF4-FFF2-40B4-BE49-F238E27FC236}">
                <a16:creationId xmlns:a16="http://schemas.microsoft.com/office/drawing/2014/main" id="{BF328D61-7ED7-A122-DBC6-937AC0C794EC}"/>
              </a:ext>
            </a:extLst>
          </p:cNvPr>
          <p:cNvSpPr>
            <a:spLocks noGrp="1"/>
          </p:cNvSpPr>
          <p:nvPr>
            <p:ph sz="half" idx="1"/>
          </p:nvPr>
        </p:nvSpPr>
        <p:spPr/>
        <p:txBody>
          <a:bodyPr>
            <a:normAutofit fontScale="92500" lnSpcReduction="20000"/>
          </a:bodyPr>
          <a:lstStyle/>
          <a:p>
            <a:pPr marL="0" indent="0">
              <a:buNone/>
            </a:pPr>
            <a:r>
              <a:rPr lang="de-DE" dirty="0"/>
              <a:t>API Management übernimmt:</a:t>
            </a:r>
          </a:p>
          <a:p>
            <a:pPr marL="0" indent="0">
              <a:buNone/>
            </a:pPr>
            <a:r>
              <a:rPr lang="de-DE" b="1" dirty="0"/>
              <a:t>Bereitstellung</a:t>
            </a:r>
          </a:p>
          <a:p>
            <a:r>
              <a:rPr lang="de-DE" dirty="0"/>
              <a:t>einheitliche API-Endpunkte </a:t>
            </a:r>
          </a:p>
          <a:p>
            <a:r>
              <a:rPr lang="de-DE" dirty="0"/>
              <a:t>Entkopplung von Backend-Adressen </a:t>
            </a:r>
          </a:p>
          <a:p>
            <a:r>
              <a:rPr lang="de-DE" dirty="0"/>
              <a:t>APIs und Versionen verwalten </a:t>
            </a:r>
          </a:p>
          <a:p>
            <a:pPr marL="0" indent="0">
              <a:buNone/>
            </a:pPr>
            <a:r>
              <a:rPr lang="de-DE" b="1" dirty="0"/>
              <a:t>Sicherheit</a:t>
            </a:r>
          </a:p>
          <a:p>
            <a:r>
              <a:rPr lang="de-DE" dirty="0"/>
              <a:t>Konsumenten authentifizieren </a:t>
            </a:r>
          </a:p>
          <a:p>
            <a:r>
              <a:rPr lang="de-DE" dirty="0"/>
              <a:t>Backend-Zugangsdaten schützen </a:t>
            </a:r>
          </a:p>
          <a:p>
            <a:r>
              <a:rPr lang="de-DE" dirty="0"/>
              <a:t>unerwünschte Requests abweisen </a:t>
            </a:r>
          </a:p>
          <a:p>
            <a:endParaRPr lang="de-DE" dirty="0"/>
          </a:p>
        </p:txBody>
      </p:sp>
      <p:sp>
        <p:nvSpPr>
          <p:cNvPr id="5" name="Inhaltsplatzhalter 4">
            <a:extLst>
              <a:ext uri="{FF2B5EF4-FFF2-40B4-BE49-F238E27FC236}">
                <a16:creationId xmlns:a16="http://schemas.microsoft.com/office/drawing/2014/main" id="{2A682D87-B7B5-60A2-92BF-3C9BEC7D3A5A}"/>
              </a:ext>
            </a:extLst>
          </p:cNvPr>
          <p:cNvSpPr>
            <a:spLocks noGrp="1"/>
          </p:cNvSpPr>
          <p:nvPr>
            <p:ph sz="half" idx="2"/>
          </p:nvPr>
        </p:nvSpPr>
        <p:spPr/>
        <p:txBody>
          <a:bodyPr>
            <a:normAutofit fontScale="92500" lnSpcReduction="20000"/>
          </a:bodyPr>
          <a:lstStyle/>
          <a:p>
            <a:pPr marL="0" indent="0">
              <a:buNone/>
            </a:pPr>
            <a:r>
              <a:rPr lang="de-DE" b="1" dirty="0"/>
              <a:t>Steuerung</a:t>
            </a:r>
          </a:p>
          <a:p>
            <a:r>
              <a:rPr lang="de-DE" dirty="0"/>
              <a:t>Kontingente festlegen </a:t>
            </a:r>
          </a:p>
          <a:p>
            <a:r>
              <a:rPr lang="de-DE" dirty="0"/>
              <a:t>Lastspitzen begrenzen </a:t>
            </a:r>
          </a:p>
          <a:p>
            <a:r>
              <a:rPr lang="de-DE" dirty="0"/>
              <a:t>Requests und Responses bearbeiten </a:t>
            </a:r>
          </a:p>
          <a:p>
            <a:pPr marL="0" indent="0">
              <a:buNone/>
            </a:pPr>
            <a:r>
              <a:rPr lang="de-DE" b="1" dirty="0"/>
              <a:t>Betrieb</a:t>
            </a:r>
          </a:p>
          <a:p>
            <a:r>
              <a:rPr lang="de-DE" dirty="0"/>
              <a:t>Aufrufe analysieren </a:t>
            </a:r>
          </a:p>
          <a:p>
            <a:r>
              <a:rPr lang="de-DE" dirty="0"/>
              <a:t>Fehler untersuchen </a:t>
            </a:r>
          </a:p>
          <a:p>
            <a:r>
              <a:rPr lang="de-DE" dirty="0"/>
              <a:t>Nutzung und Performance beobachten</a:t>
            </a:r>
          </a:p>
          <a:p>
            <a:endParaRPr lang="de-DE" dirty="0"/>
          </a:p>
        </p:txBody>
      </p:sp>
    </p:spTree>
    <p:extLst>
      <p:ext uri="{BB962C8B-B14F-4D97-AF65-F5344CB8AC3E}">
        <p14:creationId xmlns:p14="http://schemas.microsoft.com/office/powerpoint/2010/main" val="14811423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E4EA3A-0081-8449-DFEB-2BDC6A79685A}"/>
              </a:ext>
            </a:extLst>
          </p:cNvPr>
          <p:cNvSpPr>
            <a:spLocks noGrp="1"/>
          </p:cNvSpPr>
          <p:nvPr>
            <p:ph type="title"/>
          </p:nvPr>
        </p:nvSpPr>
        <p:spPr/>
        <p:txBody>
          <a:bodyPr/>
          <a:lstStyle/>
          <a:p>
            <a:r>
              <a:rPr lang="de-DE" dirty="0"/>
              <a:t>Was API Management nicht ersetzt</a:t>
            </a:r>
          </a:p>
        </p:txBody>
      </p:sp>
      <p:sp>
        <p:nvSpPr>
          <p:cNvPr id="3" name="Inhaltsplatzhalter 2">
            <a:extLst>
              <a:ext uri="{FF2B5EF4-FFF2-40B4-BE49-F238E27FC236}">
                <a16:creationId xmlns:a16="http://schemas.microsoft.com/office/drawing/2014/main" id="{A11F077B-5F3D-6BC7-2FEF-EA78044B02AC}"/>
              </a:ext>
            </a:extLst>
          </p:cNvPr>
          <p:cNvSpPr>
            <a:spLocks noGrp="1"/>
          </p:cNvSpPr>
          <p:nvPr>
            <p:ph idx="1"/>
          </p:nvPr>
        </p:nvSpPr>
        <p:spPr/>
        <p:txBody>
          <a:bodyPr>
            <a:normAutofit lnSpcReduction="10000"/>
          </a:bodyPr>
          <a:lstStyle/>
          <a:p>
            <a:pPr marL="0" indent="0">
              <a:buNone/>
            </a:pPr>
            <a:r>
              <a:rPr lang="de-DE" dirty="0"/>
              <a:t>API Management ersetzt nicht:</a:t>
            </a:r>
          </a:p>
          <a:p>
            <a:r>
              <a:rPr lang="de-DE" dirty="0"/>
              <a:t>fachliche Geschäftslogik </a:t>
            </a:r>
          </a:p>
          <a:p>
            <a:r>
              <a:rPr lang="de-DE" dirty="0"/>
              <a:t>komplexe Datenintegration </a:t>
            </a:r>
          </a:p>
          <a:p>
            <a:r>
              <a:rPr lang="de-DE" dirty="0"/>
              <a:t>umfangreiche Transformationen </a:t>
            </a:r>
          </a:p>
          <a:p>
            <a:r>
              <a:rPr lang="de-DE" dirty="0"/>
              <a:t>lang laufende Prozesse </a:t>
            </a:r>
          </a:p>
          <a:p>
            <a:r>
              <a:rPr lang="de-DE" dirty="0"/>
              <a:t>zuverlässige asynchrone Nachrichtenverarbeitung </a:t>
            </a:r>
          </a:p>
          <a:p>
            <a:r>
              <a:rPr lang="de-DE" dirty="0"/>
              <a:t>Backend-Monitoring </a:t>
            </a:r>
          </a:p>
          <a:p>
            <a:r>
              <a:rPr lang="de-DE" dirty="0"/>
              <a:t>Stammdaten- und Berechtigungskonzepte </a:t>
            </a:r>
          </a:p>
          <a:p>
            <a:r>
              <a:rPr lang="de-DE" dirty="0"/>
              <a:t>gutes API-Design</a:t>
            </a:r>
          </a:p>
          <a:p>
            <a:endParaRPr lang="de-DE" dirty="0"/>
          </a:p>
        </p:txBody>
      </p:sp>
    </p:spTree>
    <p:extLst>
      <p:ext uri="{BB962C8B-B14F-4D97-AF65-F5344CB8AC3E}">
        <p14:creationId xmlns:p14="http://schemas.microsoft.com/office/powerpoint/2010/main" val="31578090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CEED4F-6DA7-7D07-6B56-FFF6452EEF59}"/>
              </a:ext>
            </a:extLst>
          </p:cNvPr>
          <p:cNvSpPr>
            <a:spLocks noGrp="1"/>
          </p:cNvSpPr>
          <p:nvPr>
            <p:ph type="title"/>
          </p:nvPr>
        </p:nvSpPr>
        <p:spPr/>
        <p:txBody>
          <a:bodyPr/>
          <a:lstStyle/>
          <a:p>
            <a:r>
              <a:rPr lang="de-DE" dirty="0"/>
              <a:t>API Management oder Cloud Integration?</a:t>
            </a:r>
          </a:p>
        </p:txBody>
      </p:sp>
      <p:graphicFrame>
        <p:nvGraphicFramePr>
          <p:cNvPr id="4" name="Inhaltsplatzhalter 3">
            <a:extLst>
              <a:ext uri="{FF2B5EF4-FFF2-40B4-BE49-F238E27FC236}">
                <a16:creationId xmlns:a16="http://schemas.microsoft.com/office/drawing/2014/main" id="{C95E59B0-6179-7E37-39DB-AB75BB2B2AF6}"/>
              </a:ext>
            </a:extLst>
          </p:cNvPr>
          <p:cNvGraphicFramePr>
            <a:graphicFrameLocks noGrp="1"/>
          </p:cNvGraphicFramePr>
          <p:nvPr>
            <p:ph idx="1"/>
            <p:extLst>
              <p:ext uri="{D42A27DB-BD31-4B8C-83A1-F6EECF244321}">
                <p14:modId xmlns:p14="http://schemas.microsoft.com/office/powerpoint/2010/main" val="3542748109"/>
              </p:ext>
            </p:extLst>
          </p:nvPr>
        </p:nvGraphicFramePr>
        <p:xfrm>
          <a:off x="838200" y="1825625"/>
          <a:ext cx="8905407" cy="4348480"/>
        </p:xfrm>
        <a:graphic>
          <a:graphicData uri="http://schemas.openxmlformats.org/drawingml/2006/table">
            <a:tbl>
              <a:tblPr firstRow="1" bandRow="1">
                <a:tableStyleId>{5C22544A-7EE6-4342-B048-85BDC9FD1C3A}</a:tableStyleId>
              </a:tblPr>
              <a:tblGrid>
                <a:gridCol w="4163902">
                  <a:extLst>
                    <a:ext uri="{9D8B030D-6E8A-4147-A177-3AD203B41FA5}">
                      <a16:colId xmlns:a16="http://schemas.microsoft.com/office/drawing/2014/main" val="3659497741"/>
                    </a:ext>
                  </a:extLst>
                </a:gridCol>
                <a:gridCol w="2103236">
                  <a:extLst>
                    <a:ext uri="{9D8B030D-6E8A-4147-A177-3AD203B41FA5}">
                      <a16:colId xmlns:a16="http://schemas.microsoft.com/office/drawing/2014/main" val="1101313589"/>
                    </a:ext>
                  </a:extLst>
                </a:gridCol>
                <a:gridCol w="2638269">
                  <a:extLst>
                    <a:ext uri="{9D8B030D-6E8A-4147-A177-3AD203B41FA5}">
                      <a16:colId xmlns:a16="http://schemas.microsoft.com/office/drawing/2014/main" val="3798266481"/>
                    </a:ext>
                  </a:extLst>
                </a:gridCol>
              </a:tblGrid>
              <a:tr h="370840">
                <a:tc>
                  <a:txBody>
                    <a:bodyPr/>
                    <a:lstStyle/>
                    <a:p>
                      <a:r>
                        <a:rPr lang="de-DE" dirty="0"/>
                        <a:t>Fragestellung</a:t>
                      </a:r>
                    </a:p>
                  </a:txBody>
                  <a:tcPr/>
                </a:tc>
                <a:tc>
                  <a:txBody>
                    <a:bodyPr/>
                    <a:lstStyle/>
                    <a:p>
                      <a:r>
                        <a:rPr lang="de-DE" dirty="0"/>
                        <a:t>API Management</a:t>
                      </a:r>
                    </a:p>
                  </a:txBody>
                  <a:tcPr/>
                </a:tc>
                <a:tc>
                  <a:txBody>
                    <a:bodyPr/>
                    <a:lstStyle/>
                    <a:p>
                      <a:r>
                        <a:rPr lang="de-DE" dirty="0"/>
                        <a:t>Cloud Integration</a:t>
                      </a:r>
                    </a:p>
                  </a:txBody>
                  <a:tcPr/>
                </a:tc>
                <a:extLst>
                  <a:ext uri="{0D108BD9-81ED-4DB2-BD59-A6C34878D82A}">
                    <a16:rowId xmlns:a16="http://schemas.microsoft.com/office/drawing/2014/main" val="792550498"/>
                  </a:ext>
                </a:extLst>
              </a:tr>
              <a:tr h="370840">
                <a:tc>
                  <a:txBody>
                    <a:bodyPr/>
                    <a:lstStyle/>
                    <a:p>
                      <a:r>
                        <a:rPr lang="de-DE" dirty="0"/>
                        <a:t>API sicher veröffentlichen</a:t>
                      </a:r>
                    </a:p>
                  </a:txBody>
                  <a:tcPr/>
                </a:tc>
                <a:tc>
                  <a:txBody>
                    <a:bodyPr/>
                    <a:lstStyle/>
                    <a:p>
                      <a:r>
                        <a:rPr lang="de-DE" dirty="0"/>
                        <a:t>✓</a:t>
                      </a:r>
                    </a:p>
                  </a:txBody>
                  <a:tcPr/>
                </a:tc>
                <a:tc>
                  <a:txBody>
                    <a:bodyPr/>
                    <a:lstStyle/>
                    <a:p>
                      <a:endParaRPr lang="de-DE"/>
                    </a:p>
                  </a:txBody>
                  <a:tcPr/>
                </a:tc>
                <a:extLst>
                  <a:ext uri="{0D108BD9-81ED-4DB2-BD59-A6C34878D82A}">
                    <a16:rowId xmlns:a16="http://schemas.microsoft.com/office/drawing/2014/main" val="2171645470"/>
                  </a:ext>
                </a:extLst>
              </a:tr>
              <a:tr h="370840">
                <a:tc>
                  <a:txBody>
                    <a:bodyPr/>
                    <a:lstStyle/>
                    <a:p>
                      <a:r>
                        <a:rPr lang="de-DE" dirty="0"/>
                        <a:t>Konsumenten und </a:t>
                      </a:r>
                      <a:r>
                        <a:rPr lang="de-DE" dirty="0" err="1"/>
                        <a:t>Applications</a:t>
                      </a:r>
                      <a:r>
                        <a:rPr lang="de-DE" dirty="0"/>
                        <a:t> verwalten</a:t>
                      </a:r>
                    </a:p>
                  </a:txBody>
                  <a:tcPr/>
                </a:tc>
                <a:tc>
                  <a:txBody>
                    <a:bodyPr/>
                    <a:lstStyle/>
                    <a:p>
                      <a:r>
                        <a:rPr lang="de-DE" dirty="0"/>
                        <a:t>✓</a:t>
                      </a:r>
                    </a:p>
                  </a:txBody>
                  <a:tcPr/>
                </a:tc>
                <a:tc>
                  <a:txBody>
                    <a:bodyPr/>
                    <a:lstStyle/>
                    <a:p>
                      <a:endParaRPr lang="de-DE"/>
                    </a:p>
                  </a:txBody>
                  <a:tcPr/>
                </a:tc>
                <a:extLst>
                  <a:ext uri="{0D108BD9-81ED-4DB2-BD59-A6C34878D82A}">
                    <a16:rowId xmlns:a16="http://schemas.microsoft.com/office/drawing/2014/main" val="206630785"/>
                  </a:ext>
                </a:extLst>
              </a:tr>
              <a:tr h="370840">
                <a:tc>
                  <a:txBody>
                    <a:bodyPr/>
                    <a:lstStyle/>
                    <a:p>
                      <a:r>
                        <a:rPr lang="de-DE" dirty="0" err="1"/>
                        <a:t>Quota</a:t>
                      </a:r>
                      <a:r>
                        <a:rPr lang="de-DE" dirty="0"/>
                        <a:t> und Spike Arrest</a:t>
                      </a:r>
                    </a:p>
                  </a:txBody>
                  <a:tcPr/>
                </a:tc>
                <a:tc>
                  <a:txBody>
                    <a:bodyPr/>
                    <a:lstStyle/>
                    <a:p>
                      <a:r>
                        <a:rPr lang="de-DE" dirty="0"/>
                        <a:t>✓</a:t>
                      </a:r>
                    </a:p>
                  </a:txBody>
                  <a:tcPr/>
                </a:tc>
                <a:tc>
                  <a:txBody>
                    <a:bodyPr/>
                    <a:lstStyle/>
                    <a:p>
                      <a:endParaRPr lang="de-DE"/>
                    </a:p>
                  </a:txBody>
                  <a:tcPr/>
                </a:tc>
                <a:extLst>
                  <a:ext uri="{0D108BD9-81ED-4DB2-BD59-A6C34878D82A}">
                    <a16:rowId xmlns:a16="http://schemas.microsoft.com/office/drawing/2014/main" val="2368981340"/>
                  </a:ext>
                </a:extLst>
              </a:tr>
              <a:tr h="370840">
                <a:tc>
                  <a:txBody>
                    <a:bodyPr/>
                    <a:lstStyle/>
                    <a:p>
                      <a:r>
                        <a:rPr lang="de-DE" dirty="0"/>
                        <a:t>API-Nutzung analysieren</a:t>
                      </a:r>
                    </a:p>
                  </a:txBody>
                  <a:tcPr/>
                </a:tc>
                <a:tc>
                  <a:txBody>
                    <a:bodyPr/>
                    <a:lstStyle/>
                    <a:p>
                      <a:r>
                        <a:rPr lang="de-DE" dirty="0"/>
                        <a:t>✓</a:t>
                      </a:r>
                    </a:p>
                  </a:txBody>
                  <a:tcPr/>
                </a:tc>
                <a:tc>
                  <a:txBody>
                    <a:bodyPr/>
                    <a:lstStyle/>
                    <a:p>
                      <a:endParaRPr lang="de-DE"/>
                    </a:p>
                  </a:txBody>
                  <a:tcPr/>
                </a:tc>
                <a:extLst>
                  <a:ext uri="{0D108BD9-81ED-4DB2-BD59-A6C34878D82A}">
                    <a16:rowId xmlns:a16="http://schemas.microsoft.com/office/drawing/2014/main" val="2207821632"/>
                  </a:ext>
                </a:extLst>
              </a:tr>
              <a:tr h="370840">
                <a:tc>
                  <a:txBody>
                    <a:bodyPr/>
                    <a:lstStyle/>
                    <a:p>
                      <a:r>
                        <a:rPr lang="de-DE" dirty="0"/>
                        <a:t>Systeme und Datenformate integrieren</a:t>
                      </a:r>
                    </a:p>
                  </a:txBody>
                  <a:tcPr/>
                </a:tc>
                <a:tc>
                  <a:txBody>
                    <a:bodyPr/>
                    <a:lstStyle/>
                    <a:p>
                      <a:endParaRPr lang="de-DE" dirty="0"/>
                    </a:p>
                  </a:txBody>
                  <a:tcPr/>
                </a:tc>
                <a:tc>
                  <a:txBody>
                    <a:bodyPr/>
                    <a:lstStyle/>
                    <a:p>
                      <a:r>
                        <a:rPr lang="de-DE" dirty="0"/>
                        <a:t>✓</a:t>
                      </a:r>
                    </a:p>
                  </a:txBody>
                  <a:tcPr/>
                </a:tc>
                <a:extLst>
                  <a:ext uri="{0D108BD9-81ED-4DB2-BD59-A6C34878D82A}">
                    <a16:rowId xmlns:a16="http://schemas.microsoft.com/office/drawing/2014/main" val="2535204609"/>
                  </a:ext>
                </a:extLst>
              </a:tr>
              <a:tr h="370840">
                <a:tc>
                  <a:txBody>
                    <a:bodyPr/>
                    <a:lstStyle/>
                    <a:p>
                      <a:r>
                        <a:rPr lang="de-DE" dirty="0"/>
                        <a:t>komplexe Nachrichtenverarbeitung</a:t>
                      </a:r>
                    </a:p>
                  </a:txBody>
                  <a:tcPr/>
                </a:tc>
                <a:tc>
                  <a:txBody>
                    <a:bodyPr/>
                    <a:lstStyle/>
                    <a:p>
                      <a:endParaRPr lang="de-DE" dirty="0"/>
                    </a:p>
                  </a:txBody>
                  <a:tcPr/>
                </a:tc>
                <a:tc>
                  <a:txBody>
                    <a:bodyPr/>
                    <a:lstStyle/>
                    <a:p>
                      <a:r>
                        <a:rPr lang="de-DE" dirty="0"/>
                        <a:t>✓</a:t>
                      </a:r>
                    </a:p>
                  </a:txBody>
                  <a:tcPr/>
                </a:tc>
                <a:extLst>
                  <a:ext uri="{0D108BD9-81ED-4DB2-BD59-A6C34878D82A}">
                    <a16:rowId xmlns:a16="http://schemas.microsoft.com/office/drawing/2014/main" val="3682711313"/>
                  </a:ext>
                </a:extLst>
              </a:tr>
              <a:tr h="370840">
                <a:tc>
                  <a:txBody>
                    <a:bodyPr/>
                    <a:lstStyle/>
                    <a:p>
                      <a:r>
                        <a:rPr lang="de-DE" dirty="0"/>
                        <a:t>Routing zu mehreren Empfängern</a:t>
                      </a:r>
                    </a:p>
                  </a:txBody>
                  <a:tcPr/>
                </a:tc>
                <a:tc>
                  <a:txBody>
                    <a:bodyPr/>
                    <a:lstStyle/>
                    <a:p>
                      <a:r>
                        <a:rPr lang="de-DE" dirty="0"/>
                        <a:t>eingeschränkt</a:t>
                      </a:r>
                    </a:p>
                  </a:txBody>
                  <a:tcPr/>
                </a:tc>
                <a:tc>
                  <a:txBody>
                    <a:bodyPr/>
                    <a:lstStyle/>
                    <a:p>
                      <a:r>
                        <a:rPr lang="de-DE" dirty="0"/>
                        <a:t>✓</a:t>
                      </a:r>
                    </a:p>
                  </a:txBody>
                  <a:tcPr/>
                </a:tc>
                <a:extLst>
                  <a:ext uri="{0D108BD9-81ED-4DB2-BD59-A6C34878D82A}">
                    <a16:rowId xmlns:a16="http://schemas.microsoft.com/office/drawing/2014/main" val="107856645"/>
                  </a:ext>
                </a:extLst>
              </a:tr>
              <a:tr h="370840">
                <a:tc>
                  <a:txBody>
                    <a:bodyPr/>
                    <a:lstStyle/>
                    <a:p>
                      <a:r>
                        <a:rPr lang="de-DE" dirty="0"/>
                        <a:t>asynchrone Verarbeitung</a:t>
                      </a:r>
                    </a:p>
                  </a:txBody>
                  <a:tcPr/>
                </a:tc>
                <a:tc>
                  <a:txBody>
                    <a:bodyPr/>
                    <a:lstStyle/>
                    <a:p>
                      <a:endParaRPr lang="de-DE" dirty="0"/>
                    </a:p>
                  </a:txBody>
                  <a:tcPr/>
                </a:tc>
                <a:tc>
                  <a:txBody>
                    <a:bodyPr/>
                    <a:lstStyle/>
                    <a:p>
                      <a:r>
                        <a:rPr lang="de-DE" dirty="0"/>
                        <a:t>✓</a:t>
                      </a:r>
                    </a:p>
                  </a:txBody>
                  <a:tcPr/>
                </a:tc>
                <a:extLst>
                  <a:ext uri="{0D108BD9-81ED-4DB2-BD59-A6C34878D82A}">
                    <a16:rowId xmlns:a16="http://schemas.microsoft.com/office/drawing/2014/main" val="2876859714"/>
                  </a:ext>
                </a:extLst>
              </a:tr>
              <a:tr h="370840">
                <a:tc>
                  <a:txBody>
                    <a:bodyPr/>
                    <a:lstStyle/>
                    <a:p>
                      <a:r>
                        <a:rPr lang="de-DE" dirty="0"/>
                        <a:t>umfangreiches Mapping</a:t>
                      </a:r>
                    </a:p>
                  </a:txBody>
                  <a:tcPr/>
                </a:tc>
                <a:tc>
                  <a:txBody>
                    <a:bodyPr/>
                    <a:lstStyle/>
                    <a:p>
                      <a:r>
                        <a:rPr lang="de-DE" dirty="0"/>
                        <a:t>eingeschränkt</a:t>
                      </a:r>
                    </a:p>
                  </a:txBody>
                  <a:tcPr/>
                </a:tc>
                <a:tc>
                  <a:txBody>
                    <a:bodyPr/>
                    <a:lstStyle/>
                    <a:p>
                      <a:r>
                        <a:rPr lang="de-DE" dirty="0"/>
                        <a:t>✓</a:t>
                      </a:r>
                    </a:p>
                  </a:txBody>
                  <a:tcPr/>
                </a:tc>
                <a:extLst>
                  <a:ext uri="{0D108BD9-81ED-4DB2-BD59-A6C34878D82A}">
                    <a16:rowId xmlns:a16="http://schemas.microsoft.com/office/drawing/2014/main" val="780947705"/>
                  </a:ext>
                </a:extLst>
              </a:tr>
              <a:tr h="370840">
                <a:tc>
                  <a:txBody>
                    <a:bodyPr/>
                    <a:lstStyle/>
                    <a:p>
                      <a:r>
                        <a:rPr lang="de-DE" dirty="0"/>
                        <a:t>technische API-Fassade</a:t>
                      </a:r>
                    </a:p>
                  </a:txBody>
                  <a:tcPr/>
                </a:tc>
                <a:tc>
                  <a:txBody>
                    <a:bodyPr/>
                    <a:lstStyle/>
                    <a:p>
                      <a:r>
                        <a:rPr lang="de-DE" dirty="0"/>
                        <a:t>✓</a:t>
                      </a:r>
                    </a:p>
                  </a:txBody>
                  <a:tcPr/>
                </a:tc>
                <a:tc>
                  <a:txBody>
                    <a:bodyPr/>
                    <a:lstStyle/>
                    <a:p>
                      <a:endParaRPr lang="de-DE" dirty="0"/>
                    </a:p>
                  </a:txBody>
                  <a:tcPr/>
                </a:tc>
                <a:extLst>
                  <a:ext uri="{0D108BD9-81ED-4DB2-BD59-A6C34878D82A}">
                    <a16:rowId xmlns:a16="http://schemas.microsoft.com/office/drawing/2014/main" val="2278579054"/>
                  </a:ext>
                </a:extLst>
              </a:tr>
            </a:tbl>
          </a:graphicData>
        </a:graphic>
      </p:graphicFrame>
    </p:spTree>
    <p:extLst>
      <p:ext uri="{BB962C8B-B14F-4D97-AF65-F5344CB8AC3E}">
        <p14:creationId xmlns:p14="http://schemas.microsoft.com/office/powerpoint/2010/main" val="5838509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296B93-5C09-1A0F-5548-D33BCCAACE63}"/>
              </a:ext>
            </a:extLst>
          </p:cNvPr>
          <p:cNvSpPr>
            <a:spLocks noGrp="1"/>
          </p:cNvSpPr>
          <p:nvPr>
            <p:ph type="title"/>
          </p:nvPr>
        </p:nvSpPr>
        <p:spPr/>
        <p:txBody>
          <a:bodyPr/>
          <a:lstStyle/>
          <a:p>
            <a:r>
              <a:rPr lang="de-DE" dirty="0"/>
              <a:t>Zusammenspiel beider Komponenten</a:t>
            </a:r>
          </a:p>
        </p:txBody>
      </p:sp>
      <p:pic>
        <p:nvPicPr>
          <p:cNvPr id="19" name="Inhaltsplatzhalter 18">
            <a:extLst>
              <a:ext uri="{FF2B5EF4-FFF2-40B4-BE49-F238E27FC236}">
                <a16:creationId xmlns:a16="http://schemas.microsoft.com/office/drawing/2014/main" id="{05FF1540-4749-21E1-20A0-7D9D3FE0AB0C}"/>
              </a:ext>
            </a:extLst>
          </p:cNvPr>
          <p:cNvPicPr>
            <a:picLocks noGrp="1" noChangeAspect="1"/>
          </p:cNvPicPr>
          <p:nvPr>
            <p:ph idx="1"/>
          </p:nvPr>
        </p:nvPicPr>
        <p:blipFill>
          <a:blip r:embed="rId3"/>
          <a:stretch>
            <a:fillRect/>
          </a:stretch>
        </p:blipFill>
        <p:spPr>
          <a:xfrm>
            <a:off x="838200" y="2198414"/>
            <a:ext cx="10515600" cy="3605759"/>
          </a:xfrm>
          <a:prstGeom prst="rect">
            <a:avLst/>
          </a:prstGeom>
        </p:spPr>
      </p:pic>
    </p:spTree>
    <p:extLst>
      <p:ext uri="{BB962C8B-B14F-4D97-AF65-F5344CB8AC3E}">
        <p14:creationId xmlns:p14="http://schemas.microsoft.com/office/powerpoint/2010/main" val="9470523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5F426E-EAD0-71BC-2F83-858CCBBF6746}"/>
              </a:ext>
            </a:extLst>
          </p:cNvPr>
          <p:cNvSpPr>
            <a:spLocks noGrp="1"/>
          </p:cNvSpPr>
          <p:nvPr>
            <p:ph type="title"/>
          </p:nvPr>
        </p:nvSpPr>
        <p:spPr/>
        <p:txBody>
          <a:bodyPr/>
          <a:lstStyle/>
          <a:p>
            <a:r>
              <a:rPr lang="de-DE" dirty="0"/>
              <a:t>Checkliste für eine neue API</a:t>
            </a:r>
          </a:p>
        </p:txBody>
      </p:sp>
      <p:sp>
        <p:nvSpPr>
          <p:cNvPr id="3" name="Inhaltsplatzhalter 2">
            <a:extLst>
              <a:ext uri="{FF2B5EF4-FFF2-40B4-BE49-F238E27FC236}">
                <a16:creationId xmlns:a16="http://schemas.microsoft.com/office/drawing/2014/main" id="{290A1295-07B8-265E-9618-F02C61A296C8}"/>
              </a:ext>
            </a:extLst>
          </p:cNvPr>
          <p:cNvSpPr>
            <a:spLocks noGrp="1"/>
          </p:cNvSpPr>
          <p:nvPr>
            <p:ph idx="1"/>
          </p:nvPr>
        </p:nvSpPr>
        <p:spPr/>
        <p:txBody>
          <a:bodyPr>
            <a:normAutofit fontScale="77500" lnSpcReduction="20000"/>
          </a:bodyPr>
          <a:lstStyle/>
          <a:p>
            <a:pPr marL="0" indent="0">
              <a:buNone/>
            </a:pPr>
            <a:r>
              <a:rPr lang="de-DE" dirty="0"/>
              <a:t>□ Zielgruppe und Nutzungsszenario bekannt</a:t>
            </a:r>
          </a:p>
          <a:p>
            <a:pPr marL="0" indent="0">
              <a:buNone/>
            </a:pPr>
            <a:r>
              <a:rPr lang="de-DE" dirty="0"/>
              <a:t>□ API-Vertrag definiert</a:t>
            </a:r>
          </a:p>
          <a:p>
            <a:pPr marL="0" indent="0">
              <a:buNone/>
            </a:pPr>
            <a:r>
              <a:rPr lang="de-DE" dirty="0"/>
              <a:t>□ Backend-Verantwortung geklärt</a:t>
            </a:r>
          </a:p>
          <a:p>
            <a:pPr marL="0" indent="0">
              <a:buNone/>
            </a:pPr>
            <a:r>
              <a:rPr lang="de-DE" dirty="0"/>
              <a:t>□ Authentifizierung ausgewählt</a:t>
            </a:r>
          </a:p>
          <a:p>
            <a:pPr marL="0" indent="0">
              <a:buNone/>
            </a:pPr>
            <a:r>
              <a:rPr lang="de-DE" dirty="0"/>
              <a:t>□ Berechtigungen festgelegt</a:t>
            </a:r>
          </a:p>
          <a:p>
            <a:pPr marL="0" indent="0">
              <a:buNone/>
            </a:pPr>
            <a:r>
              <a:rPr lang="de-DE" dirty="0"/>
              <a:t>□ Secrets sicher gespeichert</a:t>
            </a:r>
          </a:p>
          <a:p>
            <a:pPr marL="0" indent="0">
              <a:buNone/>
            </a:pPr>
            <a:r>
              <a:rPr lang="de-DE" dirty="0"/>
              <a:t>□ </a:t>
            </a:r>
            <a:r>
              <a:rPr lang="de-DE" dirty="0" err="1"/>
              <a:t>Quota</a:t>
            </a:r>
            <a:r>
              <a:rPr lang="de-DE" dirty="0"/>
              <a:t> und Spike Arrest begründet</a:t>
            </a:r>
          </a:p>
          <a:p>
            <a:pPr marL="0" indent="0">
              <a:buNone/>
            </a:pPr>
            <a:r>
              <a:rPr lang="de-DE" dirty="0"/>
              <a:t>□ Fehlerformat definiert</a:t>
            </a:r>
          </a:p>
          <a:p>
            <a:pPr marL="0" indent="0">
              <a:buNone/>
            </a:pPr>
            <a:r>
              <a:rPr lang="de-DE" dirty="0"/>
              <a:t>□ Monitoring und Analytics vorbereitet</a:t>
            </a:r>
          </a:p>
          <a:p>
            <a:pPr marL="0" indent="0">
              <a:buNone/>
            </a:pPr>
            <a:r>
              <a:rPr lang="de-DE" dirty="0"/>
              <a:t>□ </a:t>
            </a:r>
            <a:r>
              <a:rPr lang="de-DE" dirty="0" err="1"/>
              <a:t>Versionierungsstrategie</a:t>
            </a:r>
            <a:r>
              <a:rPr lang="de-DE" dirty="0"/>
              <a:t> vorhanden</a:t>
            </a:r>
          </a:p>
          <a:p>
            <a:pPr marL="0" indent="0">
              <a:buNone/>
            </a:pPr>
            <a:r>
              <a:rPr lang="de-DE" dirty="0"/>
              <a:t>□ Dokumentation veröffentlicht</a:t>
            </a:r>
          </a:p>
          <a:p>
            <a:pPr marL="0" indent="0">
              <a:buNone/>
            </a:pPr>
            <a:r>
              <a:rPr lang="de-DE" dirty="0"/>
              <a:t>□ Ansprechpartner benannt</a:t>
            </a:r>
          </a:p>
        </p:txBody>
      </p:sp>
    </p:spTree>
    <p:extLst>
      <p:ext uri="{BB962C8B-B14F-4D97-AF65-F5344CB8AC3E}">
        <p14:creationId xmlns:p14="http://schemas.microsoft.com/office/powerpoint/2010/main" val="1368716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F6B1C0-6498-9094-D941-19528FEE3EE4}"/>
              </a:ext>
            </a:extLst>
          </p:cNvPr>
          <p:cNvSpPr>
            <a:spLocks noGrp="1"/>
          </p:cNvSpPr>
          <p:nvPr>
            <p:ph type="title"/>
          </p:nvPr>
        </p:nvSpPr>
        <p:spPr/>
        <p:txBody>
          <a:bodyPr/>
          <a:lstStyle/>
          <a:p>
            <a:r>
              <a:rPr lang="de-DE" dirty="0"/>
              <a:t>Ressourcen</a:t>
            </a:r>
          </a:p>
        </p:txBody>
      </p:sp>
      <p:sp>
        <p:nvSpPr>
          <p:cNvPr id="3" name="Inhaltsplatzhalter 2">
            <a:extLst>
              <a:ext uri="{FF2B5EF4-FFF2-40B4-BE49-F238E27FC236}">
                <a16:creationId xmlns:a16="http://schemas.microsoft.com/office/drawing/2014/main" id="{414A8D02-C361-E8AE-D92B-53E118F8360A}"/>
              </a:ext>
            </a:extLst>
          </p:cNvPr>
          <p:cNvSpPr>
            <a:spLocks noGrp="1"/>
          </p:cNvSpPr>
          <p:nvPr>
            <p:ph idx="1"/>
          </p:nvPr>
        </p:nvSpPr>
        <p:spPr/>
        <p:txBody>
          <a:bodyPr>
            <a:normAutofit fontScale="92500" lnSpcReduction="10000"/>
          </a:bodyPr>
          <a:lstStyle/>
          <a:p>
            <a:pPr marL="0" indent="0">
              <a:buNone/>
            </a:pPr>
            <a:r>
              <a:rPr lang="de-DE" sz="1600" dirty="0">
                <a:hlinkClick r:id="rId3"/>
              </a:rPr>
              <a:t>https://www.rheinwerk-verlag.de/sap-business-technology-platform/</a:t>
            </a:r>
            <a:endParaRPr lang="de-DE" sz="1600" dirty="0"/>
          </a:p>
          <a:p>
            <a:pPr marL="0" indent="0">
              <a:buNone/>
            </a:pPr>
            <a:r>
              <a:rPr lang="de-DE" sz="1600" dirty="0">
                <a:hlinkClick r:id="rId4"/>
              </a:rPr>
              <a:t>https://www.rheinwerk-verlag.de/sap-integration-suite-das-praxishandbuch/</a:t>
            </a:r>
            <a:endParaRPr lang="de-DE" sz="1600" dirty="0"/>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r>
              <a:rPr lang="de-DE" sz="1600" dirty="0">
                <a:hlinkClick r:id="rId5"/>
              </a:rPr>
              <a:t>https://learning.sap.com/courses/sap-cloud-platform-integration-service-overview</a:t>
            </a:r>
            <a:endParaRPr lang="de-DE" sz="1600" dirty="0"/>
          </a:p>
          <a:p>
            <a:pPr marL="0" indent="0">
              <a:buNone/>
            </a:pPr>
            <a:r>
              <a:rPr lang="de-DE" sz="1600" dirty="0">
                <a:hlinkClick r:id="rId6"/>
              </a:rPr>
              <a:t>https://training.sap.com/course/cld900</a:t>
            </a:r>
            <a:endParaRPr lang="de-DE" sz="1600" dirty="0"/>
          </a:p>
          <a:p>
            <a:pPr marL="0" indent="0">
              <a:buNone/>
            </a:pPr>
            <a:r>
              <a:rPr lang="de-DE" sz="1600" dirty="0">
                <a:hlinkClick r:id="rId7"/>
              </a:rPr>
              <a:t>https://help.sap.com/docs/cloud-integration/sap-cloud-integration/sap-cloud-integration</a:t>
            </a:r>
            <a:r>
              <a:rPr lang="de-DE" sz="1600" dirty="0"/>
              <a:t>	</a:t>
            </a:r>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p:txBody>
      </p:sp>
      <p:pic>
        <p:nvPicPr>
          <p:cNvPr id="4" name="Grafik 3" descr="Cover von SAP Integration Suite">
            <a:extLst>
              <a:ext uri="{FF2B5EF4-FFF2-40B4-BE49-F238E27FC236}">
                <a16:creationId xmlns:a16="http://schemas.microsoft.com/office/drawing/2014/main" id="{D0138AAC-BA09-28B4-80F1-05371A100AC0}"/>
              </a:ext>
            </a:extLst>
          </p:cNvPr>
          <p:cNvPicPr>
            <a:picLocks noChangeAspect="1"/>
          </p:cNvPicPr>
          <p:nvPr/>
        </p:nvPicPr>
        <p:blipFill>
          <a:blip r:embed="rId8"/>
          <a:stretch>
            <a:fillRect/>
          </a:stretch>
        </p:blipFill>
        <p:spPr>
          <a:xfrm>
            <a:off x="3924300" y="2458422"/>
            <a:ext cx="3095625" cy="2543175"/>
          </a:xfrm>
          <a:prstGeom prst="rect">
            <a:avLst/>
          </a:prstGeom>
        </p:spPr>
      </p:pic>
      <p:pic>
        <p:nvPicPr>
          <p:cNvPr id="5" name="Grafik 4" descr="Cover von SAP Business Technology Platform">
            <a:extLst>
              <a:ext uri="{FF2B5EF4-FFF2-40B4-BE49-F238E27FC236}">
                <a16:creationId xmlns:a16="http://schemas.microsoft.com/office/drawing/2014/main" id="{BFB05B43-0033-C353-2311-B4897A98D9A1}"/>
              </a:ext>
            </a:extLst>
          </p:cNvPr>
          <p:cNvPicPr>
            <a:picLocks noChangeAspect="1"/>
          </p:cNvPicPr>
          <p:nvPr/>
        </p:nvPicPr>
        <p:blipFill>
          <a:blip r:embed="rId9"/>
          <a:stretch>
            <a:fillRect/>
          </a:stretch>
        </p:blipFill>
        <p:spPr>
          <a:xfrm>
            <a:off x="357187" y="2458421"/>
            <a:ext cx="3095625" cy="2543175"/>
          </a:xfrm>
          <a:prstGeom prst="rect">
            <a:avLst/>
          </a:prstGeom>
        </p:spPr>
      </p:pic>
    </p:spTree>
    <p:extLst>
      <p:ext uri="{BB962C8B-B14F-4D97-AF65-F5344CB8AC3E}">
        <p14:creationId xmlns:p14="http://schemas.microsoft.com/office/powerpoint/2010/main" val="1053560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802ED7-909F-E61F-4A08-6D4B936DB953}"/>
              </a:ext>
            </a:extLst>
          </p:cNvPr>
          <p:cNvSpPr>
            <a:spLocks noGrp="1"/>
          </p:cNvSpPr>
          <p:nvPr>
            <p:ph type="title"/>
          </p:nvPr>
        </p:nvSpPr>
        <p:spPr/>
        <p:txBody>
          <a:bodyPr anchor="b">
            <a:normAutofit/>
          </a:bodyPr>
          <a:lstStyle/>
          <a:p>
            <a:r>
              <a:rPr lang="de-DE" sz="3600" dirty="0"/>
              <a:t>Ressourcen: GitHub-Repository zur Veranstaltung</a:t>
            </a:r>
          </a:p>
        </p:txBody>
      </p:sp>
      <p:sp>
        <p:nvSpPr>
          <p:cNvPr id="3" name="Inhaltsplatzhalter 2">
            <a:extLst>
              <a:ext uri="{FF2B5EF4-FFF2-40B4-BE49-F238E27FC236}">
                <a16:creationId xmlns:a16="http://schemas.microsoft.com/office/drawing/2014/main" id="{9B7F34D7-59AD-384C-9508-3FF4807BDAED}"/>
              </a:ext>
            </a:extLst>
          </p:cNvPr>
          <p:cNvSpPr>
            <a:spLocks noGrp="1"/>
          </p:cNvSpPr>
          <p:nvPr>
            <p:ph idx="1"/>
          </p:nvPr>
        </p:nvSpPr>
        <p:spPr/>
        <p:txBody>
          <a:bodyPr anchor="b">
            <a:normAutofit/>
          </a:bodyPr>
          <a:lstStyle/>
          <a:p>
            <a:pPr marL="0" indent="0" algn="r">
              <a:buNone/>
            </a:pPr>
            <a:r>
              <a:rPr lang="de-DE" sz="2000" dirty="0">
                <a:hlinkClick r:id="rId3"/>
              </a:rPr>
              <a:t>https://github.com/MichaelWegelin/btp-integration-suite-workshop</a:t>
            </a:r>
            <a:r>
              <a:rPr lang="de-DE" sz="2000" dirty="0"/>
              <a:t> </a:t>
            </a:r>
          </a:p>
        </p:txBody>
      </p:sp>
      <p:pic>
        <p:nvPicPr>
          <p:cNvPr id="6" name="Grafik 5">
            <a:extLst>
              <a:ext uri="{FF2B5EF4-FFF2-40B4-BE49-F238E27FC236}">
                <a16:creationId xmlns:a16="http://schemas.microsoft.com/office/drawing/2014/main" id="{62C87CBB-230E-0DDD-8A96-AB7E573FD22D}"/>
              </a:ext>
            </a:extLst>
          </p:cNvPr>
          <p:cNvPicPr>
            <a:picLocks noChangeAspect="1"/>
          </p:cNvPicPr>
          <p:nvPr/>
        </p:nvPicPr>
        <p:blipFill>
          <a:blip r:embed="rId4"/>
          <a:stretch>
            <a:fillRect/>
          </a:stretch>
        </p:blipFill>
        <p:spPr>
          <a:xfrm>
            <a:off x="838200" y="1825625"/>
            <a:ext cx="7849695" cy="3991532"/>
          </a:xfrm>
          <a:prstGeom prst="rect">
            <a:avLst/>
          </a:prstGeom>
        </p:spPr>
      </p:pic>
    </p:spTree>
    <p:extLst>
      <p:ext uri="{BB962C8B-B14F-4D97-AF65-F5344CB8AC3E}">
        <p14:creationId xmlns:p14="http://schemas.microsoft.com/office/powerpoint/2010/main" val="36850614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12704</Words>
  <Application>Microsoft Office PowerPoint</Application>
  <PresentationFormat>Breitbild</PresentationFormat>
  <Paragraphs>1872</Paragraphs>
  <Slides>94</Slides>
  <Notes>85</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94</vt:i4>
      </vt:variant>
    </vt:vector>
  </HeadingPairs>
  <TitlesOfParts>
    <vt:vector size="99" baseType="lpstr">
      <vt:lpstr>Aptos</vt:lpstr>
      <vt:lpstr>Aptos Display</vt:lpstr>
      <vt:lpstr>Arial</vt:lpstr>
      <vt:lpstr>Courier New</vt:lpstr>
      <vt:lpstr>Office</vt:lpstr>
      <vt:lpstr>Die SAP Integration Suite</vt:lpstr>
      <vt:lpstr>Agenda</vt:lpstr>
      <vt:lpstr>Einordnung in die Workshopreihe</vt:lpstr>
      <vt:lpstr>Ausgangssituation: Direkter API-Aufruf</vt:lpstr>
      <vt:lpstr>Probleme beim direkten Zugriff</vt:lpstr>
      <vt:lpstr>API Management als kontrollierte Fassade</vt:lpstr>
      <vt:lpstr>Was leistet ein API Proxy?</vt:lpstr>
      <vt:lpstr>Grundlagen und Komponenten</vt:lpstr>
      <vt:lpstr>Zentrale Komponenten</vt:lpstr>
      <vt:lpstr>API Provider: Verbindung zum Backend</vt:lpstr>
      <vt:lpstr>Zwei getrennte Sicherheitsbeziehungen</vt:lpstr>
      <vt:lpstr>API Proxy: Die verwaltete Fassade</vt:lpstr>
      <vt:lpstr>Aufbau eines API Proxy</vt:lpstr>
      <vt:lpstr>Policies: Regeln im Nachrichtenfluss</vt:lpstr>
      <vt:lpstr>API Product und Application</vt:lpstr>
      <vt:lpstr>Vom API Proxy zum API-Konsum</vt:lpstr>
      <vt:lpstr>API Provider</vt:lpstr>
      <vt:lpstr>Was ist ein API Provider?</vt:lpstr>
      <vt:lpstr>Zwei Wege zum API Proxy</vt:lpstr>
      <vt:lpstr>Aufbau eines API Providers</vt:lpstr>
      <vt:lpstr>Verbindungstypen</vt:lpstr>
      <vt:lpstr>Catalog Service Settings</vt:lpstr>
      <vt:lpstr>Was kann beim Provider schiefgehen?</vt:lpstr>
      <vt:lpstr>API Provider: Nutzen und Grenzen</vt:lpstr>
      <vt:lpstr>API Proxies</vt:lpstr>
      <vt:lpstr>Vom Backend-Service zum API Proxy</vt:lpstr>
      <vt:lpstr>Warum eine Proxy-URL?</vt:lpstr>
      <vt:lpstr>Einen sinnvollen Base Path wählen</vt:lpstr>
      <vt:lpstr>Ressourcen und Operationen</vt:lpstr>
      <vt:lpstr>Der Proxy-Flow</vt:lpstr>
      <vt:lpstr>Speichern, Deployen und Aufrufen</vt:lpstr>
      <vt:lpstr>Zwei Authentifizierungsrichtungen</vt:lpstr>
      <vt:lpstr>Test Console, Postman und Browser</vt:lpstr>
      <vt:lpstr>Typische Fehler beim ersten Proxy</vt:lpstr>
      <vt:lpstr>Policies</vt:lpstr>
      <vt:lpstr>Vom passiven Proxy zum API Gateway</vt:lpstr>
      <vt:lpstr>Policy-Kategorien</vt:lpstr>
      <vt:lpstr>Aufbau einer Policy</vt:lpstr>
      <vt:lpstr>Request und Response im Policy Editor</vt:lpstr>
      <vt:lpstr>Zugangsdaten nicht in der Policy speichern</vt:lpstr>
      <vt:lpstr>Key Value Map</vt:lpstr>
      <vt:lpstr>Policy 1: Werte aus der KVM lesen</vt:lpstr>
      <vt:lpstr>Policy 2: Basic Authentication erzeugen</vt:lpstr>
      <vt:lpstr>Policy 3: Request-Header anpassen</vt:lpstr>
      <vt:lpstr>Die vollständige Policy-Kette</vt:lpstr>
      <vt:lpstr>Der sogenannte Debugger</vt:lpstr>
      <vt:lpstr>Policies systematisch testen</vt:lpstr>
      <vt:lpstr>Sicherer Umgang mit Geheimnissen</vt:lpstr>
      <vt:lpstr>Exkurs:  CSRF-Schutz bei schreibenden OData-Aufrufen</vt:lpstr>
      <vt:lpstr>API Keys</vt:lpstr>
      <vt:lpstr>Was ist ein API Key?</vt:lpstr>
      <vt:lpstr>Was ein API Key nicht leistet</vt:lpstr>
      <vt:lpstr>Zwei getrennte Sicherheitsbeziehungen</vt:lpstr>
      <vt:lpstr>Woher kommt der API Key?</vt:lpstr>
      <vt:lpstr>Was ist ein API Product?</vt:lpstr>
      <vt:lpstr>Provider-Sicht und Consumer-Sicht</vt:lpstr>
      <vt:lpstr>Application und Subscription</vt:lpstr>
      <vt:lpstr>Verify API Key Policy</vt:lpstr>
      <vt:lpstr>Was prüft die Policy?</vt:lpstr>
      <vt:lpstr>Typische Fehler</vt:lpstr>
      <vt:lpstr>API Key sicher verwenden</vt:lpstr>
      <vt:lpstr>API Key oder OAuth 2.0?</vt:lpstr>
      <vt:lpstr>API-Aufrufe steuern</vt:lpstr>
      <vt:lpstr>Drei unterschiedliche Schutzmechanismen</vt:lpstr>
      <vt:lpstr>Quota: Nutzung über einen Zeitraum begrenze</vt:lpstr>
      <vt:lpstr>Spike Arrest: Aufrufrate glätten</vt:lpstr>
      <vt:lpstr>Wo werden die Policies ausgeführt?</vt:lpstr>
      <vt:lpstr>Gemeinsame oder getrennte Quota?</vt:lpstr>
      <vt:lpstr>Flow-Variable der Application</vt:lpstr>
      <vt:lpstr>Beispiel: Quota-Policy</vt:lpstr>
      <vt:lpstr>Arten von Quota-Zeitfenstern</vt:lpstr>
      <vt:lpstr>Informationen zum Quota-Status</vt:lpstr>
      <vt:lpstr>Beispiel: Spike-Arrest-Policy</vt:lpstr>
      <vt:lpstr>Typische Fehler</vt:lpstr>
      <vt:lpstr>Welche Grenzwerte sind sinnvoll?</vt:lpstr>
      <vt:lpstr>Verantwortung des API-Konsumenten</vt:lpstr>
      <vt:lpstr>Monitoring und Analytics</vt:lpstr>
      <vt:lpstr>Drei unterschiedliche Perspektiven</vt:lpstr>
      <vt:lpstr>Welche Daten interessieren uns?</vt:lpstr>
      <vt:lpstr>API Proxy und Deployment Status</vt:lpstr>
      <vt:lpstr>Häufiger Fehler:  Gespeichert, aber nicht deployt</vt:lpstr>
      <vt:lpstr>Debugging: einen Request verfolgen</vt:lpstr>
      <vt:lpstr>Was zeigt der Debugger?</vt:lpstr>
      <vt:lpstr>Sensible Daten im Debugger</vt:lpstr>
      <vt:lpstr>Client-, Policy- oder Backend-Fehler?</vt:lpstr>
      <vt:lpstr>Analytics: Viele Requests auswerten</vt:lpstr>
      <vt:lpstr>Zusammenfassung und Abschluss</vt:lpstr>
      <vt:lpstr>Aufgaben von API Management</vt:lpstr>
      <vt:lpstr>Was API Management nicht ersetzt</vt:lpstr>
      <vt:lpstr>API Management oder Cloud Integration?</vt:lpstr>
      <vt:lpstr>Zusammenspiel beider Komponenten</vt:lpstr>
      <vt:lpstr>Checkliste für eine neue API</vt:lpstr>
      <vt:lpstr>Ressourcen</vt:lpstr>
      <vt:lpstr>Ressourcen: GitHub-Repository zur Veranstaltung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Wegelin</dc:creator>
  <cp:lastModifiedBy>Michael Wegelin</cp:lastModifiedBy>
  <cp:revision>1</cp:revision>
  <dcterms:created xsi:type="dcterms:W3CDTF">2025-04-11T06:58:28Z</dcterms:created>
  <dcterms:modified xsi:type="dcterms:W3CDTF">2026-07-23T15:01:28Z</dcterms:modified>
</cp:coreProperties>
</file>